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emf" ContentType="image/x-emf"/>
  <Default Extension="rels" ContentType="application/vnd.openxmlformats-package.relationship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3"/>
    <p:sldMasterId id="2147483691" r:id="rId4"/>
    <p:sldMasterId id="2147483719" r:id="rId5"/>
  </p:sldMasterIdLst>
  <p:notesMasterIdLst>
    <p:notesMasterId r:id="rId7"/>
  </p:notesMasterIdLst>
  <p:sldIdLst>
    <p:sldId id="610" r:id="rId6"/>
    <p:sldId id="1957" r:id="rId8"/>
    <p:sldId id="2040" r:id="rId9"/>
    <p:sldId id="2089" r:id="rId10"/>
    <p:sldId id="2071" r:id="rId11"/>
    <p:sldId id="2070" r:id="rId12"/>
    <p:sldId id="2072" r:id="rId13"/>
    <p:sldId id="2069" r:id="rId14"/>
    <p:sldId id="2065" r:id="rId15"/>
    <p:sldId id="1531" r:id="rId16"/>
    <p:sldId id="2009" r:id="rId17"/>
    <p:sldId id="1534" r:id="rId18"/>
    <p:sldId id="2066" r:id="rId19"/>
    <p:sldId id="2067" r:id="rId20"/>
    <p:sldId id="2068" r:id="rId21"/>
    <p:sldId id="1967" r:id="rId22"/>
    <p:sldId id="2042" r:id="rId23"/>
    <p:sldId id="2090" r:id="rId24"/>
    <p:sldId id="2091" r:id="rId25"/>
    <p:sldId id="2092" r:id="rId26"/>
    <p:sldId id="2093" r:id="rId27"/>
    <p:sldId id="2094" r:id="rId28"/>
    <p:sldId id="2095" r:id="rId29"/>
    <p:sldId id="2096" r:id="rId30"/>
    <p:sldId id="2097" r:id="rId31"/>
    <p:sldId id="2098" r:id="rId32"/>
    <p:sldId id="2099" r:id="rId33"/>
    <p:sldId id="2100" r:id="rId34"/>
    <p:sldId id="2101" r:id="rId35"/>
    <p:sldId id="2102" r:id="rId36"/>
    <p:sldId id="2103" r:id="rId37"/>
    <p:sldId id="2104" r:id="rId38"/>
    <p:sldId id="2105" r:id="rId39"/>
    <p:sldId id="2107" r:id="rId40"/>
    <p:sldId id="2106" r:id="rId41"/>
    <p:sldId id="2060" r:id="rId42"/>
  </p:sldIdLst>
  <p:sldSz cx="12192000" cy="6858000"/>
  <p:notesSz cx="6858000" cy="9144000"/>
  <p:custDataLst>
    <p:tags r:id="rId50"/>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BF1DE"/>
    <a:srgbClr val="8FAADC"/>
    <a:srgbClr val="FFFFFF"/>
    <a:srgbClr val="306CB4"/>
    <a:srgbClr val="005BAC"/>
    <a:srgbClr val="D9D9D9"/>
    <a:srgbClr val="E7EAED"/>
    <a:srgbClr val="CCD2D8"/>
    <a:srgbClr val="2E75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404" autoAdjust="0"/>
  </p:normalViewPr>
  <p:slideViewPr>
    <p:cSldViewPr snapToGrid="0">
      <p:cViewPr>
        <p:scale>
          <a:sx n="125" d="100"/>
          <a:sy n="125" d="100"/>
        </p:scale>
        <p:origin x="-18"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0" Type="http://schemas.openxmlformats.org/officeDocument/2006/relationships/tags" Target="tags/tag34.xml"/><Relationship Id="rId5" Type="http://schemas.openxmlformats.org/officeDocument/2006/relationships/slideMaster" Target="slideMasters/slideMaster4.xml"/><Relationship Id="rId49" Type="http://schemas.openxmlformats.org/officeDocument/2006/relationships/customXml" Target="../customXml/item3.xml"/><Relationship Id="rId48" Type="http://schemas.openxmlformats.org/officeDocument/2006/relationships/customXml" Target="../customXml/item2.xml"/><Relationship Id="rId47" Type="http://schemas.openxmlformats.org/officeDocument/2006/relationships/customXml" Target="../customXml/item1.xml"/><Relationship Id="rId46" Type="http://schemas.openxmlformats.org/officeDocument/2006/relationships/commentAuthors" Target="commentAuthors.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71A83B-D39A-46B5-8993-C38E3274412B}" type="datetimeFigureOut">
              <a:rPr kumimoji="1" lang="ja-JP" altLang="en-US" smtClean="0"/>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3EE5A9-1258-47CD-B358-39A00988B792}" type="slidenum">
              <a:rPr kumimoji="1" lang="ja-JP" altLang="en-US" smtClean="0"/>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593EE5A9-1258-47CD-B358-39A00988B792}" type="slidenum">
              <a:rPr kumimoji="1" lang="ja-JP" altLang="en-US" smtClean="0"/>
            </a:fld>
            <a:endParaRPr kumimoji="1"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3301037-3B88-4A65-9EBA-A3F1A2803E5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SimSun"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SimSun"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3301037-3B88-4A65-9EBA-A3F1A2803E5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3301037-3B88-4A65-9EBA-A3F1A2803E5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3301037-3B88-4A65-9EBA-A3F1A2803E5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3301037-3B88-4A65-9EBA-A3F1A2803E5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3301037-3B88-4A65-9EBA-A3F1A2803E5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3301037-3B88-4A65-9EBA-A3F1A2803E5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3301037-3B88-4A65-9EBA-A3F1A2803E5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3301037-3B88-4A65-9EBA-A3F1A2803E5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3301037-3B88-4A65-9EBA-A3F1A2803E5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3301037-3B88-4A65-9EBA-A3F1A2803E5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3301037-3B88-4A65-9EBA-A3F1A2803E5E}"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3301037-3B88-4A65-9EBA-A3F1A2803E5E}"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3301037-3B88-4A65-9EBA-A3F1A2803E5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SimSun"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SimSun"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3301037-3B88-4A65-9EBA-A3F1A2803E5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SimSun"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SimSun"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endParaRPr kumimoji="1" lang="ja-JP" altLang="en-US"/>
          </a:p>
        </p:txBody>
      </p:sp>
      <p:sp>
        <p:nvSpPr>
          <p:cNvPr id="3" name="字幕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F0B6B78F-6B37-483B-892E-1E95811A8FD0}"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09F643E-6FCC-4B5A-96C4-4BECF0418DD6}" type="slidenum">
              <a:rPr kumimoji="1" lang="ja-JP" altLang="en-US" smtClean="0"/>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0B6B78F-6B37-483B-892E-1E95811A8FD0}"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09F643E-6FCC-4B5A-96C4-4BECF0418DD6}" type="slidenum">
              <a:rPr kumimoji="1" lang="ja-JP" altLang="en-US" smtClean="0"/>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endParaRPr kumimoji="1" lang="ja-JP" altLang="en-US"/>
          </a:p>
        </p:txBody>
      </p:sp>
      <p:sp>
        <p:nvSpPr>
          <p:cNvPr id="4" name="日付プレースホルダー 3"/>
          <p:cNvSpPr>
            <a:spLocks noGrp="1"/>
          </p:cNvSpPr>
          <p:nvPr>
            <p:ph type="dt" sz="half" idx="10"/>
          </p:nvPr>
        </p:nvSpPr>
        <p:spPr/>
        <p:txBody>
          <a:bodyPr/>
          <a:lstStyle/>
          <a:p>
            <a:fld id="{F0B6B78F-6B37-483B-892E-1E95811A8FD0}"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09F643E-6FCC-4B5A-96C4-4BECF0418DD6}" type="slidenum">
              <a:rPr kumimoji="1" lang="ja-JP" altLang="en-US" smtClean="0"/>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日付プレースホルダー 4"/>
          <p:cNvSpPr>
            <a:spLocks noGrp="1"/>
          </p:cNvSpPr>
          <p:nvPr>
            <p:ph type="dt" sz="half" idx="10"/>
          </p:nvPr>
        </p:nvSpPr>
        <p:spPr/>
        <p:txBody>
          <a:bodyPr/>
          <a:lstStyle/>
          <a:p>
            <a:fld id="{F0B6B78F-6B37-483B-892E-1E95811A8FD0}"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F09F643E-6FCC-4B5A-96C4-4BECF0418DD6}" type="slidenum">
              <a:rPr kumimoji="1" lang="ja-JP" altLang="en-US" smtClean="0"/>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endParaRPr kumimoji="1" lang="ja-JP" altLang="en-US"/>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endParaRPr kumimoji="1" lang="ja-JP" altLang="en-US"/>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7" name="日付プレースホルダー 6"/>
          <p:cNvSpPr>
            <a:spLocks noGrp="1"/>
          </p:cNvSpPr>
          <p:nvPr>
            <p:ph type="dt" sz="half" idx="10"/>
          </p:nvPr>
        </p:nvSpPr>
        <p:spPr/>
        <p:txBody>
          <a:bodyPr/>
          <a:lstStyle/>
          <a:p>
            <a:fld id="{F0B6B78F-6B37-483B-892E-1E95811A8FD0}" type="datetimeFigureOut">
              <a:rPr kumimoji="1" lang="ja-JP" altLang="en-US" smtClean="0"/>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F09F643E-6FCC-4B5A-96C4-4BECF0418DD6}" type="slidenum">
              <a:rPr kumimoji="1" lang="ja-JP" altLang="en-US" smtClean="0"/>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F0B6B78F-6B37-483B-892E-1E95811A8FD0}" type="datetimeFigureOut">
              <a:rPr kumimoji="1" lang="ja-JP" altLang="en-US" smtClean="0"/>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F09F643E-6FCC-4B5A-96C4-4BECF0418DD6}" type="slidenum">
              <a:rPr kumimoji="1" lang="ja-JP" altLang="en-US" smtClean="0"/>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F0B6B78F-6B37-483B-892E-1E95811A8FD0}" type="datetimeFigureOut">
              <a:rPr kumimoji="1" lang="ja-JP" altLang="en-US" smtClean="0"/>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F09F643E-6FCC-4B5A-96C4-4BECF0418DD6}" type="slidenum">
              <a:rPr kumimoji="1" lang="ja-JP" altLang="en-US" smtClean="0"/>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F0B6B78F-6B37-483B-892E-1E95811A8FD0}"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F09F643E-6FCC-4B5A-96C4-4BECF0418DD6}" type="slidenum">
              <a:rPr kumimoji="1" lang="ja-JP" altLang="en-US" smtClean="0"/>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F0B6B78F-6B37-483B-892E-1E95811A8FD0}"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F09F643E-6FCC-4B5A-96C4-4BECF0418DD6}" type="slidenum">
              <a:rPr kumimoji="1" lang="ja-JP" altLang="en-US" smtClean="0"/>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0B6B78F-6B37-483B-892E-1E95811A8FD0}"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09F643E-6FCC-4B5A-96C4-4BECF0418DD6}" type="slidenum">
              <a:rPr kumimoji="1" lang="ja-JP" altLang="en-US" smtClean="0"/>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0B6B78F-6B37-483B-892E-1E95811A8FD0}"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09F643E-6FCC-4B5A-96C4-4BECF0418DD6}" type="slidenum">
              <a:rPr kumimoji="1" lang="ja-JP" altLang="en-US" smtClean="0"/>
            </a:fld>
            <a:endParaRPr kumimoji="1" lang="ja-JP"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cstate="screen"/>
          <a:srcRect/>
          <a:stretch>
            <a:fillRect/>
          </a:stretch>
        </p:blipFill>
        <p:spPr>
          <a:xfrm>
            <a:off x="0" y="-16932"/>
            <a:ext cx="12192000" cy="6883399"/>
          </a:xfrm>
          <a:prstGeom prst="rect">
            <a:avLst/>
          </a:prstGeom>
          <a:effectLst/>
        </p:spPr>
      </p:pic>
      <p:sp>
        <p:nvSpPr>
          <p:cNvPr id="9" name="文本框 8"/>
          <p:cNvSpPr txBox="1"/>
          <p:nvPr userDrawn="1"/>
        </p:nvSpPr>
        <p:spPr>
          <a:xfrm>
            <a:off x="836421" y="6233666"/>
            <a:ext cx="3911069" cy="246221"/>
          </a:xfrm>
          <a:prstGeom prst="rect">
            <a:avLst/>
          </a:prstGeom>
          <a:noFill/>
        </p:spPr>
        <p:txBody>
          <a:bodyPr wrap="square" rtlCol="0">
            <a:spAutoFit/>
          </a:bodyPr>
          <a:lstStyle/>
          <a:p>
            <a:pPr>
              <a:buSzPct val="50000"/>
              <a:buFont typeface="Wingdings" panose="05000000000000000000" pitchFamily="2" charset="2"/>
              <a:buNone/>
            </a:pPr>
            <a:r>
              <a:rPr lang="en-US" altLang="zh-CN" sz="1000" dirty="0">
                <a:solidFill>
                  <a:srgbClr val="323232"/>
                </a:solidFill>
                <a:latin typeface="Verdana" panose="020B0604030504040204" charset="0"/>
              </a:rPr>
              <a:t>Copyright © 2020 </a:t>
            </a:r>
            <a:r>
              <a:rPr lang="en-US" altLang="zh-CN" sz="1000" dirty="0" err="1">
                <a:solidFill>
                  <a:srgbClr val="323232"/>
                </a:solidFill>
                <a:latin typeface="Verdana" panose="020B0604030504040204" charset="0"/>
              </a:rPr>
              <a:t>Neusoft</a:t>
            </a:r>
            <a:r>
              <a:rPr lang="en-US" altLang="zh-CN" sz="1000" dirty="0">
                <a:solidFill>
                  <a:srgbClr val="323232"/>
                </a:solidFill>
                <a:latin typeface="Verdana" panose="020B0604030504040204" charset="0"/>
              </a:rPr>
              <a:t> Corporation</a:t>
            </a:r>
            <a:endParaRPr lang="en-US" altLang="zh-CN" sz="1000" dirty="0">
              <a:solidFill>
                <a:srgbClr val="323232"/>
              </a:solidFill>
              <a:latin typeface="Verdana" panose="020B0604030504040204" charset="0"/>
            </a:endParaRPr>
          </a:p>
        </p:txBody>
      </p:sp>
      <p:sp>
        <p:nvSpPr>
          <p:cNvPr id="10" name="矩形 9"/>
          <p:cNvSpPr/>
          <p:nvPr userDrawn="1"/>
        </p:nvSpPr>
        <p:spPr>
          <a:xfrm>
            <a:off x="836421" y="6030540"/>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1" name="文本占位符 126"/>
          <p:cNvSpPr>
            <a:spLocks noGrp="1"/>
          </p:cNvSpPr>
          <p:nvPr>
            <p:ph type="body" sz="quarter" idx="19" hasCustomPrompt="1"/>
          </p:nvPr>
        </p:nvSpPr>
        <p:spPr>
          <a:xfrm>
            <a:off x="828000" y="2929497"/>
            <a:ext cx="8580438" cy="585866"/>
          </a:xfrm>
          <a:prstGeom prst="rect">
            <a:avLst/>
          </a:prstGeom>
          <a:noFill/>
        </p:spPr>
        <p:txBody>
          <a:bodyPr wrap="square" tIns="46800">
            <a:spAutoFit/>
          </a:bodyPr>
          <a:lstStyle>
            <a:lvl1pPr marL="0" indent="0">
              <a:lnSpc>
                <a:spcPct val="100000"/>
              </a:lnSpc>
              <a:spcBef>
                <a:spcPts val="0"/>
              </a:spcBef>
              <a:buNone/>
              <a:defRPr sz="1600">
                <a:solidFill>
                  <a:schemeClr val="bg1"/>
                </a:solidFill>
                <a:latin typeface="Verdana" panose="020B0604030504040204" charset="0"/>
                <a:ea typeface="Microsoft YaHei" panose="020B0503020204020204" pitchFamily="34" charset="-122"/>
                <a:cs typeface="Verdana" panose="020B0604030504040204" charset="0"/>
              </a:defRPr>
            </a:lvl1pPr>
          </a:lstStyle>
          <a:p>
            <a:pPr lvl="0"/>
            <a:r>
              <a:rPr lang="zh-CN" altLang="en-US" dirty="0"/>
              <a:t>演讲人                </a:t>
            </a:r>
            <a:endParaRPr lang="en-US" altLang="zh-CN" dirty="0"/>
          </a:p>
          <a:p>
            <a:pPr lvl="0"/>
            <a:r>
              <a:rPr lang="en-US" altLang="zh-CN" dirty="0"/>
              <a:t>16pt </a:t>
            </a:r>
            <a:r>
              <a:rPr lang="zh-CN" altLang="en-US" dirty="0"/>
              <a:t>微软雅黑</a:t>
            </a:r>
            <a:endParaRPr lang="zh-CN" altLang="en-US" dirty="0"/>
          </a:p>
        </p:txBody>
      </p:sp>
      <p:sp>
        <p:nvSpPr>
          <p:cNvPr id="12" name="文本占位符 5"/>
          <p:cNvSpPr>
            <a:spLocks noGrp="1"/>
          </p:cNvSpPr>
          <p:nvPr>
            <p:ph type="body" sz="quarter" idx="14" hasCustomPrompt="1"/>
          </p:nvPr>
        </p:nvSpPr>
        <p:spPr>
          <a:xfrm>
            <a:off x="828000" y="1188397"/>
            <a:ext cx="8580438" cy="1323439"/>
          </a:xfrm>
          <a:prstGeom prst="rect">
            <a:avLst/>
          </a:prstGeom>
          <a:noFill/>
          <a:effectLst>
            <a:outerShdw blurRad="50800" dist="38100" dir="2700000" algn="tl" rotWithShape="0">
              <a:prstClr val="black">
                <a:alpha val="40000"/>
              </a:prstClr>
            </a:outerShdw>
          </a:effectLst>
        </p:spPr>
        <p:txBody>
          <a:bodyPr wrap="square">
            <a:spAutoFit/>
          </a:bodyPr>
          <a:lstStyle>
            <a:lvl1pPr marL="0" indent="0">
              <a:lnSpc>
                <a:spcPct val="100000"/>
              </a:lnSpc>
              <a:spcBef>
                <a:spcPts val="0"/>
              </a:spcBef>
              <a:buNone/>
              <a:defRPr sz="4000" b="1" baseline="0">
                <a:solidFill>
                  <a:schemeClr val="bg1"/>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endParaRPr lang="en-US" altLang="zh-CN" dirty="0"/>
          </a:p>
          <a:p>
            <a:r>
              <a:rPr lang="en-US" altLang="zh-CN" dirty="0"/>
              <a:t>40pt </a:t>
            </a:r>
            <a:r>
              <a:rPr lang="zh-CN" altLang="en-US" dirty="0"/>
              <a:t>加粗</a:t>
            </a:r>
            <a:r>
              <a:rPr lang="en-US" altLang="zh-CN" dirty="0"/>
              <a:t> </a:t>
            </a:r>
            <a:endParaRPr lang="zh-CN" altLang="en-US" dirty="0"/>
          </a:p>
        </p:txBody>
      </p:sp>
      <p:sp>
        <p:nvSpPr>
          <p:cNvPr id="16" name="文本框 15"/>
          <p:cNvSpPr txBox="1"/>
          <p:nvPr userDrawn="1"/>
        </p:nvSpPr>
        <p:spPr>
          <a:xfrm>
            <a:off x="828000" y="6235582"/>
            <a:ext cx="3911069" cy="246221"/>
          </a:xfrm>
          <a:prstGeom prst="rect">
            <a:avLst/>
          </a:prstGeom>
          <a:noFill/>
        </p:spPr>
        <p:txBody>
          <a:bodyPr wrap="square" rtlCol="0">
            <a:spAutoFit/>
          </a:bodyPr>
          <a:lstStyle/>
          <a:p>
            <a:pPr>
              <a:buSzPct val="50000"/>
              <a:buFont typeface="Wingdings" panose="05000000000000000000" pitchFamily="2" charset="2"/>
              <a:buNone/>
            </a:pPr>
            <a:r>
              <a:rPr lang="en-US" altLang="zh-CN" sz="1000" dirty="0">
                <a:solidFill>
                  <a:prstClr val="white"/>
                </a:solidFill>
                <a:latin typeface="Verdana" panose="020B0604030504040204" charset="0"/>
              </a:rPr>
              <a:t>Copyright © 2022 </a:t>
            </a:r>
            <a:r>
              <a:rPr lang="en-US" altLang="zh-CN" sz="1000" dirty="0" err="1">
                <a:solidFill>
                  <a:prstClr val="white"/>
                </a:solidFill>
                <a:latin typeface="Verdana" panose="020B0604030504040204" charset="0"/>
              </a:rPr>
              <a:t>Neusoft</a:t>
            </a:r>
            <a:r>
              <a:rPr lang="en-US" altLang="zh-CN" sz="1000" dirty="0">
                <a:solidFill>
                  <a:prstClr val="white"/>
                </a:solidFill>
                <a:latin typeface="Verdana" panose="020B0604030504040204" charset="0"/>
              </a:rPr>
              <a:t> Corporation</a:t>
            </a:r>
            <a:endParaRPr lang="en-US" altLang="zh-CN" sz="1000" dirty="0">
              <a:solidFill>
                <a:prstClr val="white"/>
              </a:solidFill>
              <a:latin typeface="Verdana" panose="020B0604030504040204" charset="0"/>
            </a:endParaRPr>
          </a:p>
        </p:txBody>
      </p:sp>
      <p:sp>
        <p:nvSpPr>
          <p:cNvPr id="17" name="矩形 16"/>
          <p:cNvSpPr/>
          <p:nvPr userDrawn="1"/>
        </p:nvSpPr>
        <p:spPr>
          <a:xfrm>
            <a:off x="828000" y="6032456"/>
            <a:ext cx="1723549" cy="246221"/>
          </a:xfrm>
          <a:prstGeom prst="rect">
            <a:avLst/>
          </a:prstGeom>
        </p:spPr>
        <p:txBody>
          <a:bodyPr wrap="none">
            <a:spAutoFit/>
          </a:bodyPr>
          <a:lstStyle/>
          <a:p>
            <a:r>
              <a:rPr lang="zh-CN" altLang="zh-CN" sz="10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prstClr val="white"/>
              </a:solidFill>
              <a:latin typeface="Microsoft YaHei" panose="020B0503020204020204" pitchFamily="34" charset="-122"/>
              <a:ea typeface="Microsoft YaHei" panose="020B0503020204020204" pitchFamily="34" charset="-122"/>
            </a:endParaRPr>
          </a:p>
        </p:txBody>
      </p:sp>
      <p:pic>
        <p:nvPicPr>
          <p:cNvPr id="18" name="图片 17"/>
          <p:cNvPicPr>
            <a:picLocks noChangeAspect="1"/>
          </p:cNvPicPr>
          <p:nvPr userDrawn="1"/>
        </p:nvPicPr>
        <p:blipFill>
          <a:blip r:embed="rId3" cstate="screen"/>
          <a:stretch>
            <a:fillRect/>
          </a:stretch>
        </p:blipFill>
        <p:spPr>
          <a:xfrm>
            <a:off x="10113729" y="560625"/>
            <a:ext cx="1455772" cy="792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页">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占位符 11"/>
          <p:cNvSpPr>
            <a:spLocks noGrp="1"/>
          </p:cNvSpPr>
          <p:nvPr>
            <p:ph type="body" sz="quarter" idx="15" hasCustomPrompt="1"/>
          </p:nvPr>
        </p:nvSpPr>
        <p:spPr>
          <a:xfrm>
            <a:off x="648000" y="1764000"/>
            <a:ext cx="10210271"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2"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3"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正文页">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占位符 11"/>
          <p:cNvSpPr>
            <a:spLocks noGrp="1"/>
          </p:cNvSpPr>
          <p:nvPr>
            <p:ph type="body" sz="quarter" idx="15" hasCustomPrompt="1"/>
          </p:nvPr>
        </p:nvSpPr>
        <p:spPr>
          <a:xfrm>
            <a:off x="648000" y="1764000"/>
            <a:ext cx="10210271"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pPr lvl="0"/>
            <a:r>
              <a:rPr lang="zh-CN" altLang="en-US" dirty="0"/>
              <a:t>单击此处添加正文</a:t>
            </a:r>
            <a:endParaRPr lang="en-US" altLang="zh-CN" dirty="0"/>
          </a:p>
          <a:p>
            <a:pPr lvl="0"/>
            <a:endParaRPr lang="en-US" altLang="zh-CN" dirty="0"/>
          </a:p>
        </p:txBody>
      </p:sp>
      <p:sp>
        <p:nvSpPr>
          <p:cNvPr id="12"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3"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2" name="矩形 1"/>
          <p:cNvSpPr/>
          <p:nvPr userDrawn="1"/>
        </p:nvSpPr>
        <p:spPr>
          <a:xfrm>
            <a:off x="11722100" y="6451265"/>
            <a:ext cx="351378" cy="261610"/>
          </a:xfrm>
          <a:prstGeom prst="rect">
            <a:avLst/>
          </a:prstGeom>
        </p:spPr>
        <p:txBody>
          <a:bodyPr wrap="none">
            <a:spAutoFit/>
          </a:bodyPr>
          <a:lstStyle/>
          <a:p>
            <a:pPr lvl="0"/>
            <a:fld id="{44C2AFAB-CBD9-4DD3-8D3E-C2BD2E2F7351}" type="slidenum">
              <a:rPr lang="en-US" altLang="zh-CN" sz="1100" smtClean="0"/>
            </a:fld>
            <a:endParaRPr lang="en-US" altLang="zh-CN" sz="110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分隔页">
    <p:spTree>
      <p:nvGrpSpPr>
        <p:cNvPr id="1" name=""/>
        <p:cNvGrpSpPr/>
        <p:nvPr/>
      </p:nvGrpSpPr>
      <p:grpSpPr>
        <a:xfrm>
          <a:off x="0" y="0"/>
          <a:ext cx="0" cy="0"/>
          <a:chOff x="0" y="0"/>
          <a:chExt cx="0" cy="0"/>
        </a:xfrm>
      </p:grpSpPr>
      <p:sp>
        <p:nvSpPr>
          <p:cNvPr id="3" name="文本占位符 9"/>
          <p:cNvSpPr>
            <a:spLocks noGrp="1"/>
          </p:cNvSpPr>
          <p:nvPr>
            <p:ph type="body" sz="quarter" idx="10" hasCustomPrompt="1"/>
          </p:nvPr>
        </p:nvSpPr>
        <p:spPr>
          <a:xfrm>
            <a:off x="2972329" y="2789784"/>
            <a:ext cx="8305271" cy="1278432"/>
          </a:xfrm>
          <a:prstGeom prst="rect">
            <a:avLst/>
          </a:prstGeom>
        </p:spPr>
        <p:txBody>
          <a:bodyPr anchor="ctr">
            <a:normAutofit/>
          </a:bodyPr>
          <a:lstStyle>
            <a:lvl1pPr marL="0" indent="0">
              <a:lnSpc>
                <a:spcPct val="100000"/>
              </a:lnSpc>
              <a:spcBef>
                <a:spcPts val="0"/>
              </a:spcBef>
              <a:buNone/>
              <a:defRPr sz="3600" b="1">
                <a:solidFill>
                  <a:srgbClr val="005BAC"/>
                </a:solidFill>
                <a:latin typeface="Verdana" panose="020B0604030504040204" charset="0"/>
                <a:ea typeface="Microsoft YaHei" panose="020B0503020204020204" pitchFamily="34" charset="-122"/>
                <a:cs typeface="Verdana" panose="020B0604030504040204" charset="0"/>
              </a:defRPr>
            </a:lvl1pPr>
          </a:lstStyle>
          <a:p>
            <a:r>
              <a:rPr lang="zh-CN" altLang="en-US" dirty="0"/>
              <a:t>分隔页：</a:t>
            </a:r>
            <a:endParaRPr lang="en-US" altLang="zh-CN" dirty="0"/>
          </a:p>
          <a:p>
            <a:r>
              <a:rPr lang="zh-CN" altLang="en-US" dirty="0"/>
              <a:t>微软雅黑 </a:t>
            </a:r>
            <a:r>
              <a:rPr lang="en-US" altLang="zh-CN" dirty="0"/>
              <a:t>Verdana 36pt </a:t>
            </a:r>
            <a:r>
              <a:rPr lang="zh-CN" altLang="en-US" dirty="0"/>
              <a:t>加粗</a:t>
            </a:r>
            <a:endParaRPr lang="zh-CN" altLang="en-US" dirty="0"/>
          </a:p>
        </p:txBody>
      </p:sp>
      <p:grpSp>
        <p:nvGrpSpPr>
          <p:cNvPr id="4" name="组合 3"/>
          <p:cNvGrpSpPr/>
          <p:nvPr userDrawn="1"/>
        </p:nvGrpSpPr>
        <p:grpSpPr>
          <a:xfrm flipH="1">
            <a:off x="795943" y="1830878"/>
            <a:ext cx="1571106" cy="3196245"/>
            <a:chOff x="795943" y="1234670"/>
            <a:chExt cx="1571106" cy="3196245"/>
          </a:xfrm>
        </p:grpSpPr>
        <p:sp>
          <p:nvSpPr>
            <p:cNvPr id="5" name="单圆角矩形 4"/>
            <p:cNvSpPr/>
            <p:nvPr userDrawn="1"/>
          </p:nvSpPr>
          <p:spPr>
            <a:xfrm flipH="1">
              <a:off x="795943" y="1234670"/>
              <a:ext cx="1571106" cy="1571106"/>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单圆角矩形 5"/>
            <p:cNvSpPr/>
            <p:nvPr userDrawn="1"/>
          </p:nvSpPr>
          <p:spPr>
            <a:xfrm flipH="1" flipV="1">
              <a:off x="795943" y="2859809"/>
              <a:ext cx="1571106" cy="1571106"/>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内容与标题">
    <p:spTree>
      <p:nvGrpSpPr>
        <p:cNvPr id="1" name=""/>
        <p:cNvGrpSpPr/>
        <p:nvPr/>
      </p:nvGrpSpPr>
      <p:grpSpPr>
        <a:xfrm>
          <a:off x="0" y="0"/>
          <a:ext cx="0" cy="0"/>
          <a:chOff x="0" y="0"/>
          <a:chExt cx="0" cy="0"/>
        </a:xfrm>
      </p:grpSpPr>
      <p:pic>
        <p:nvPicPr>
          <p:cNvPr id="31" name="图片 30"/>
          <p:cNvPicPr>
            <a:picLocks noChangeAspect="1"/>
          </p:cNvPicPr>
          <p:nvPr userDrawn="1"/>
        </p:nvPicPr>
        <p:blipFill>
          <a:blip r:embed="rId2" cstate="screen"/>
          <a:stretch>
            <a:fillRect/>
          </a:stretch>
        </p:blipFill>
        <p:spPr>
          <a:xfrm>
            <a:off x="5455359" y="5760000"/>
            <a:ext cx="1281283" cy="416723"/>
          </a:xfrm>
          <a:prstGeom prst="rect">
            <a:avLst/>
          </a:prstGeom>
        </p:spPr>
      </p:pic>
      <p:grpSp>
        <p:nvGrpSpPr>
          <p:cNvPr id="32" name="组合 31"/>
          <p:cNvGrpSpPr/>
          <p:nvPr userDrawn="1"/>
        </p:nvGrpSpPr>
        <p:grpSpPr>
          <a:xfrm>
            <a:off x="4319783" y="2239060"/>
            <a:ext cx="3552435" cy="1933444"/>
            <a:chOff x="-1906587" y="2205038"/>
            <a:chExt cx="3138488" cy="1708149"/>
          </a:xfrm>
          <a:solidFill>
            <a:srgbClr val="005BAC"/>
          </a:solidFill>
        </p:grpSpPr>
        <p:sp>
          <p:nvSpPr>
            <p:cNvPr id="33" name="Freeform 5"/>
            <p:cNvSpPr/>
            <p:nvPr/>
          </p:nvSpPr>
          <p:spPr bwMode="auto">
            <a:xfrm>
              <a:off x="-474662" y="2205038"/>
              <a:ext cx="1706563" cy="1708149"/>
            </a:xfrm>
            <a:custGeom>
              <a:avLst/>
              <a:gdLst>
                <a:gd name="T0" fmla="*/ 907 w 907"/>
                <a:gd name="T1" fmla="*/ 907 h 907"/>
                <a:gd name="T2" fmla="*/ 0 w 907"/>
                <a:gd name="T3" fmla="*/ 907 h 907"/>
                <a:gd name="T4" fmla="*/ 0 w 907"/>
                <a:gd name="T5" fmla="*/ 794 h 907"/>
                <a:gd name="T6" fmla="*/ 14 w 907"/>
                <a:gd name="T7" fmla="*/ 794 h 907"/>
                <a:gd name="T8" fmla="*/ 14 w 907"/>
                <a:gd name="T9" fmla="*/ 894 h 907"/>
                <a:gd name="T10" fmla="*/ 893 w 907"/>
                <a:gd name="T11" fmla="*/ 894 h 907"/>
                <a:gd name="T12" fmla="*/ 893 w 907"/>
                <a:gd name="T13" fmla="*/ 67 h 907"/>
                <a:gd name="T14" fmla="*/ 840 w 907"/>
                <a:gd name="T15" fmla="*/ 14 h 907"/>
                <a:gd name="T16" fmla="*/ 14 w 907"/>
                <a:gd name="T17" fmla="*/ 14 h 907"/>
                <a:gd name="T18" fmla="*/ 14 w 907"/>
                <a:gd name="T19" fmla="*/ 114 h 907"/>
                <a:gd name="T20" fmla="*/ 0 w 907"/>
                <a:gd name="T21" fmla="*/ 114 h 907"/>
                <a:gd name="T22" fmla="*/ 0 w 907"/>
                <a:gd name="T23" fmla="*/ 0 h 907"/>
                <a:gd name="T24" fmla="*/ 840 w 907"/>
                <a:gd name="T25" fmla="*/ 0 h 907"/>
                <a:gd name="T26" fmla="*/ 907 w 907"/>
                <a:gd name="T27" fmla="*/ 67 h 907"/>
                <a:gd name="T28" fmla="*/ 907 w 907"/>
                <a:gd name="T29" fmla="*/ 907 h 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07" h="907">
                  <a:moveTo>
                    <a:pt x="907" y="907"/>
                  </a:moveTo>
                  <a:cubicBezTo>
                    <a:pt x="0" y="907"/>
                    <a:pt x="0" y="907"/>
                    <a:pt x="0" y="907"/>
                  </a:cubicBezTo>
                  <a:cubicBezTo>
                    <a:pt x="0" y="794"/>
                    <a:pt x="0" y="794"/>
                    <a:pt x="0" y="794"/>
                  </a:cubicBezTo>
                  <a:cubicBezTo>
                    <a:pt x="14" y="794"/>
                    <a:pt x="14" y="794"/>
                    <a:pt x="14" y="794"/>
                  </a:cubicBezTo>
                  <a:cubicBezTo>
                    <a:pt x="14" y="894"/>
                    <a:pt x="14" y="894"/>
                    <a:pt x="14" y="894"/>
                  </a:cubicBezTo>
                  <a:cubicBezTo>
                    <a:pt x="893" y="894"/>
                    <a:pt x="893" y="894"/>
                    <a:pt x="893" y="894"/>
                  </a:cubicBezTo>
                  <a:cubicBezTo>
                    <a:pt x="893" y="67"/>
                    <a:pt x="893" y="67"/>
                    <a:pt x="893" y="67"/>
                  </a:cubicBezTo>
                  <a:cubicBezTo>
                    <a:pt x="893" y="38"/>
                    <a:pt x="869" y="14"/>
                    <a:pt x="840" y="14"/>
                  </a:cubicBezTo>
                  <a:cubicBezTo>
                    <a:pt x="14" y="14"/>
                    <a:pt x="14" y="14"/>
                    <a:pt x="14" y="14"/>
                  </a:cubicBezTo>
                  <a:cubicBezTo>
                    <a:pt x="14" y="114"/>
                    <a:pt x="14" y="114"/>
                    <a:pt x="14" y="114"/>
                  </a:cubicBezTo>
                  <a:cubicBezTo>
                    <a:pt x="0" y="114"/>
                    <a:pt x="0" y="114"/>
                    <a:pt x="0" y="114"/>
                  </a:cubicBezTo>
                  <a:cubicBezTo>
                    <a:pt x="0" y="0"/>
                    <a:pt x="0" y="0"/>
                    <a:pt x="0" y="0"/>
                  </a:cubicBezTo>
                  <a:cubicBezTo>
                    <a:pt x="840" y="0"/>
                    <a:pt x="840" y="0"/>
                    <a:pt x="840" y="0"/>
                  </a:cubicBezTo>
                  <a:cubicBezTo>
                    <a:pt x="877" y="0"/>
                    <a:pt x="907" y="30"/>
                    <a:pt x="907" y="67"/>
                  </a:cubicBezTo>
                  <a:lnTo>
                    <a:pt x="907" y="9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6"/>
            <p:cNvSpPr/>
            <p:nvPr/>
          </p:nvSpPr>
          <p:spPr bwMode="auto">
            <a:xfrm>
              <a:off x="-1604962" y="3225800"/>
              <a:ext cx="133350" cy="193675"/>
            </a:xfrm>
            <a:custGeom>
              <a:avLst/>
              <a:gdLst>
                <a:gd name="T0" fmla="*/ 69 w 71"/>
                <a:gd name="T1" fmla="*/ 11 h 103"/>
                <a:gd name="T2" fmla="*/ 42 w 71"/>
                <a:gd name="T3" fmla="*/ 11 h 103"/>
                <a:gd name="T4" fmla="*/ 42 w 71"/>
                <a:gd name="T5" fmla="*/ 100 h 103"/>
                <a:gd name="T6" fmla="*/ 39 w 71"/>
                <a:gd name="T7" fmla="*/ 103 h 103"/>
                <a:gd name="T8" fmla="*/ 32 w 71"/>
                <a:gd name="T9" fmla="*/ 103 h 103"/>
                <a:gd name="T10" fmla="*/ 29 w 71"/>
                <a:gd name="T11" fmla="*/ 100 h 103"/>
                <a:gd name="T12" fmla="*/ 29 w 71"/>
                <a:gd name="T13" fmla="*/ 11 h 103"/>
                <a:gd name="T14" fmla="*/ 2 w 71"/>
                <a:gd name="T15" fmla="*/ 11 h 103"/>
                <a:gd name="T16" fmla="*/ 0 w 71"/>
                <a:gd name="T17" fmla="*/ 9 h 103"/>
                <a:gd name="T18" fmla="*/ 0 w 71"/>
                <a:gd name="T19" fmla="*/ 2 h 103"/>
                <a:gd name="T20" fmla="*/ 2 w 71"/>
                <a:gd name="T21" fmla="*/ 0 h 103"/>
                <a:gd name="T22" fmla="*/ 69 w 71"/>
                <a:gd name="T23" fmla="*/ 0 h 103"/>
                <a:gd name="T24" fmla="*/ 71 w 71"/>
                <a:gd name="T25" fmla="*/ 2 h 103"/>
                <a:gd name="T26" fmla="*/ 71 w 71"/>
                <a:gd name="T27" fmla="*/ 9 h 103"/>
                <a:gd name="T28" fmla="*/ 69 w 71"/>
                <a:gd name="T29" fmla="*/ 1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 h="103">
                  <a:moveTo>
                    <a:pt x="69" y="11"/>
                  </a:moveTo>
                  <a:cubicBezTo>
                    <a:pt x="42" y="11"/>
                    <a:pt x="42" y="11"/>
                    <a:pt x="42" y="11"/>
                  </a:cubicBezTo>
                  <a:cubicBezTo>
                    <a:pt x="42" y="100"/>
                    <a:pt x="42" y="100"/>
                    <a:pt x="42" y="100"/>
                  </a:cubicBezTo>
                  <a:cubicBezTo>
                    <a:pt x="42" y="101"/>
                    <a:pt x="41" y="103"/>
                    <a:pt x="39" y="103"/>
                  </a:cubicBezTo>
                  <a:cubicBezTo>
                    <a:pt x="32" y="103"/>
                    <a:pt x="32" y="103"/>
                    <a:pt x="32" y="103"/>
                  </a:cubicBezTo>
                  <a:cubicBezTo>
                    <a:pt x="30" y="103"/>
                    <a:pt x="29" y="101"/>
                    <a:pt x="29" y="100"/>
                  </a:cubicBezTo>
                  <a:cubicBezTo>
                    <a:pt x="29" y="11"/>
                    <a:pt x="29" y="11"/>
                    <a:pt x="29" y="11"/>
                  </a:cubicBezTo>
                  <a:cubicBezTo>
                    <a:pt x="2" y="11"/>
                    <a:pt x="2" y="11"/>
                    <a:pt x="2" y="11"/>
                  </a:cubicBezTo>
                  <a:cubicBezTo>
                    <a:pt x="1" y="11"/>
                    <a:pt x="0" y="10"/>
                    <a:pt x="0" y="9"/>
                  </a:cubicBezTo>
                  <a:cubicBezTo>
                    <a:pt x="0" y="2"/>
                    <a:pt x="0" y="2"/>
                    <a:pt x="0" y="2"/>
                  </a:cubicBezTo>
                  <a:cubicBezTo>
                    <a:pt x="0" y="1"/>
                    <a:pt x="1" y="0"/>
                    <a:pt x="2" y="0"/>
                  </a:cubicBezTo>
                  <a:cubicBezTo>
                    <a:pt x="69" y="0"/>
                    <a:pt x="69" y="0"/>
                    <a:pt x="69" y="0"/>
                  </a:cubicBezTo>
                  <a:cubicBezTo>
                    <a:pt x="70" y="0"/>
                    <a:pt x="71" y="1"/>
                    <a:pt x="71" y="2"/>
                  </a:cubicBezTo>
                  <a:cubicBezTo>
                    <a:pt x="71" y="9"/>
                    <a:pt x="71" y="9"/>
                    <a:pt x="71" y="9"/>
                  </a:cubicBezTo>
                  <a:cubicBezTo>
                    <a:pt x="71" y="10"/>
                    <a:pt x="70" y="11"/>
                    <a:pt x="6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7"/>
            <p:cNvSpPr/>
            <p:nvPr/>
          </p:nvSpPr>
          <p:spPr bwMode="auto">
            <a:xfrm>
              <a:off x="-1443037" y="3224213"/>
              <a:ext cx="109538" cy="195262"/>
            </a:xfrm>
            <a:custGeom>
              <a:avLst/>
              <a:gdLst>
                <a:gd name="T0" fmla="*/ 55 w 58"/>
                <a:gd name="T1" fmla="*/ 104 h 104"/>
                <a:gd name="T2" fmla="*/ 48 w 58"/>
                <a:gd name="T3" fmla="*/ 104 h 104"/>
                <a:gd name="T4" fmla="*/ 46 w 58"/>
                <a:gd name="T5" fmla="*/ 101 h 104"/>
                <a:gd name="T6" fmla="*/ 46 w 58"/>
                <a:gd name="T7" fmla="*/ 55 h 104"/>
                <a:gd name="T8" fmla="*/ 31 w 58"/>
                <a:gd name="T9" fmla="*/ 37 h 104"/>
                <a:gd name="T10" fmla="*/ 12 w 58"/>
                <a:gd name="T11" fmla="*/ 41 h 104"/>
                <a:gd name="T12" fmla="*/ 12 w 58"/>
                <a:gd name="T13" fmla="*/ 101 h 104"/>
                <a:gd name="T14" fmla="*/ 9 w 58"/>
                <a:gd name="T15" fmla="*/ 104 h 104"/>
                <a:gd name="T16" fmla="*/ 2 w 58"/>
                <a:gd name="T17" fmla="*/ 104 h 104"/>
                <a:gd name="T18" fmla="*/ 0 w 58"/>
                <a:gd name="T19" fmla="*/ 101 h 104"/>
                <a:gd name="T20" fmla="*/ 0 w 58"/>
                <a:gd name="T21" fmla="*/ 2 h 104"/>
                <a:gd name="T22" fmla="*/ 2 w 58"/>
                <a:gd name="T23" fmla="*/ 0 h 104"/>
                <a:gd name="T24" fmla="*/ 9 w 58"/>
                <a:gd name="T25" fmla="*/ 0 h 104"/>
                <a:gd name="T26" fmla="*/ 12 w 58"/>
                <a:gd name="T27" fmla="*/ 2 h 104"/>
                <a:gd name="T28" fmla="*/ 12 w 58"/>
                <a:gd name="T29" fmla="*/ 31 h 104"/>
                <a:gd name="T30" fmla="*/ 33 w 58"/>
                <a:gd name="T31" fmla="*/ 27 h 104"/>
                <a:gd name="T32" fmla="*/ 58 w 58"/>
                <a:gd name="T33" fmla="*/ 55 h 104"/>
                <a:gd name="T34" fmla="*/ 58 w 58"/>
                <a:gd name="T35" fmla="*/ 101 h 104"/>
                <a:gd name="T36" fmla="*/ 55 w 58"/>
                <a:gd name="T37"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104">
                  <a:moveTo>
                    <a:pt x="55" y="104"/>
                  </a:moveTo>
                  <a:cubicBezTo>
                    <a:pt x="48" y="104"/>
                    <a:pt x="48" y="104"/>
                    <a:pt x="48" y="104"/>
                  </a:cubicBezTo>
                  <a:cubicBezTo>
                    <a:pt x="47" y="104"/>
                    <a:pt x="46" y="102"/>
                    <a:pt x="46" y="101"/>
                  </a:cubicBezTo>
                  <a:cubicBezTo>
                    <a:pt x="46" y="55"/>
                    <a:pt x="46" y="55"/>
                    <a:pt x="46" y="55"/>
                  </a:cubicBezTo>
                  <a:cubicBezTo>
                    <a:pt x="46" y="42"/>
                    <a:pt x="40" y="37"/>
                    <a:pt x="31" y="37"/>
                  </a:cubicBezTo>
                  <a:cubicBezTo>
                    <a:pt x="27" y="37"/>
                    <a:pt x="18" y="38"/>
                    <a:pt x="12" y="41"/>
                  </a:cubicBezTo>
                  <a:cubicBezTo>
                    <a:pt x="12" y="101"/>
                    <a:pt x="12" y="101"/>
                    <a:pt x="12" y="101"/>
                  </a:cubicBezTo>
                  <a:cubicBezTo>
                    <a:pt x="12" y="102"/>
                    <a:pt x="11" y="104"/>
                    <a:pt x="9" y="104"/>
                  </a:cubicBezTo>
                  <a:cubicBezTo>
                    <a:pt x="2" y="104"/>
                    <a:pt x="2" y="104"/>
                    <a:pt x="2" y="104"/>
                  </a:cubicBezTo>
                  <a:cubicBezTo>
                    <a:pt x="1" y="104"/>
                    <a:pt x="0" y="102"/>
                    <a:pt x="0" y="101"/>
                  </a:cubicBezTo>
                  <a:cubicBezTo>
                    <a:pt x="0" y="2"/>
                    <a:pt x="0" y="2"/>
                    <a:pt x="0" y="2"/>
                  </a:cubicBezTo>
                  <a:cubicBezTo>
                    <a:pt x="0" y="1"/>
                    <a:pt x="1" y="0"/>
                    <a:pt x="2" y="0"/>
                  </a:cubicBezTo>
                  <a:cubicBezTo>
                    <a:pt x="9" y="0"/>
                    <a:pt x="9" y="0"/>
                    <a:pt x="9" y="0"/>
                  </a:cubicBezTo>
                  <a:cubicBezTo>
                    <a:pt x="11" y="0"/>
                    <a:pt x="12" y="1"/>
                    <a:pt x="12" y="2"/>
                  </a:cubicBezTo>
                  <a:cubicBezTo>
                    <a:pt x="12" y="31"/>
                    <a:pt x="12" y="31"/>
                    <a:pt x="12" y="31"/>
                  </a:cubicBezTo>
                  <a:cubicBezTo>
                    <a:pt x="18" y="28"/>
                    <a:pt x="27" y="27"/>
                    <a:pt x="33" y="27"/>
                  </a:cubicBezTo>
                  <a:cubicBezTo>
                    <a:pt x="48" y="27"/>
                    <a:pt x="58" y="35"/>
                    <a:pt x="58" y="55"/>
                  </a:cubicBezTo>
                  <a:cubicBezTo>
                    <a:pt x="58" y="101"/>
                    <a:pt x="58" y="101"/>
                    <a:pt x="58" y="101"/>
                  </a:cubicBezTo>
                  <a:cubicBezTo>
                    <a:pt x="58" y="102"/>
                    <a:pt x="57" y="104"/>
                    <a:pt x="55"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8"/>
            <p:cNvSpPr>
              <a:spLocks noEditPoints="1"/>
            </p:cNvSpPr>
            <p:nvPr/>
          </p:nvSpPr>
          <p:spPr bwMode="auto">
            <a:xfrm>
              <a:off x="-1304925" y="3275013"/>
              <a:ext cx="115888" cy="147637"/>
            </a:xfrm>
            <a:custGeom>
              <a:avLst/>
              <a:gdLst>
                <a:gd name="T0" fmla="*/ 59 w 61"/>
                <a:gd name="T1" fmla="*/ 42 h 78"/>
                <a:gd name="T2" fmla="*/ 12 w 61"/>
                <a:gd name="T3" fmla="*/ 42 h 78"/>
                <a:gd name="T4" fmla="*/ 12 w 61"/>
                <a:gd name="T5" fmla="*/ 44 h 78"/>
                <a:gd name="T6" fmla="*/ 32 w 61"/>
                <a:gd name="T7" fmla="*/ 67 h 78"/>
                <a:gd name="T8" fmla="*/ 56 w 61"/>
                <a:gd name="T9" fmla="*/ 65 h 78"/>
                <a:gd name="T10" fmla="*/ 57 w 61"/>
                <a:gd name="T11" fmla="*/ 65 h 78"/>
                <a:gd name="T12" fmla="*/ 59 w 61"/>
                <a:gd name="T13" fmla="*/ 67 h 78"/>
                <a:gd name="T14" fmla="*/ 59 w 61"/>
                <a:gd name="T15" fmla="*/ 72 h 78"/>
                <a:gd name="T16" fmla="*/ 56 w 61"/>
                <a:gd name="T17" fmla="*/ 75 h 78"/>
                <a:gd name="T18" fmla="*/ 32 w 61"/>
                <a:gd name="T19" fmla="*/ 78 h 78"/>
                <a:gd name="T20" fmla="*/ 0 w 61"/>
                <a:gd name="T21" fmla="*/ 44 h 78"/>
                <a:gd name="T22" fmla="*/ 0 w 61"/>
                <a:gd name="T23" fmla="*/ 32 h 78"/>
                <a:gd name="T24" fmla="*/ 31 w 61"/>
                <a:gd name="T25" fmla="*/ 0 h 78"/>
                <a:gd name="T26" fmla="*/ 61 w 61"/>
                <a:gd name="T27" fmla="*/ 32 h 78"/>
                <a:gd name="T28" fmla="*/ 61 w 61"/>
                <a:gd name="T29" fmla="*/ 39 h 78"/>
                <a:gd name="T30" fmla="*/ 59 w 61"/>
                <a:gd name="T31" fmla="*/ 42 h 78"/>
                <a:gd name="T32" fmla="*/ 49 w 61"/>
                <a:gd name="T33" fmla="*/ 32 h 78"/>
                <a:gd name="T34" fmla="*/ 31 w 61"/>
                <a:gd name="T35" fmla="*/ 10 h 78"/>
                <a:gd name="T36" fmla="*/ 12 w 61"/>
                <a:gd name="T37" fmla="*/ 32 h 78"/>
                <a:gd name="T38" fmla="*/ 12 w 61"/>
                <a:gd name="T39" fmla="*/ 33 h 78"/>
                <a:gd name="T40" fmla="*/ 49 w 61"/>
                <a:gd name="T41" fmla="*/ 33 h 78"/>
                <a:gd name="T42" fmla="*/ 49 w 61"/>
                <a:gd name="T43" fmla="*/ 3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 h="78">
                  <a:moveTo>
                    <a:pt x="59" y="42"/>
                  </a:moveTo>
                  <a:cubicBezTo>
                    <a:pt x="12" y="42"/>
                    <a:pt x="12" y="42"/>
                    <a:pt x="12" y="42"/>
                  </a:cubicBezTo>
                  <a:cubicBezTo>
                    <a:pt x="12" y="44"/>
                    <a:pt x="12" y="44"/>
                    <a:pt x="12" y="44"/>
                  </a:cubicBezTo>
                  <a:cubicBezTo>
                    <a:pt x="12" y="61"/>
                    <a:pt x="19" y="67"/>
                    <a:pt x="32" y="67"/>
                  </a:cubicBezTo>
                  <a:cubicBezTo>
                    <a:pt x="40" y="67"/>
                    <a:pt x="50" y="66"/>
                    <a:pt x="56" y="65"/>
                  </a:cubicBezTo>
                  <a:cubicBezTo>
                    <a:pt x="56" y="65"/>
                    <a:pt x="57" y="65"/>
                    <a:pt x="57" y="65"/>
                  </a:cubicBezTo>
                  <a:cubicBezTo>
                    <a:pt x="58" y="65"/>
                    <a:pt x="59" y="66"/>
                    <a:pt x="59" y="67"/>
                  </a:cubicBezTo>
                  <a:cubicBezTo>
                    <a:pt x="59" y="72"/>
                    <a:pt x="59" y="72"/>
                    <a:pt x="59" y="72"/>
                  </a:cubicBezTo>
                  <a:cubicBezTo>
                    <a:pt x="59" y="74"/>
                    <a:pt x="58" y="75"/>
                    <a:pt x="56" y="75"/>
                  </a:cubicBezTo>
                  <a:cubicBezTo>
                    <a:pt x="48" y="77"/>
                    <a:pt x="41" y="78"/>
                    <a:pt x="32" y="78"/>
                  </a:cubicBezTo>
                  <a:cubicBezTo>
                    <a:pt x="16" y="78"/>
                    <a:pt x="0" y="70"/>
                    <a:pt x="0" y="44"/>
                  </a:cubicBezTo>
                  <a:cubicBezTo>
                    <a:pt x="0" y="32"/>
                    <a:pt x="0" y="32"/>
                    <a:pt x="0" y="32"/>
                  </a:cubicBezTo>
                  <a:cubicBezTo>
                    <a:pt x="0" y="12"/>
                    <a:pt x="11" y="0"/>
                    <a:pt x="31" y="0"/>
                  </a:cubicBezTo>
                  <a:cubicBezTo>
                    <a:pt x="51" y="0"/>
                    <a:pt x="61" y="12"/>
                    <a:pt x="61" y="32"/>
                  </a:cubicBezTo>
                  <a:cubicBezTo>
                    <a:pt x="61" y="39"/>
                    <a:pt x="61" y="39"/>
                    <a:pt x="61" y="39"/>
                  </a:cubicBezTo>
                  <a:cubicBezTo>
                    <a:pt x="61" y="41"/>
                    <a:pt x="60" y="42"/>
                    <a:pt x="59" y="42"/>
                  </a:cubicBezTo>
                  <a:close/>
                  <a:moveTo>
                    <a:pt x="49" y="32"/>
                  </a:moveTo>
                  <a:cubicBezTo>
                    <a:pt x="49" y="16"/>
                    <a:pt x="43" y="10"/>
                    <a:pt x="31" y="10"/>
                  </a:cubicBezTo>
                  <a:cubicBezTo>
                    <a:pt x="19" y="10"/>
                    <a:pt x="12" y="17"/>
                    <a:pt x="12" y="32"/>
                  </a:cubicBezTo>
                  <a:cubicBezTo>
                    <a:pt x="12" y="33"/>
                    <a:pt x="12" y="33"/>
                    <a:pt x="12" y="33"/>
                  </a:cubicBezTo>
                  <a:cubicBezTo>
                    <a:pt x="49" y="33"/>
                    <a:pt x="49" y="33"/>
                    <a:pt x="49" y="33"/>
                  </a:cubicBezTo>
                  <a:lnTo>
                    <a:pt x="49"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9"/>
            <p:cNvSpPr/>
            <p:nvPr/>
          </p:nvSpPr>
          <p:spPr bwMode="auto">
            <a:xfrm>
              <a:off x="-1092200" y="3225800"/>
              <a:ext cx="158750" cy="193675"/>
            </a:xfrm>
            <a:custGeom>
              <a:avLst/>
              <a:gdLst>
                <a:gd name="T0" fmla="*/ 81 w 84"/>
                <a:gd name="T1" fmla="*/ 103 h 103"/>
                <a:gd name="T2" fmla="*/ 75 w 84"/>
                <a:gd name="T3" fmla="*/ 103 h 103"/>
                <a:gd name="T4" fmla="*/ 72 w 84"/>
                <a:gd name="T5" fmla="*/ 100 h 103"/>
                <a:gd name="T6" fmla="*/ 72 w 84"/>
                <a:gd name="T7" fmla="*/ 18 h 103"/>
                <a:gd name="T8" fmla="*/ 72 w 84"/>
                <a:gd name="T9" fmla="*/ 17 h 103"/>
                <a:gd name="T10" fmla="*/ 71 w 84"/>
                <a:gd name="T11" fmla="*/ 18 h 103"/>
                <a:gd name="T12" fmla="*/ 52 w 84"/>
                <a:gd name="T13" fmla="*/ 59 h 103"/>
                <a:gd name="T14" fmla="*/ 45 w 84"/>
                <a:gd name="T15" fmla="*/ 63 h 103"/>
                <a:gd name="T16" fmla="*/ 39 w 84"/>
                <a:gd name="T17" fmla="*/ 63 h 103"/>
                <a:gd name="T18" fmla="*/ 33 w 84"/>
                <a:gd name="T19" fmla="*/ 59 h 103"/>
                <a:gd name="T20" fmla="*/ 13 w 84"/>
                <a:gd name="T21" fmla="*/ 18 h 103"/>
                <a:gd name="T22" fmla="*/ 13 w 84"/>
                <a:gd name="T23" fmla="*/ 17 h 103"/>
                <a:gd name="T24" fmla="*/ 13 w 84"/>
                <a:gd name="T25" fmla="*/ 18 h 103"/>
                <a:gd name="T26" fmla="*/ 13 w 84"/>
                <a:gd name="T27" fmla="*/ 100 h 103"/>
                <a:gd name="T28" fmla="*/ 10 w 84"/>
                <a:gd name="T29" fmla="*/ 103 h 103"/>
                <a:gd name="T30" fmla="*/ 3 w 84"/>
                <a:gd name="T31" fmla="*/ 103 h 103"/>
                <a:gd name="T32" fmla="*/ 0 w 84"/>
                <a:gd name="T33" fmla="*/ 100 h 103"/>
                <a:gd name="T34" fmla="*/ 0 w 84"/>
                <a:gd name="T35" fmla="*/ 4 h 103"/>
                <a:gd name="T36" fmla="*/ 4 w 84"/>
                <a:gd name="T37" fmla="*/ 0 h 103"/>
                <a:gd name="T38" fmla="*/ 13 w 84"/>
                <a:gd name="T39" fmla="*/ 0 h 103"/>
                <a:gd name="T40" fmla="*/ 18 w 84"/>
                <a:gd name="T41" fmla="*/ 2 h 103"/>
                <a:gd name="T42" fmla="*/ 41 w 84"/>
                <a:gd name="T43" fmla="*/ 50 h 103"/>
                <a:gd name="T44" fmla="*/ 42 w 84"/>
                <a:gd name="T45" fmla="*/ 51 h 103"/>
                <a:gd name="T46" fmla="*/ 44 w 84"/>
                <a:gd name="T47" fmla="*/ 50 h 103"/>
                <a:gd name="T48" fmla="*/ 67 w 84"/>
                <a:gd name="T49" fmla="*/ 2 h 103"/>
                <a:gd name="T50" fmla="*/ 71 w 84"/>
                <a:gd name="T51" fmla="*/ 0 h 103"/>
                <a:gd name="T52" fmla="*/ 80 w 84"/>
                <a:gd name="T53" fmla="*/ 0 h 103"/>
                <a:gd name="T54" fmla="*/ 84 w 84"/>
                <a:gd name="T55" fmla="*/ 4 h 103"/>
                <a:gd name="T56" fmla="*/ 84 w 84"/>
                <a:gd name="T57" fmla="*/ 100 h 103"/>
                <a:gd name="T58" fmla="*/ 81 w 84"/>
                <a:gd name="T59" fmla="*/ 10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103">
                  <a:moveTo>
                    <a:pt x="81" y="103"/>
                  </a:moveTo>
                  <a:cubicBezTo>
                    <a:pt x="75" y="103"/>
                    <a:pt x="75" y="103"/>
                    <a:pt x="75" y="103"/>
                  </a:cubicBezTo>
                  <a:cubicBezTo>
                    <a:pt x="73" y="103"/>
                    <a:pt x="72" y="101"/>
                    <a:pt x="72" y="100"/>
                  </a:cubicBezTo>
                  <a:cubicBezTo>
                    <a:pt x="72" y="18"/>
                    <a:pt x="72" y="18"/>
                    <a:pt x="72" y="18"/>
                  </a:cubicBezTo>
                  <a:cubicBezTo>
                    <a:pt x="72" y="18"/>
                    <a:pt x="72" y="17"/>
                    <a:pt x="72" y="17"/>
                  </a:cubicBezTo>
                  <a:cubicBezTo>
                    <a:pt x="71" y="17"/>
                    <a:pt x="71" y="17"/>
                    <a:pt x="71" y="18"/>
                  </a:cubicBezTo>
                  <a:cubicBezTo>
                    <a:pt x="52" y="59"/>
                    <a:pt x="52" y="59"/>
                    <a:pt x="52" y="59"/>
                  </a:cubicBezTo>
                  <a:cubicBezTo>
                    <a:pt x="50" y="61"/>
                    <a:pt x="49" y="63"/>
                    <a:pt x="45" y="63"/>
                  </a:cubicBezTo>
                  <a:cubicBezTo>
                    <a:pt x="39" y="63"/>
                    <a:pt x="39" y="63"/>
                    <a:pt x="39" y="63"/>
                  </a:cubicBezTo>
                  <a:cubicBezTo>
                    <a:pt x="36" y="63"/>
                    <a:pt x="34" y="61"/>
                    <a:pt x="33" y="59"/>
                  </a:cubicBezTo>
                  <a:cubicBezTo>
                    <a:pt x="13" y="18"/>
                    <a:pt x="13" y="18"/>
                    <a:pt x="13" y="18"/>
                  </a:cubicBezTo>
                  <a:cubicBezTo>
                    <a:pt x="13" y="17"/>
                    <a:pt x="13" y="17"/>
                    <a:pt x="13" y="17"/>
                  </a:cubicBezTo>
                  <a:cubicBezTo>
                    <a:pt x="13" y="17"/>
                    <a:pt x="13" y="18"/>
                    <a:pt x="13" y="18"/>
                  </a:cubicBezTo>
                  <a:cubicBezTo>
                    <a:pt x="13" y="100"/>
                    <a:pt x="13" y="100"/>
                    <a:pt x="13" y="100"/>
                  </a:cubicBezTo>
                  <a:cubicBezTo>
                    <a:pt x="13" y="101"/>
                    <a:pt x="11" y="103"/>
                    <a:pt x="10" y="103"/>
                  </a:cubicBezTo>
                  <a:cubicBezTo>
                    <a:pt x="3" y="103"/>
                    <a:pt x="3" y="103"/>
                    <a:pt x="3" y="103"/>
                  </a:cubicBezTo>
                  <a:cubicBezTo>
                    <a:pt x="2" y="103"/>
                    <a:pt x="0" y="101"/>
                    <a:pt x="0" y="100"/>
                  </a:cubicBezTo>
                  <a:cubicBezTo>
                    <a:pt x="0" y="4"/>
                    <a:pt x="0" y="4"/>
                    <a:pt x="0" y="4"/>
                  </a:cubicBezTo>
                  <a:cubicBezTo>
                    <a:pt x="0" y="2"/>
                    <a:pt x="2" y="0"/>
                    <a:pt x="4" y="0"/>
                  </a:cubicBezTo>
                  <a:cubicBezTo>
                    <a:pt x="13" y="0"/>
                    <a:pt x="13" y="0"/>
                    <a:pt x="13" y="0"/>
                  </a:cubicBezTo>
                  <a:cubicBezTo>
                    <a:pt x="16" y="0"/>
                    <a:pt x="17" y="1"/>
                    <a:pt x="18" y="2"/>
                  </a:cubicBezTo>
                  <a:cubicBezTo>
                    <a:pt x="41" y="50"/>
                    <a:pt x="41" y="50"/>
                    <a:pt x="41" y="50"/>
                  </a:cubicBezTo>
                  <a:cubicBezTo>
                    <a:pt x="41" y="51"/>
                    <a:pt x="41" y="51"/>
                    <a:pt x="42" y="51"/>
                  </a:cubicBezTo>
                  <a:cubicBezTo>
                    <a:pt x="43" y="51"/>
                    <a:pt x="43" y="51"/>
                    <a:pt x="44" y="50"/>
                  </a:cubicBezTo>
                  <a:cubicBezTo>
                    <a:pt x="67" y="2"/>
                    <a:pt x="67" y="2"/>
                    <a:pt x="67" y="2"/>
                  </a:cubicBezTo>
                  <a:cubicBezTo>
                    <a:pt x="67" y="1"/>
                    <a:pt x="69" y="0"/>
                    <a:pt x="71" y="0"/>
                  </a:cubicBezTo>
                  <a:cubicBezTo>
                    <a:pt x="80" y="0"/>
                    <a:pt x="80" y="0"/>
                    <a:pt x="80" y="0"/>
                  </a:cubicBezTo>
                  <a:cubicBezTo>
                    <a:pt x="82" y="0"/>
                    <a:pt x="84" y="2"/>
                    <a:pt x="84" y="4"/>
                  </a:cubicBezTo>
                  <a:cubicBezTo>
                    <a:pt x="84" y="100"/>
                    <a:pt x="84" y="100"/>
                    <a:pt x="84" y="100"/>
                  </a:cubicBezTo>
                  <a:cubicBezTo>
                    <a:pt x="84" y="101"/>
                    <a:pt x="83" y="103"/>
                    <a:pt x="81"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0"/>
            <p:cNvSpPr>
              <a:spLocks noEditPoints="1"/>
            </p:cNvSpPr>
            <p:nvPr/>
          </p:nvSpPr>
          <p:spPr bwMode="auto">
            <a:xfrm>
              <a:off x="-901700" y="3275013"/>
              <a:ext cx="104775" cy="147637"/>
            </a:xfrm>
            <a:custGeom>
              <a:avLst/>
              <a:gdLst>
                <a:gd name="T0" fmla="*/ 53 w 56"/>
                <a:gd name="T1" fmla="*/ 77 h 78"/>
                <a:gd name="T2" fmla="*/ 47 w 56"/>
                <a:gd name="T3" fmla="*/ 77 h 78"/>
                <a:gd name="T4" fmla="*/ 44 w 56"/>
                <a:gd name="T5" fmla="*/ 74 h 78"/>
                <a:gd name="T6" fmla="*/ 44 w 56"/>
                <a:gd name="T7" fmla="*/ 71 h 78"/>
                <a:gd name="T8" fmla="*/ 23 w 56"/>
                <a:gd name="T9" fmla="*/ 78 h 78"/>
                <a:gd name="T10" fmla="*/ 0 w 56"/>
                <a:gd name="T11" fmla="*/ 55 h 78"/>
                <a:gd name="T12" fmla="*/ 0 w 56"/>
                <a:gd name="T13" fmla="*/ 54 h 78"/>
                <a:gd name="T14" fmla="*/ 34 w 56"/>
                <a:gd name="T15" fmla="*/ 31 h 78"/>
                <a:gd name="T16" fmla="*/ 44 w 56"/>
                <a:gd name="T17" fmla="*/ 31 h 78"/>
                <a:gd name="T18" fmla="*/ 44 w 56"/>
                <a:gd name="T19" fmla="*/ 26 h 78"/>
                <a:gd name="T20" fmla="*/ 29 w 56"/>
                <a:gd name="T21" fmla="*/ 10 h 78"/>
                <a:gd name="T22" fmla="*/ 8 w 56"/>
                <a:gd name="T23" fmla="*/ 11 h 78"/>
                <a:gd name="T24" fmla="*/ 7 w 56"/>
                <a:gd name="T25" fmla="*/ 11 h 78"/>
                <a:gd name="T26" fmla="*/ 5 w 56"/>
                <a:gd name="T27" fmla="*/ 9 h 78"/>
                <a:gd name="T28" fmla="*/ 5 w 56"/>
                <a:gd name="T29" fmla="*/ 4 h 78"/>
                <a:gd name="T30" fmla="*/ 8 w 56"/>
                <a:gd name="T31" fmla="*/ 1 h 78"/>
                <a:gd name="T32" fmla="*/ 29 w 56"/>
                <a:gd name="T33" fmla="*/ 0 h 78"/>
                <a:gd name="T34" fmla="*/ 56 w 56"/>
                <a:gd name="T35" fmla="*/ 26 h 78"/>
                <a:gd name="T36" fmla="*/ 56 w 56"/>
                <a:gd name="T37" fmla="*/ 74 h 78"/>
                <a:gd name="T38" fmla="*/ 53 w 56"/>
                <a:gd name="T39" fmla="*/ 77 h 78"/>
                <a:gd name="T40" fmla="*/ 44 w 56"/>
                <a:gd name="T41" fmla="*/ 40 h 78"/>
                <a:gd name="T42" fmla="*/ 34 w 56"/>
                <a:gd name="T43" fmla="*/ 40 h 78"/>
                <a:gd name="T44" fmla="*/ 12 w 56"/>
                <a:gd name="T45" fmla="*/ 53 h 78"/>
                <a:gd name="T46" fmla="*/ 12 w 56"/>
                <a:gd name="T47" fmla="*/ 55 h 78"/>
                <a:gd name="T48" fmla="*/ 25 w 56"/>
                <a:gd name="T49" fmla="*/ 68 h 78"/>
                <a:gd name="T50" fmla="*/ 44 w 56"/>
                <a:gd name="T51" fmla="*/ 62 h 78"/>
                <a:gd name="T52" fmla="*/ 44 w 56"/>
                <a:gd name="T53" fmla="*/ 4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6" h="78">
                  <a:moveTo>
                    <a:pt x="53" y="77"/>
                  </a:moveTo>
                  <a:cubicBezTo>
                    <a:pt x="47" y="77"/>
                    <a:pt x="47" y="77"/>
                    <a:pt x="47" y="77"/>
                  </a:cubicBezTo>
                  <a:cubicBezTo>
                    <a:pt x="45" y="77"/>
                    <a:pt x="44" y="75"/>
                    <a:pt x="44" y="74"/>
                  </a:cubicBezTo>
                  <a:cubicBezTo>
                    <a:pt x="44" y="71"/>
                    <a:pt x="44" y="71"/>
                    <a:pt x="44" y="71"/>
                  </a:cubicBezTo>
                  <a:cubicBezTo>
                    <a:pt x="37" y="75"/>
                    <a:pt x="31" y="78"/>
                    <a:pt x="23" y="78"/>
                  </a:cubicBezTo>
                  <a:cubicBezTo>
                    <a:pt x="11" y="78"/>
                    <a:pt x="0" y="72"/>
                    <a:pt x="0" y="55"/>
                  </a:cubicBezTo>
                  <a:cubicBezTo>
                    <a:pt x="0" y="54"/>
                    <a:pt x="0" y="54"/>
                    <a:pt x="0" y="54"/>
                  </a:cubicBezTo>
                  <a:cubicBezTo>
                    <a:pt x="0" y="39"/>
                    <a:pt x="9" y="31"/>
                    <a:pt x="34" y="31"/>
                  </a:cubicBezTo>
                  <a:cubicBezTo>
                    <a:pt x="44" y="31"/>
                    <a:pt x="44" y="31"/>
                    <a:pt x="44" y="31"/>
                  </a:cubicBezTo>
                  <a:cubicBezTo>
                    <a:pt x="44" y="26"/>
                    <a:pt x="44" y="26"/>
                    <a:pt x="44" y="26"/>
                  </a:cubicBezTo>
                  <a:cubicBezTo>
                    <a:pt x="44" y="14"/>
                    <a:pt x="40" y="10"/>
                    <a:pt x="29" y="10"/>
                  </a:cubicBezTo>
                  <a:cubicBezTo>
                    <a:pt x="20" y="10"/>
                    <a:pt x="13" y="11"/>
                    <a:pt x="8" y="11"/>
                  </a:cubicBezTo>
                  <a:cubicBezTo>
                    <a:pt x="8" y="11"/>
                    <a:pt x="8" y="11"/>
                    <a:pt x="7" y="11"/>
                  </a:cubicBezTo>
                  <a:cubicBezTo>
                    <a:pt x="6" y="11"/>
                    <a:pt x="5" y="11"/>
                    <a:pt x="5" y="9"/>
                  </a:cubicBezTo>
                  <a:cubicBezTo>
                    <a:pt x="5" y="4"/>
                    <a:pt x="5" y="4"/>
                    <a:pt x="5" y="4"/>
                  </a:cubicBezTo>
                  <a:cubicBezTo>
                    <a:pt x="5" y="3"/>
                    <a:pt x="6" y="2"/>
                    <a:pt x="8" y="1"/>
                  </a:cubicBezTo>
                  <a:cubicBezTo>
                    <a:pt x="13" y="0"/>
                    <a:pt x="20" y="0"/>
                    <a:pt x="29" y="0"/>
                  </a:cubicBezTo>
                  <a:cubicBezTo>
                    <a:pt x="48" y="0"/>
                    <a:pt x="56" y="9"/>
                    <a:pt x="56" y="26"/>
                  </a:cubicBezTo>
                  <a:cubicBezTo>
                    <a:pt x="56" y="74"/>
                    <a:pt x="56" y="74"/>
                    <a:pt x="56" y="74"/>
                  </a:cubicBezTo>
                  <a:cubicBezTo>
                    <a:pt x="56" y="75"/>
                    <a:pt x="55" y="77"/>
                    <a:pt x="53" y="77"/>
                  </a:cubicBezTo>
                  <a:close/>
                  <a:moveTo>
                    <a:pt x="44" y="40"/>
                  </a:moveTo>
                  <a:cubicBezTo>
                    <a:pt x="34" y="40"/>
                    <a:pt x="34" y="40"/>
                    <a:pt x="34" y="40"/>
                  </a:cubicBezTo>
                  <a:cubicBezTo>
                    <a:pt x="17" y="40"/>
                    <a:pt x="12" y="44"/>
                    <a:pt x="12" y="53"/>
                  </a:cubicBezTo>
                  <a:cubicBezTo>
                    <a:pt x="12" y="55"/>
                    <a:pt x="12" y="55"/>
                    <a:pt x="12" y="55"/>
                  </a:cubicBezTo>
                  <a:cubicBezTo>
                    <a:pt x="12" y="65"/>
                    <a:pt x="17" y="68"/>
                    <a:pt x="25" y="68"/>
                  </a:cubicBezTo>
                  <a:cubicBezTo>
                    <a:pt x="32" y="68"/>
                    <a:pt x="37" y="66"/>
                    <a:pt x="44" y="62"/>
                  </a:cubicBezTo>
                  <a:lnTo>
                    <a:pt x="44" y="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11"/>
            <p:cNvSpPr>
              <a:spLocks noEditPoints="1"/>
            </p:cNvSpPr>
            <p:nvPr/>
          </p:nvSpPr>
          <p:spPr bwMode="auto">
            <a:xfrm>
              <a:off x="-763587" y="3276600"/>
              <a:ext cx="122238" cy="193675"/>
            </a:xfrm>
            <a:custGeom>
              <a:avLst/>
              <a:gdLst>
                <a:gd name="T0" fmla="*/ 62 w 65"/>
                <a:gd name="T1" fmla="*/ 9 h 103"/>
                <a:gd name="T2" fmla="*/ 57 w 65"/>
                <a:gd name="T3" fmla="*/ 10 h 103"/>
                <a:gd name="T4" fmla="*/ 62 w 65"/>
                <a:gd name="T5" fmla="*/ 24 h 103"/>
                <a:gd name="T6" fmla="*/ 62 w 65"/>
                <a:gd name="T7" fmla="*/ 25 h 103"/>
                <a:gd name="T8" fmla="*/ 31 w 65"/>
                <a:gd name="T9" fmla="*/ 49 h 103"/>
                <a:gd name="T10" fmla="*/ 15 w 65"/>
                <a:gd name="T11" fmla="*/ 46 h 103"/>
                <a:gd name="T12" fmla="*/ 12 w 65"/>
                <a:gd name="T13" fmla="*/ 51 h 103"/>
                <a:gd name="T14" fmla="*/ 16 w 65"/>
                <a:gd name="T15" fmla="*/ 55 h 103"/>
                <a:gd name="T16" fmla="*/ 37 w 65"/>
                <a:gd name="T17" fmla="*/ 60 h 103"/>
                <a:gd name="T18" fmla="*/ 63 w 65"/>
                <a:gd name="T19" fmla="*/ 81 h 103"/>
                <a:gd name="T20" fmla="*/ 63 w 65"/>
                <a:gd name="T21" fmla="*/ 82 h 103"/>
                <a:gd name="T22" fmla="*/ 32 w 65"/>
                <a:gd name="T23" fmla="*/ 103 h 103"/>
                <a:gd name="T24" fmla="*/ 0 w 65"/>
                <a:gd name="T25" fmla="*/ 81 h 103"/>
                <a:gd name="T26" fmla="*/ 0 w 65"/>
                <a:gd name="T27" fmla="*/ 80 h 103"/>
                <a:gd name="T28" fmla="*/ 9 w 65"/>
                <a:gd name="T29" fmla="*/ 62 h 103"/>
                <a:gd name="T30" fmla="*/ 8 w 65"/>
                <a:gd name="T31" fmla="*/ 62 h 103"/>
                <a:gd name="T32" fmla="*/ 1 w 65"/>
                <a:gd name="T33" fmla="*/ 51 h 103"/>
                <a:gd name="T34" fmla="*/ 1 w 65"/>
                <a:gd name="T35" fmla="*/ 51 h 103"/>
                <a:gd name="T36" fmla="*/ 7 w 65"/>
                <a:gd name="T37" fmla="*/ 41 h 103"/>
                <a:gd name="T38" fmla="*/ 1 w 65"/>
                <a:gd name="T39" fmla="*/ 25 h 103"/>
                <a:gd name="T40" fmla="*/ 1 w 65"/>
                <a:gd name="T41" fmla="*/ 24 h 103"/>
                <a:gd name="T42" fmla="*/ 31 w 65"/>
                <a:gd name="T43" fmla="*/ 0 h 103"/>
                <a:gd name="T44" fmla="*/ 61 w 65"/>
                <a:gd name="T45" fmla="*/ 0 h 103"/>
                <a:gd name="T46" fmla="*/ 65 w 65"/>
                <a:gd name="T47" fmla="*/ 3 h 103"/>
                <a:gd name="T48" fmla="*/ 65 w 65"/>
                <a:gd name="T49" fmla="*/ 6 h 103"/>
                <a:gd name="T50" fmla="*/ 62 w 65"/>
                <a:gd name="T51" fmla="*/ 9 h 103"/>
                <a:gd name="T52" fmla="*/ 51 w 65"/>
                <a:gd name="T53" fmla="*/ 81 h 103"/>
                <a:gd name="T54" fmla="*/ 34 w 65"/>
                <a:gd name="T55" fmla="*/ 70 h 103"/>
                <a:gd name="T56" fmla="*/ 19 w 65"/>
                <a:gd name="T57" fmla="*/ 66 h 103"/>
                <a:gd name="T58" fmla="*/ 12 w 65"/>
                <a:gd name="T59" fmla="*/ 80 h 103"/>
                <a:gd name="T60" fmla="*/ 12 w 65"/>
                <a:gd name="T61" fmla="*/ 81 h 103"/>
                <a:gd name="T62" fmla="*/ 32 w 65"/>
                <a:gd name="T63" fmla="*/ 94 h 103"/>
                <a:gd name="T64" fmla="*/ 51 w 65"/>
                <a:gd name="T65" fmla="*/ 82 h 103"/>
                <a:gd name="T66" fmla="*/ 51 w 65"/>
                <a:gd name="T67" fmla="*/ 81 h 103"/>
                <a:gd name="T68" fmla="*/ 50 w 65"/>
                <a:gd name="T69" fmla="*/ 24 h 103"/>
                <a:gd name="T70" fmla="*/ 31 w 65"/>
                <a:gd name="T71" fmla="*/ 9 h 103"/>
                <a:gd name="T72" fmla="*/ 13 w 65"/>
                <a:gd name="T73" fmla="*/ 24 h 103"/>
                <a:gd name="T74" fmla="*/ 13 w 65"/>
                <a:gd name="T75" fmla="*/ 25 h 103"/>
                <a:gd name="T76" fmla="*/ 31 w 65"/>
                <a:gd name="T77" fmla="*/ 39 h 103"/>
                <a:gd name="T78" fmla="*/ 50 w 65"/>
                <a:gd name="T79" fmla="*/ 25 h 103"/>
                <a:gd name="T80" fmla="*/ 50 w 65"/>
                <a:gd name="T81" fmla="*/ 24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5" h="103">
                  <a:moveTo>
                    <a:pt x="62" y="9"/>
                  </a:moveTo>
                  <a:cubicBezTo>
                    <a:pt x="57" y="10"/>
                    <a:pt x="57" y="10"/>
                    <a:pt x="57" y="10"/>
                  </a:cubicBezTo>
                  <a:cubicBezTo>
                    <a:pt x="60" y="12"/>
                    <a:pt x="62" y="17"/>
                    <a:pt x="62" y="24"/>
                  </a:cubicBezTo>
                  <a:cubicBezTo>
                    <a:pt x="62" y="25"/>
                    <a:pt x="62" y="25"/>
                    <a:pt x="62" y="25"/>
                  </a:cubicBezTo>
                  <a:cubicBezTo>
                    <a:pt x="62" y="40"/>
                    <a:pt x="52" y="49"/>
                    <a:pt x="31" y="49"/>
                  </a:cubicBezTo>
                  <a:cubicBezTo>
                    <a:pt x="24" y="49"/>
                    <a:pt x="19" y="48"/>
                    <a:pt x="15" y="46"/>
                  </a:cubicBezTo>
                  <a:cubicBezTo>
                    <a:pt x="13" y="47"/>
                    <a:pt x="12" y="49"/>
                    <a:pt x="12" y="51"/>
                  </a:cubicBezTo>
                  <a:cubicBezTo>
                    <a:pt x="12" y="53"/>
                    <a:pt x="13" y="54"/>
                    <a:pt x="16" y="55"/>
                  </a:cubicBezTo>
                  <a:cubicBezTo>
                    <a:pt x="37" y="60"/>
                    <a:pt x="37" y="60"/>
                    <a:pt x="37" y="60"/>
                  </a:cubicBezTo>
                  <a:cubicBezTo>
                    <a:pt x="50" y="64"/>
                    <a:pt x="63" y="68"/>
                    <a:pt x="63" y="81"/>
                  </a:cubicBezTo>
                  <a:cubicBezTo>
                    <a:pt x="63" y="82"/>
                    <a:pt x="63" y="82"/>
                    <a:pt x="63" y="82"/>
                  </a:cubicBezTo>
                  <a:cubicBezTo>
                    <a:pt x="63" y="95"/>
                    <a:pt x="54" y="103"/>
                    <a:pt x="32" y="103"/>
                  </a:cubicBezTo>
                  <a:cubicBezTo>
                    <a:pt x="10" y="103"/>
                    <a:pt x="0" y="95"/>
                    <a:pt x="0" y="81"/>
                  </a:cubicBezTo>
                  <a:cubicBezTo>
                    <a:pt x="0" y="80"/>
                    <a:pt x="0" y="80"/>
                    <a:pt x="0" y="80"/>
                  </a:cubicBezTo>
                  <a:cubicBezTo>
                    <a:pt x="0" y="72"/>
                    <a:pt x="4" y="66"/>
                    <a:pt x="9" y="62"/>
                  </a:cubicBezTo>
                  <a:cubicBezTo>
                    <a:pt x="8" y="62"/>
                    <a:pt x="8" y="62"/>
                    <a:pt x="8" y="62"/>
                  </a:cubicBezTo>
                  <a:cubicBezTo>
                    <a:pt x="3" y="60"/>
                    <a:pt x="1" y="56"/>
                    <a:pt x="1" y="51"/>
                  </a:cubicBezTo>
                  <a:cubicBezTo>
                    <a:pt x="1" y="51"/>
                    <a:pt x="1" y="51"/>
                    <a:pt x="1" y="51"/>
                  </a:cubicBezTo>
                  <a:cubicBezTo>
                    <a:pt x="1" y="47"/>
                    <a:pt x="3" y="43"/>
                    <a:pt x="7" y="41"/>
                  </a:cubicBezTo>
                  <a:cubicBezTo>
                    <a:pt x="3" y="37"/>
                    <a:pt x="1" y="32"/>
                    <a:pt x="1" y="25"/>
                  </a:cubicBezTo>
                  <a:cubicBezTo>
                    <a:pt x="1" y="24"/>
                    <a:pt x="1" y="24"/>
                    <a:pt x="1" y="24"/>
                  </a:cubicBezTo>
                  <a:cubicBezTo>
                    <a:pt x="1" y="12"/>
                    <a:pt x="7" y="0"/>
                    <a:pt x="31" y="0"/>
                  </a:cubicBezTo>
                  <a:cubicBezTo>
                    <a:pt x="61" y="0"/>
                    <a:pt x="61" y="0"/>
                    <a:pt x="61" y="0"/>
                  </a:cubicBezTo>
                  <a:cubicBezTo>
                    <a:pt x="63" y="0"/>
                    <a:pt x="65" y="1"/>
                    <a:pt x="65" y="3"/>
                  </a:cubicBezTo>
                  <a:cubicBezTo>
                    <a:pt x="65" y="6"/>
                    <a:pt x="65" y="6"/>
                    <a:pt x="65" y="6"/>
                  </a:cubicBezTo>
                  <a:cubicBezTo>
                    <a:pt x="65" y="8"/>
                    <a:pt x="64" y="9"/>
                    <a:pt x="62" y="9"/>
                  </a:cubicBezTo>
                  <a:close/>
                  <a:moveTo>
                    <a:pt x="51" y="81"/>
                  </a:moveTo>
                  <a:cubicBezTo>
                    <a:pt x="51" y="75"/>
                    <a:pt x="47" y="73"/>
                    <a:pt x="34" y="70"/>
                  </a:cubicBezTo>
                  <a:cubicBezTo>
                    <a:pt x="19" y="66"/>
                    <a:pt x="19" y="66"/>
                    <a:pt x="19" y="66"/>
                  </a:cubicBezTo>
                  <a:cubicBezTo>
                    <a:pt x="15" y="69"/>
                    <a:pt x="12" y="73"/>
                    <a:pt x="12" y="80"/>
                  </a:cubicBezTo>
                  <a:cubicBezTo>
                    <a:pt x="12" y="81"/>
                    <a:pt x="12" y="81"/>
                    <a:pt x="12" y="81"/>
                  </a:cubicBezTo>
                  <a:cubicBezTo>
                    <a:pt x="12" y="89"/>
                    <a:pt x="16" y="94"/>
                    <a:pt x="32" y="94"/>
                  </a:cubicBezTo>
                  <a:cubicBezTo>
                    <a:pt x="47" y="94"/>
                    <a:pt x="51" y="89"/>
                    <a:pt x="51" y="82"/>
                  </a:cubicBezTo>
                  <a:lnTo>
                    <a:pt x="51" y="81"/>
                  </a:lnTo>
                  <a:close/>
                  <a:moveTo>
                    <a:pt x="50" y="24"/>
                  </a:moveTo>
                  <a:cubicBezTo>
                    <a:pt x="50" y="16"/>
                    <a:pt x="46" y="9"/>
                    <a:pt x="31" y="9"/>
                  </a:cubicBezTo>
                  <a:cubicBezTo>
                    <a:pt x="16" y="9"/>
                    <a:pt x="13" y="16"/>
                    <a:pt x="13" y="24"/>
                  </a:cubicBezTo>
                  <a:cubicBezTo>
                    <a:pt x="13" y="25"/>
                    <a:pt x="13" y="25"/>
                    <a:pt x="13" y="25"/>
                  </a:cubicBezTo>
                  <a:cubicBezTo>
                    <a:pt x="13" y="31"/>
                    <a:pt x="15" y="39"/>
                    <a:pt x="31" y="39"/>
                  </a:cubicBezTo>
                  <a:cubicBezTo>
                    <a:pt x="46" y="39"/>
                    <a:pt x="50" y="33"/>
                    <a:pt x="50" y="25"/>
                  </a:cubicBezTo>
                  <a:lnTo>
                    <a:pt x="50" y="2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12"/>
            <p:cNvSpPr>
              <a:spLocks noEditPoints="1"/>
            </p:cNvSpPr>
            <p:nvPr/>
          </p:nvSpPr>
          <p:spPr bwMode="auto">
            <a:xfrm>
              <a:off x="-614362" y="3222625"/>
              <a:ext cx="25400" cy="196850"/>
            </a:xfrm>
            <a:custGeom>
              <a:avLst/>
              <a:gdLst>
                <a:gd name="T0" fmla="*/ 10 w 13"/>
                <a:gd name="T1" fmla="*/ 16 h 105"/>
                <a:gd name="T2" fmla="*/ 3 w 13"/>
                <a:gd name="T3" fmla="*/ 16 h 105"/>
                <a:gd name="T4" fmla="*/ 0 w 13"/>
                <a:gd name="T5" fmla="*/ 14 h 105"/>
                <a:gd name="T6" fmla="*/ 0 w 13"/>
                <a:gd name="T7" fmla="*/ 3 h 105"/>
                <a:gd name="T8" fmla="*/ 3 w 13"/>
                <a:gd name="T9" fmla="*/ 0 h 105"/>
                <a:gd name="T10" fmla="*/ 10 w 13"/>
                <a:gd name="T11" fmla="*/ 0 h 105"/>
                <a:gd name="T12" fmla="*/ 13 w 13"/>
                <a:gd name="T13" fmla="*/ 3 h 105"/>
                <a:gd name="T14" fmla="*/ 13 w 13"/>
                <a:gd name="T15" fmla="*/ 14 h 105"/>
                <a:gd name="T16" fmla="*/ 10 w 13"/>
                <a:gd name="T17" fmla="*/ 16 h 105"/>
                <a:gd name="T18" fmla="*/ 10 w 13"/>
                <a:gd name="T19" fmla="*/ 105 h 105"/>
                <a:gd name="T20" fmla="*/ 3 w 13"/>
                <a:gd name="T21" fmla="*/ 105 h 105"/>
                <a:gd name="T22" fmla="*/ 1 w 13"/>
                <a:gd name="T23" fmla="*/ 102 h 105"/>
                <a:gd name="T24" fmla="*/ 1 w 13"/>
                <a:gd name="T25" fmla="*/ 31 h 105"/>
                <a:gd name="T26" fmla="*/ 3 w 13"/>
                <a:gd name="T27" fmla="*/ 29 h 105"/>
                <a:gd name="T28" fmla="*/ 10 w 13"/>
                <a:gd name="T29" fmla="*/ 29 h 105"/>
                <a:gd name="T30" fmla="*/ 13 w 13"/>
                <a:gd name="T31" fmla="*/ 31 h 105"/>
                <a:gd name="T32" fmla="*/ 13 w 13"/>
                <a:gd name="T33" fmla="*/ 102 h 105"/>
                <a:gd name="T34" fmla="*/ 10 w 13"/>
                <a:gd name="T35"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 h="105">
                  <a:moveTo>
                    <a:pt x="10" y="16"/>
                  </a:moveTo>
                  <a:cubicBezTo>
                    <a:pt x="3" y="16"/>
                    <a:pt x="3" y="16"/>
                    <a:pt x="3" y="16"/>
                  </a:cubicBezTo>
                  <a:cubicBezTo>
                    <a:pt x="2" y="16"/>
                    <a:pt x="0" y="15"/>
                    <a:pt x="0" y="14"/>
                  </a:cubicBezTo>
                  <a:cubicBezTo>
                    <a:pt x="0" y="3"/>
                    <a:pt x="0" y="3"/>
                    <a:pt x="0" y="3"/>
                  </a:cubicBezTo>
                  <a:cubicBezTo>
                    <a:pt x="0" y="1"/>
                    <a:pt x="2" y="0"/>
                    <a:pt x="3" y="0"/>
                  </a:cubicBezTo>
                  <a:cubicBezTo>
                    <a:pt x="10" y="0"/>
                    <a:pt x="10" y="0"/>
                    <a:pt x="10" y="0"/>
                  </a:cubicBezTo>
                  <a:cubicBezTo>
                    <a:pt x="12" y="0"/>
                    <a:pt x="13" y="1"/>
                    <a:pt x="13" y="3"/>
                  </a:cubicBezTo>
                  <a:cubicBezTo>
                    <a:pt x="13" y="14"/>
                    <a:pt x="13" y="14"/>
                    <a:pt x="13" y="14"/>
                  </a:cubicBezTo>
                  <a:cubicBezTo>
                    <a:pt x="13" y="15"/>
                    <a:pt x="12" y="16"/>
                    <a:pt x="10" y="16"/>
                  </a:cubicBezTo>
                  <a:close/>
                  <a:moveTo>
                    <a:pt x="10" y="105"/>
                  </a:moveTo>
                  <a:cubicBezTo>
                    <a:pt x="3" y="105"/>
                    <a:pt x="3" y="105"/>
                    <a:pt x="3" y="105"/>
                  </a:cubicBezTo>
                  <a:cubicBezTo>
                    <a:pt x="2" y="105"/>
                    <a:pt x="1" y="103"/>
                    <a:pt x="1" y="102"/>
                  </a:cubicBezTo>
                  <a:cubicBezTo>
                    <a:pt x="1" y="31"/>
                    <a:pt x="1" y="31"/>
                    <a:pt x="1" y="31"/>
                  </a:cubicBezTo>
                  <a:cubicBezTo>
                    <a:pt x="1" y="30"/>
                    <a:pt x="2" y="29"/>
                    <a:pt x="3" y="29"/>
                  </a:cubicBezTo>
                  <a:cubicBezTo>
                    <a:pt x="10" y="29"/>
                    <a:pt x="10" y="29"/>
                    <a:pt x="10" y="29"/>
                  </a:cubicBezTo>
                  <a:cubicBezTo>
                    <a:pt x="11" y="29"/>
                    <a:pt x="13" y="30"/>
                    <a:pt x="13" y="31"/>
                  </a:cubicBezTo>
                  <a:cubicBezTo>
                    <a:pt x="13" y="102"/>
                    <a:pt x="13" y="102"/>
                    <a:pt x="13" y="102"/>
                  </a:cubicBezTo>
                  <a:cubicBezTo>
                    <a:pt x="13" y="103"/>
                    <a:pt x="11" y="105"/>
                    <a:pt x="10"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13"/>
            <p:cNvSpPr/>
            <p:nvPr/>
          </p:nvSpPr>
          <p:spPr bwMode="auto">
            <a:xfrm>
              <a:off x="-555625" y="3275013"/>
              <a:ext cx="92075" cy="147637"/>
            </a:xfrm>
            <a:custGeom>
              <a:avLst/>
              <a:gdLst>
                <a:gd name="T0" fmla="*/ 46 w 49"/>
                <a:gd name="T1" fmla="*/ 76 h 78"/>
                <a:gd name="T2" fmla="*/ 29 w 49"/>
                <a:gd name="T3" fmla="*/ 78 h 78"/>
                <a:gd name="T4" fmla="*/ 0 w 49"/>
                <a:gd name="T5" fmla="*/ 44 h 78"/>
                <a:gd name="T6" fmla="*/ 0 w 49"/>
                <a:gd name="T7" fmla="*/ 33 h 78"/>
                <a:gd name="T8" fmla="*/ 29 w 49"/>
                <a:gd name="T9" fmla="*/ 0 h 78"/>
                <a:gd name="T10" fmla="*/ 46 w 49"/>
                <a:gd name="T11" fmla="*/ 1 h 78"/>
                <a:gd name="T12" fmla="*/ 49 w 49"/>
                <a:gd name="T13" fmla="*/ 4 h 78"/>
                <a:gd name="T14" fmla="*/ 49 w 49"/>
                <a:gd name="T15" fmla="*/ 9 h 78"/>
                <a:gd name="T16" fmla="*/ 47 w 49"/>
                <a:gd name="T17" fmla="*/ 11 h 78"/>
                <a:gd name="T18" fmla="*/ 46 w 49"/>
                <a:gd name="T19" fmla="*/ 11 h 78"/>
                <a:gd name="T20" fmla="*/ 29 w 49"/>
                <a:gd name="T21" fmla="*/ 10 h 78"/>
                <a:gd name="T22" fmla="*/ 12 w 49"/>
                <a:gd name="T23" fmla="*/ 33 h 78"/>
                <a:gd name="T24" fmla="*/ 12 w 49"/>
                <a:gd name="T25" fmla="*/ 44 h 78"/>
                <a:gd name="T26" fmla="*/ 29 w 49"/>
                <a:gd name="T27" fmla="*/ 67 h 78"/>
                <a:gd name="T28" fmla="*/ 46 w 49"/>
                <a:gd name="T29" fmla="*/ 66 h 78"/>
                <a:gd name="T30" fmla="*/ 47 w 49"/>
                <a:gd name="T31" fmla="*/ 66 h 78"/>
                <a:gd name="T32" fmla="*/ 49 w 49"/>
                <a:gd name="T33" fmla="*/ 68 h 78"/>
                <a:gd name="T34" fmla="*/ 49 w 49"/>
                <a:gd name="T35" fmla="*/ 73 h 78"/>
                <a:gd name="T36" fmla="*/ 46 w 49"/>
                <a:gd name="T37" fmla="*/ 7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 h="78">
                  <a:moveTo>
                    <a:pt x="46" y="76"/>
                  </a:moveTo>
                  <a:cubicBezTo>
                    <a:pt x="42" y="77"/>
                    <a:pt x="36" y="78"/>
                    <a:pt x="29" y="78"/>
                  </a:cubicBezTo>
                  <a:cubicBezTo>
                    <a:pt x="10" y="78"/>
                    <a:pt x="0" y="64"/>
                    <a:pt x="0" y="44"/>
                  </a:cubicBezTo>
                  <a:cubicBezTo>
                    <a:pt x="0" y="33"/>
                    <a:pt x="0" y="33"/>
                    <a:pt x="0" y="33"/>
                  </a:cubicBezTo>
                  <a:cubicBezTo>
                    <a:pt x="0" y="13"/>
                    <a:pt x="10" y="0"/>
                    <a:pt x="29" y="0"/>
                  </a:cubicBezTo>
                  <a:cubicBezTo>
                    <a:pt x="35" y="0"/>
                    <a:pt x="42" y="0"/>
                    <a:pt x="46" y="1"/>
                  </a:cubicBezTo>
                  <a:cubicBezTo>
                    <a:pt x="49" y="2"/>
                    <a:pt x="49" y="2"/>
                    <a:pt x="49" y="4"/>
                  </a:cubicBezTo>
                  <a:cubicBezTo>
                    <a:pt x="49" y="9"/>
                    <a:pt x="49" y="9"/>
                    <a:pt x="49" y="9"/>
                  </a:cubicBezTo>
                  <a:cubicBezTo>
                    <a:pt x="49" y="11"/>
                    <a:pt x="48" y="11"/>
                    <a:pt x="47" y="11"/>
                  </a:cubicBezTo>
                  <a:cubicBezTo>
                    <a:pt x="46" y="11"/>
                    <a:pt x="46" y="11"/>
                    <a:pt x="46" y="11"/>
                  </a:cubicBezTo>
                  <a:cubicBezTo>
                    <a:pt x="40" y="11"/>
                    <a:pt x="36" y="10"/>
                    <a:pt x="29" y="10"/>
                  </a:cubicBezTo>
                  <a:cubicBezTo>
                    <a:pt x="18" y="10"/>
                    <a:pt x="12" y="18"/>
                    <a:pt x="12" y="33"/>
                  </a:cubicBezTo>
                  <a:cubicBezTo>
                    <a:pt x="12" y="44"/>
                    <a:pt x="12" y="44"/>
                    <a:pt x="12" y="44"/>
                  </a:cubicBezTo>
                  <a:cubicBezTo>
                    <a:pt x="12" y="59"/>
                    <a:pt x="18" y="67"/>
                    <a:pt x="29" y="67"/>
                  </a:cubicBezTo>
                  <a:cubicBezTo>
                    <a:pt x="36" y="67"/>
                    <a:pt x="40" y="67"/>
                    <a:pt x="46" y="66"/>
                  </a:cubicBezTo>
                  <a:cubicBezTo>
                    <a:pt x="46" y="66"/>
                    <a:pt x="46" y="66"/>
                    <a:pt x="47" y="66"/>
                  </a:cubicBezTo>
                  <a:cubicBezTo>
                    <a:pt x="48" y="66"/>
                    <a:pt x="49" y="67"/>
                    <a:pt x="49" y="68"/>
                  </a:cubicBezTo>
                  <a:cubicBezTo>
                    <a:pt x="49" y="73"/>
                    <a:pt x="49" y="73"/>
                    <a:pt x="49" y="73"/>
                  </a:cubicBezTo>
                  <a:cubicBezTo>
                    <a:pt x="49" y="75"/>
                    <a:pt x="49" y="76"/>
                    <a:pt x="4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14"/>
            <p:cNvSpPr>
              <a:spLocks noEditPoints="1"/>
            </p:cNvSpPr>
            <p:nvPr/>
          </p:nvSpPr>
          <p:spPr bwMode="auto">
            <a:xfrm>
              <a:off x="-374650" y="3275013"/>
              <a:ext cx="115888" cy="147637"/>
            </a:xfrm>
            <a:custGeom>
              <a:avLst/>
              <a:gdLst>
                <a:gd name="T0" fmla="*/ 31 w 62"/>
                <a:gd name="T1" fmla="*/ 78 h 78"/>
                <a:gd name="T2" fmla="*/ 0 w 62"/>
                <a:gd name="T3" fmla="*/ 44 h 78"/>
                <a:gd name="T4" fmla="*/ 0 w 62"/>
                <a:gd name="T5" fmla="*/ 33 h 78"/>
                <a:gd name="T6" fmla="*/ 31 w 62"/>
                <a:gd name="T7" fmla="*/ 0 h 78"/>
                <a:gd name="T8" fmla="*/ 62 w 62"/>
                <a:gd name="T9" fmla="*/ 33 h 78"/>
                <a:gd name="T10" fmla="*/ 62 w 62"/>
                <a:gd name="T11" fmla="*/ 44 h 78"/>
                <a:gd name="T12" fmla="*/ 31 w 62"/>
                <a:gd name="T13" fmla="*/ 78 h 78"/>
                <a:gd name="T14" fmla="*/ 50 w 62"/>
                <a:gd name="T15" fmla="*/ 33 h 78"/>
                <a:gd name="T16" fmla="*/ 31 w 62"/>
                <a:gd name="T17" fmla="*/ 10 h 78"/>
                <a:gd name="T18" fmla="*/ 12 w 62"/>
                <a:gd name="T19" fmla="*/ 33 h 78"/>
                <a:gd name="T20" fmla="*/ 12 w 62"/>
                <a:gd name="T21" fmla="*/ 44 h 78"/>
                <a:gd name="T22" fmla="*/ 31 w 62"/>
                <a:gd name="T23" fmla="*/ 67 h 78"/>
                <a:gd name="T24" fmla="*/ 50 w 62"/>
                <a:gd name="T25" fmla="*/ 44 h 78"/>
                <a:gd name="T26" fmla="*/ 50 w 62"/>
                <a:gd name="T27" fmla="*/ 3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2" h="78">
                  <a:moveTo>
                    <a:pt x="31" y="78"/>
                  </a:moveTo>
                  <a:cubicBezTo>
                    <a:pt x="11" y="78"/>
                    <a:pt x="0" y="64"/>
                    <a:pt x="0" y="44"/>
                  </a:cubicBezTo>
                  <a:cubicBezTo>
                    <a:pt x="0" y="33"/>
                    <a:pt x="0" y="33"/>
                    <a:pt x="0" y="33"/>
                  </a:cubicBezTo>
                  <a:cubicBezTo>
                    <a:pt x="0" y="13"/>
                    <a:pt x="11" y="0"/>
                    <a:pt x="31" y="0"/>
                  </a:cubicBezTo>
                  <a:cubicBezTo>
                    <a:pt x="51" y="0"/>
                    <a:pt x="62" y="13"/>
                    <a:pt x="62" y="33"/>
                  </a:cubicBezTo>
                  <a:cubicBezTo>
                    <a:pt x="62" y="44"/>
                    <a:pt x="62" y="44"/>
                    <a:pt x="62" y="44"/>
                  </a:cubicBezTo>
                  <a:cubicBezTo>
                    <a:pt x="62" y="64"/>
                    <a:pt x="51" y="78"/>
                    <a:pt x="31" y="78"/>
                  </a:cubicBezTo>
                  <a:close/>
                  <a:moveTo>
                    <a:pt x="50" y="33"/>
                  </a:moveTo>
                  <a:cubicBezTo>
                    <a:pt x="50" y="19"/>
                    <a:pt x="44" y="10"/>
                    <a:pt x="31" y="10"/>
                  </a:cubicBezTo>
                  <a:cubicBezTo>
                    <a:pt x="18" y="10"/>
                    <a:pt x="12" y="19"/>
                    <a:pt x="12" y="33"/>
                  </a:cubicBezTo>
                  <a:cubicBezTo>
                    <a:pt x="12" y="44"/>
                    <a:pt x="12" y="44"/>
                    <a:pt x="12" y="44"/>
                  </a:cubicBezTo>
                  <a:cubicBezTo>
                    <a:pt x="12" y="58"/>
                    <a:pt x="18" y="67"/>
                    <a:pt x="31" y="67"/>
                  </a:cubicBezTo>
                  <a:cubicBezTo>
                    <a:pt x="44" y="67"/>
                    <a:pt x="50" y="58"/>
                    <a:pt x="50" y="44"/>
                  </a:cubicBezTo>
                  <a:lnTo>
                    <a:pt x="50" y="3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15"/>
            <p:cNvSpPr/>
            <p:nvPr/>
          </p:nvSpPr>
          <p:spPr bwMode="auto">
            <a:xfrm>
              <a:off x="-244475" y="3221038"/>
              <a:ext cx="85725" cy="198437"/>
            </a:xfrm>
            <a:custGeom>
              <a:avLst/>
              <a:gdLst>
                <a:gd name="T0" fmla="*/ 44 w 46"/>
                <a:gd name="T1" fmla="*/ 10 h 106"/>
                <a:gd name="T2" fmla="*/ 37 w 46"/>
                <a:gd name="T3" fmla="*/ 10 h 106"/>
                <a:gd name="T4" fmla="*/ 29 w 46"/>
                <a:gd name="T5" fmla="*/ 20 h 106"/>
                <a:gd name="T6" fmla="*/ 29 w 46"/>
                <a:gd name="T7" fmla="*/ 30 h 106"/>
                <a:gd name="T8" fmla="*/ 43 w 46"/>
                <a:gd name="T9" fmla="*/ 30 h 106"/>
                <a:gd name="T10" fmla="*/ 46 w 46"/>
                <a:gd name="T11" fmla="*/ 32 h 106"/>
                <a:gd name="T12" fmla="*/ 46 w 46"/>
                <a:gd name="T13" fmla="*/ 37 h 106"/>
                <a:gd name="T14" fmla="*/ 43 w 46"/>
                <a:gd name="T15" fmla="*/ 40 h 106"/>
                <a:gd name="T16" fmla="*/ 29 w 46"/>
                <a:gd name="T17" fmla="*/ 40 h 106"/>
                <a:gd name="T18" fmla="*/ 29 w 46"/>
                <a:gd name="T19" fmla="*/ 103 h 106"/>
                <a:gd name="T20" fmla="*/ 26 w 46"/>
                <a:gd name="T21" fmla="*/ 106 h 106"/>
                <a:gd name="T22" fmla="*/ 19 w 46"/>
                <a:gd name="T23" fmla="*/ 106 h 106"/>
                <a:gd name="T24" fmla="*/ 16 w 46"/>
                <a:gd name="T25" fmla="*/ 103 h 106"/>
                <a:gd name="T26" fmla="*/ 16 w 46"/>
                <a:gd name="T27" fmla="*/ 40 h 106"/>
                <a:gd name="T28" fmla="*/ 3 w 46"/>
                <a:gd name="T29" fmla="*/ 38 h 106"/>
                <a:gd name="T30" fmla="*/ 0 w 46"/>
                <a:gd name="T31" fmla="*/ 36 h 106"/>
                <a:gd name="T32" fmla="*/ 0 w 46"/>
                <a:gd name="T33" fmla="*/ 32 h 106"/>
                <a:gd name="T34" fmla="*/ 3 w 46"/>
                <a:gd name="T35" fmla="*/ 30 h 106"/>
                <a:gd name="T36" fmla="*/ 16 w 46"/>
                <a:gd name="T37" fmla="*/ 30 h 106"/>
                <a:gd name="T38" fmla="*/ 16 w 46"/>
                <a:gd name="T39" fmla="*/ 20 h 106"/>
                <a:gd name="T40" fmla="*/ 36 w 46"/>
                <a:gd name="T41" fmla="*/ 0 h 106"/>
                <a:gd name="T42" fmla="*/ 43 w 46"/>
                <a:gd name="T43" fmla="*/ 1 h 106"/>
                <a:gd name="T44" fmla="*/ 46 w 46"/>
                <a:gd name="T45" fmla="*/ 4 h 106"/>
                <a:gd name="T46" fmla="*/ 46 w 46"/>
                <a:gd name="T47" fmla="*/ 8 h 106"/>
                <a:gd name="T48" fmla="*/ 44 w 46"/>
                <a:gd name="T49" fmla="*/ 1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 h="106">
                  <a:moveTo>
                    <a:pt x="44" y="10"/>
                  </a:moveTo>
                  <a:cubicBezTo>
                    <a:pt x="37" y="10"/>
                    <a:pt x="37" y="10"/>
                    <a:pt x="37" y="10"/>
                  </a:cubicBezTo>
                  <a:cubicBezTo>
                    <a:pt x="30" y="10"/>
                    <a:pt x="29" y="12"/>
                    <a:pt x="29" y="20"/>
                  </a:cubicBezTo>
                  <a:cubicBezTo>
                    <a:pt x="29" y="30"/>
                    <a:pt x="29" y="30"/>
                    <a:pt x="29" y="30"/>
                  </a:cubicBezTo>
                  <a:cubicBezTo>
                    <a:pt x="43" y="30"/>
                    <a:pt x="43" y="30"/>
                    <a:pt x="43" y="30"/>
                  </a:cubicBezTo>
                  <a:cubicBezTo>
                    <a:pt x="45" y="30"/>
                    <a:pt x="46" y="31"/>
                    <a:pt x="46" y="32"/>
                  </a:cubicBezTo>
                  <a:cubicBezTo>
                    <a:pt x="46" y="37"/>
                    <a:pt x="46" y="37"/>
                    <a:pt x="46" y="37"/>
                  </a:cubicBezTo>
                  <a:cubicBezTo>
                    <a:pt x="46" y="39"/>
                    <a:pt x="45" y="40"/>
                    <a:pt x="43" y="40"/>
                  </a:cubicBezTo>
                  <a:cubicBezTo>
                    <a:pt x="29" y="40"/>
                    <a:pt x="29" y="40"/>
                    <a:pt x="29" y="40"/>
                  </a:cubicBezTo>
                  <a:cubicBezTo>
                    <a:pt x="29" y="103"/>
                    <a:pt x="29" y="103"/>
                    <a:pt x="29" y="103"/>
                  </a:cubicBezTo>
                  <a:cubicBezTo>
                    <a:pt x="29" y="104"/>
                    <a:pt x="27" y="106"/>
                    <a:pt x="26" y="106"/>
                  </a:cubicBezTo>
                  <a:cubicBezTo>
                    <a:pt x="19" y="106"/>
                    <a:pt x="19" y="106"/>
                    <a:pt x="19" y="106"/>
                  </a:cubicBezTo>
                  <a:cubicBezTo>
                    <a:pt x="18" y="106"/>
                    <a:pt x="16" y="104"/>
                    <a:pt x="16" y="103"/>
                  </a:cubicBezTo>
                  <a:cubicBezTo>
                    <a:pt x="16" y="40"/>
                    <a:pt x="16" y="40"/>
                    <a:pt x="16" y="40"/>
                  </a:cubicBezTo>
                  <a:cubicBezTo>
                    <a:pt x="3" y="38"/>
                    <a:pt x="3" y="38"/>
                    <a:pt x="3" y="38"/>
                  </a:cubicBezTo>
                  <a:cubicBezTo>
                    <a:pt x="1" y="38"/>
                    <a:pt x="0" y="37"/>
                    <a:pt x="0" y="36"/>
                  </a:cubicBezTo>
                  <a:cubicBezTo>
                    <a:pt x="0" y="32"/>
                    <a:pt x="0" y="32"/>
                    <a:pt x="0" y="32"/>
                  </a:cubicBezTo>
                  <a:cubicBezTo>
                    <a:pt x="0" y="31"/>
                    <a:pt x="1" y="30"/>
                    <a:pt x="3" y="30"/>
                  </a:cubicBezTo>
                  <a:cubicBezTo>
                    <a:pt x="16" y="30"/>
                    <a:pt x="16" y="30"/>
                    <a:pt x="16" y="30"/>
                  </a:cubicBezTo>
                  <a:cubicBezTo>
                    <a:pt x="16" y="20"/>
                    <a:pt x="16" y="20"/>
                    <a:pt x="16" y="20"/>
                  </a:cubicBezTo>
                  <a:cubicBezTo>
                    <a:pt x="16" y="5"/>
                    <a:pt x="24" y="0"/>
                    <a:pt x="36" y="0"/>
                  </a:cubicBezTo>
                  <a:cubicBezTo>
                    <a:pt x="39" y="0"/>
                    <a:pt x="42" y="1"/>
                    <a:pt x="43" y="1"/>
                  </a:cubicBezTo>
                  <a:cubicBezTo>
                    <a:pt x="45" y="2"/>
                    <a:pt x="46" y="2"/>
                    <a:pt x="46" y="4"/>
                  </a:cubicBezTo>
                  <a:cubicBezTo>
                    <a:pt x="46" y="8"/>
                    <a:pt x="46" y="8"/>
                    <a:pt x="46" y="8"/>
                  </a:cubicBezTo>
                  <a:cubicBezTo>
                    <a:pt x="46" y="10"/>
                    <a:pt x="45" y="10"/>
                    <a:pt x="4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16"/>
            <p:cNvSpPr/>
            <p:nvPr/>
          </p:nvSpPr>
          <p:spPr bwMode="auto">
            <a:xfrm>
              <a:off x="-73025" y="3224213"/>
              <a:ext cx="115888" cy="198437"/>
            </a:xfrm>
            <a:custGeom>
              <a:avLst/>
              <a:gdLst>
                <a:gd name="T0" fmla="*/ 28 w 62"/>
                <a:gd name="T1" fmla="*/ 105 h 105"/>
                <a:gd name="T2" fmla="*/ 5 w 62"/>
                <a:gd name="T3" fmla="*/ 103 h 105"/>
                <a:gd name="T4" fmla="*/ 2 w 62"/>
                <a:gd name="T5" fmla="*/ 100 h 105"/>
                <a:gd name="T6" fmla="*/ 2 w 62"/>
                <a:gd name="T7" fmla="*/ 95 h 105"/>
                <a:gd name="T8" fmla="*/ 4 w 62"/>
                <a:gd name="T9" fmla="*/ 92 h 105"/>
                <a:gd name="T10" fmla="*/ 5 w 62"/>
                <a:gd name="T11" fmla="*/ 92 h 105"/>
                <a:gd name="T12" fmla="*/ 28 w 62"/>
                <a:gd name="T13" fmla="*/ 93 h 105"/>
                <a:gd name="T14" fmla="*/ 49 w 62"/>
                <a:gd name="T15" fmla="*/ 77 h 105"/>
                <a:gd name="T16" fmla="*/ 32 w 62"/>
                <a:gd name="T17" fmla="*/ 58 h 105"/>
                <a:gd name="T18" fmla="*/ 19 w 62"/>
                <a:gd name="T19" fmla="*/ 50 h 105"/>
                <a:gd name="T20" fmla="*/ 0 w 62"/>
                <a:gd name="T21" fmla="*/ 24 h 105"/>
                <a:gd name="T22" fmla="*/ 33 w 62"/>
                <a:gd name="T23" fmla="*/ 0 h 105"/>
                <a:gd name="T24" fmla="*/ 57 w 62"/>
                <a:gd name="T25" fmla="*/ 2 h 105"/>
                <a:gd name="T26" fmla="*/ 59 w 62"/>
                <a:gd name="T27" fmla="*/ 4 h 105"/>
                <a:gd name="T28" fmla="*/ 59 w 62"/>
                <a:gd name="T29" fmla="*/ 10 h 105"/>
                <a:gd name="T30" fmla="*/ 57 w 62"/>
                <a:gd name="T31" fmla="*/ 12 h 105"/>
                <a:gd name="T32" fmla="*/ 56 w 62"/>
                <a:gd name="T33" fmla="*/ 12 h 105"/>
                <a:gd name="T34" fmla="*/ 33 w 62"/>
                <a:gd name="T35" fmla="*/ 11 h 105"/>
                <a:gd name="T36" fmla="*/ 12 w 62"/>
                <a:gd name="T37" fmla="*/ 24 h 105"/>
                <a:gd name="T38" fmla="*/ 27 w 62"/>
                <a:gd name="T39" fmla="*/ 41 h 105"/>
                <a:gd name="T40" fmla="*/ 40 w 62"/>
                <a:gd name="T41" fmla="*/ 49 h 105"/>
                <a:gd name="T42" fmla="*/ 62 w 62"/>
                <a:gd name="T43" fmla="*/ 77 h 105"/>
                <a:gd name="T44" fmla="*/ 28 w 62"/>
                <a:gd name="T45"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105">
                  <a:moveTo>
                    <a:pt x="28" y="105"/>
                  </a:moveTo>
                  <a:cubicBezTo>
                    <a:pt x="18" y="105"/>
                    <a:pt x="11" y="104"/>
                    <a:pt x="5" y="103"/>
                  </a:cubicBezTo>
                  <a:cubicBezTo>
                    <a:pt x="2" y="102"/>
                    <a:pt x="2" y="102"/>
                    <a:pt x="2" y="100"/>
                  </a:cubicBezTo>
                  <a:cubicBezTo>
                    <a:pt x="2" y="95"/>
                    <a:pt x="2" y="95"/>
                    <a:pt x="2" y="95"/>
                  </a:cubicBezTo>
                  <a:cubicBezTo>
                    <a:pt x="2" y="93"/>
                    <a:pt x="3" y="92"/>
                    <a:pt x="4" y="92"/>
                  </a:cubicBezTo>
                  <a:cubicBezTo>
                    <a:pt x="5" y="92"/>
                    <a:pt x="5" y="92"/>
                    <a:pt x="5" y="92"/>
                  </a:cubicBezTo>
                  <a:cubicBezTo>
                    <a:pt x="11" y="93"/>
                    <a:pt x="21" y="93"/>
                    <a:pt x="28" y="93"/>
                  </a:cubicBezTo>
                  <a:cubicBezTo>
                    <a:pt x="44" y="93"/>
                    <a:pt x="49" y="87"/>
                    <a:pt x="49" y="77"/>
                  </a:cubicBezTo>
                  <a:cubicBezTo>
                    <a:pt x="49" y="70"/>
                    <a:pt x="45" y="66"/>
                    <a:pt x="32" y="58"/>
                  </a:cubicBezTo>
                  <a:cubicBezTo>
                    <a:pt x="19" y="50"/>
                    <a:pt x="19" y="50"/>
                    <a:pt x="19" y="50"/>
                  </a:cubicBezTo>
                  <a:cubicBezTo>
                    <a:pt x="6" y="43"/>
                    <a:pt x="0" y="35"/>
                    <a:pt x="0" y="24"/>
                  </a:cubicBezTo>
                  <a:cubicBezTo>
                    <a:pt x="0" y="8"/>
                    <a:pt x="12" y="0"/>
                    <a:pt x="33" y="0"/>
                  </a:cubicBezTo>
                  <a:cubicBezTo>
                    <a:pt x="41" y="0"/>
                    <a:pt x="51" y="1"/>
                    <a:pt x="57" y="2"/>
                  </a:cubicBezTo>
                  <a:cubicBezTo>
                    <a:pt x="58" y="2"/>
                    <a:pt x="59" y="3"/>
                    <a:pt x="59" y="4"/>
                  </a:cubicBezTo>
                  <a:cubicBezTo>
                    <a:pt x="59" y="10"/>
                    <a:pt x="59" y="10"/>
                    <a:pt x="59" y="10"/>
                  </a:cubicBezTo>
                  <a:cubicBezTo>
                    <a:pt x="59" y="11"/>
                    <a:pt x="58" y="12"/>
                    <a:pt x="57" y="12"/>
                  </a:cubicBezTo>
                  <a:cubicBezTo>
                    <a:pt x="56" y="12"/>
                    <a:pt x="56" y="12"/>
                    <a:pt x="56" y="12"/>
                  </a:cubicBezTo>
                  <a:cubicBezTo>
                    <a:pt x="50" y="12"/>
                    <a:pt x="41" y="11"/>
                    <a:pt x="33" y="11"/>
                  </a:cubicBezTo>
                  <a:cubicBezTo>
                    <a:pt x="18" y="11"/>
                    <a:pt x="12" y="14"/>
                    <a:pt x="12" y="24"/>
                  </a:cubicBezTo>
                  <a:cubicBezTo>
                    <a:pt x="12" y="31"/>
                    <a:pt x="17" y="35"/>
                    <a:pt x="27" y="41"/>
                  </a:cubicBezTo>
                  <a:cubicBezTo>
                    <a:pt x="40" y="49"/>
                    <a:pt x="40" y="49"/>
                    <a:pt x="40" y="49"/>
                  </a:cubicBezTo>
                  <a:cubicBezTo>
                    <a:pt x="56" y="58"/>
                    <a:pt x="62" y="66"/>
                    <a:pt x="62" y="77"/>
                  </a:cubicBezTo>
                  <a:cubicBezTo>
                    <a:pt x="62" y="90"/>
                    <a:pt x="55" y="105"/>
                    <a:pt x="28"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17"/>
            <p:cNvSpPr>
              <a:spLocks noEditPoints="1"/>
            </p:cNvSpPr>
            <p:nvPr/>
          </p:nvSpPr>
          <p:spPr bwMode="auto">
            <a:xfrm>
              <a:off x="69850" y="3275013"/>
              <a:ext cx="114300" cy="147637"/>
            </a:xfrm>
            <a:custGeom>
              <a:avLst/>
              <a:gdLst>
                <a:gd name="T0" fmla="*/ 30 w 61"/>
                <a:gd name="T1" fmla="*/ 78 h 78"/>
                <a:gd name="T2" fmla="*/ 0 w 61"/>
                <a:gd name="T3" fmla="*/ 44 h 78"/>
                <a:gd name="T4" fmla="*/ 0 w 61"/>
                <a:gd name="T5" fmla="*/ 33 h 78"/>
                <a:gd name="T6" fmla="*/ 30 w 61"/>
                <a:gd name="T7" fmla="*/ 0 h 78"/>
                <a:gd name="T8" fmla="*/ 61 w 61"/>
                <a:gd name="T9" fmla="*/ 33 h 78"/>
                <a:gd name="T10" fmla="*/ 61 w 61"/>
                <a:gd name="T11" fmla="*/ 44 h 78"/>
                <a:gd name="T12" fmla="*/ 30 w 61"/>
                <a:gd name="T13" fmla="*/ 78 h 78"/>
                <a:gd name="T14" fmla="*/ 49 w 61"/>
                <a:gd name="T15" fmla="*/ 33 h 78"/>
                <a:gd name="T16" fmla="*/ 30 w 61"/>
                <a:gd name="T17" fmla="*/ 10 h 78"/>
                <a:gd name="T18" fmla="*/ 12 w 61"/>
                <a:gd name="T19" fmla="*/ 33 h 78"/>
                <a:gd name="T20" fmla="*/ 12 w 61"/>
                <a:gd name="T21" fmla="*/ 44 h 78"/>
                <a:gd name="T22" fmla="*/ 30 w 61"/>
                <a:gd name="T23" fmla="*/ 67 h 78"/>
                <a:gd name="T24" fmla="*/ 49 w 61"/>
                <a:gd name="T25" fmla="*/ 44 h 78"/>
                <a:gd name="T26" fmla="*/ 49 w 61"/>
                <a:gd name="T27" fmla="*/ 3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1" h="78">
                  <a:moveTo>
                    <a:pt x="30" y="78"/>
                  </a:moveTo>
                  <a:cubicBezTo>
                    <a:pt x="10" y="78"/>
                    <a:pt x="0" y="64"/>
                    <a:pt x="0" y="44"/>
                  </a:cubicBezTo>
                  <a:cubicBezTo>
                    <a:pt x="0" y="33"/>
                    <a:pt x="0" y="33"/>
                    <a:pt x="0" y="33"/>
                  </a:cubicBezTo>
                  <a:cubicBezTo>
                    <a:pt x="0" y="13"/>
                    <a:pt x="10" y="0"/>
                    <a:pt x="30" y="0"/>
                  </a:cubicBezTo>
                  <a:cubicBezTo>
                    <a:pt x="51" y="0"/>
                    <a:pt x="61" y="13"/>
                    <a:pt x="61" y="33"/>
                  </a:cubicBezTo>
                  <a:cubicBezTo>
                    <a:pt x="61" y="44"/>
                    <a:pt x="61" y="44"/>
                    <a:pt x="61" y="44"/>
                  </a:cubicBezTo>
                  <a:cubicBezTo>
                    <a:pt x="61" y="64"/>
                    <a:pt x="51" y="78"/>
                    <a:pt x="30" y="78"/>
                  </a:cubicBezTo>
                  <a:close/>
                  <a:moveTo>
                    <a:pt x="49" y="33"/>
                  </a:moveTo>
                  <a:cubicBezTo>
                    <a:pt x="49" y="19"/>
                    <a:pt x="43" y="10"/>
                    <a:pt x="30" y="10"/>
                  </a:cubicBezTo>
                  <a:cubicBezTo>
                    <a:pt x="17" y="10"/>
                    <a:pt x="12" y="19"/>
                    <a:pt x="12" y="33"/>
                  </a:cubicBezTo>
                  <a:cubicBezTo>
                    <a:pt x="12" y="44"/>
                    <a:pt x="12" y="44"/>
                    <a:pt x="12" y="44"/>
                  </a:cubicBezTo>
                  <a:cubicBezTo>
                    <a:pt x="12" y="58"/>
                    <a:pt x="17" y="67"/>
                    <a:pt x="30" y="67"/>
                  </a:cubicBezTo>
                  <a:cubicBezTo>
                    <a:pt x="43" y="67"/>
                    <a:pt x="49" y="58"/>
                    <a:pt x="49" y="44"/>
                  </a:cubicBezTo>
                  <a:lnTo>
                    <a:pt x="49" y="3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18"/>
            <p:cNvSpPr/>
            <p:nvPr/>
          </p:nvSpPr>
          <p:spPr bwMode="auto">
            <a:xfrm>
              <a:off x="198438" y="3221038"/>
              <a:ext cx="85725" cy="198437"/>
            </a:xfrm>
            <a:custGeom>
              <a:avLst/>
              <a:gdLst>
                <a:gd name="T0" fmla="*/ 43 w 45"/>
                <a:gd name="T1" fmla="*/ 10 h 106"/>
                <a:gd name="T2" fmla="*/ 36 w 45"/>
                <a:gd name="T3" fmla="*/ 10 h 106"/>
                <a:gd name="T4" fmla="*/ 28 w 45"/>
                <a:gd name="T5" fmla="*/ 20 h 106"/>
                <a:gd name="T6" fmla="*/ 28 w 45"/>
                <a:gd name="T7" fmla="*/ 30 h 106"/>
                <a:gd name="T8" fmla="*/ 42 w 45"/>
                <a:gd name="T9" fmla="*/ 30 h 106"/>
                <a:gd name="T10" fmla="*/ 45 w 45"/>
                <a:gd name="T11" fmla="*/ 32 h 106"/>
                <a:gd name="T12" fmla="*/ 45 w 45"/>
                <a:gd name="T13" fmla="*/ 37 h 106"/>
                <a:gd name="T14" fmla="*/ 42 w 45"/>
                <a:gd name="T15" fmla="*/ 40 h 106"/>
                <a:gd name="T16" fmla="*/ 28 w 45"/>
                <a:gd name="T17" fmla="*/ 40 h 106"/>
                <a:gd name="T18" fmla="*/ 28 w 45"/>
                <a:gd name="T19" fmla="*/ 103 h 106"/>
                <a:gd name="T20" fmla="*/ 25 w 45"/>
                <a:gd name="T21" fmla="*/ 106 h 106"/>
                <a:gd name="T22" fmla="*/ 18 w 45"/>
                <a:gd name="T23" fmla="*/ 106 h 106"/>
                <a:gd name="T24" fmla="*/ 16 w 45"/>
                <a:gd name="T25" fmla="*/ 103 h 106"/>
                <a:gd name="T26" fmla="*/ 16 w 45"/>
                <a:gd name="T27" fmla="*/ 40 h 106"/>
                <a:gd name="T28" fmla="*/ 2 w 45"/>
                <a:gd name="T29" fmla="*/ 38 h 106"/>
                <a:gd name="T30" fmla="*/ 0 w 45"/>
                <a:gd name="T31" fmla="*/ 36 h 106"/>
                <a:gd name="T32" fmla="*/ 0 w 45"/>
                <a:gd name="T33" fmla="*/ 32 h 106"/>
                <a:gd name="T34" fmla="*/ 2 w 45"/>
                <a:gd name="T35" fmla="*/ 30 h 106"/>
                <a:gd name="T36" fmla="*/ 16 w 45"/>
                <a:gd name="T37" fmla="*/ 30 h 106"/>
                <a:gd name="T38" fmla="*/ 16 w 45"/>
                <a:gd name="T39" fmla="*/ 20 h 106"/>
                <a:gd name="T40" fmla="*/ 35 w 45"/>
                <a:gd name="T41" fmla="*/ 0 h 106"/>
                <a:gd name="T42" fmla="*/ 43 w 45"/>
                <a:gd name="T43" fmla="*/ 1 h 106"/>
                <a:gd name="T44" fmla="*/ 45 w 45"/>
                <a:gd name="T45" fmla="*/ 4 h 106"/>
                <a:gd name="T46" fmla="*/ 45 w 45"/>
                <a:gd name="T47" fmla="*/ 8 h 106"/>
                <a:gd name="T48" fmla="*/ 43 w 45"/>
                <a:gd name="T49" fmla="*/ 1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5" h="106">
                  <a:moveTo>
                    <a:pt x="43" y="10"/>
                  </a:moveTo>
                  <a:cubicBezTo>
                    <a:pt x="36" y="10"/>
                    <a:pt x="36" y="10"/>
                    <a:pt x="36" y="10"/>
                  </a:cubicBezTo>
                  <a:cubicBezTo>
                    <a:pt x="30" y="10"/>
                    <a:pt x="28" y="12"/>
                    <a:pt x="28" y="20"/>
                  </a:cubicBezTo>
                  <a:cubicBezTo>
                    <a:pt x="28" y="30"/>
                    <a:pt x="28" y="30"/>
                    <a:pt x="28" y="30"/>
                  </a:cubicBezTo>
                  <a:cubicBezTo>
                    <a:pt x="42" y="30"/>
                    <a:pt x="42" y="30"/>
                    <a:pt x="42" y="30"/>
                  </a:cubicBezTo>
                  <a:cubicBezTo>
                    <a:pt x="44" y="30"/>
                    <a:pt x="45" y="31"/>
                    <a:pt x="45" y="32"/>
                  </a:cubicBezTo>
                  <a:cubicBezTo>
                    <a:pt x="45" y="37"/>
                    <a:pt x="45" y="37"/>
                    <a:pt x="45" y="37"/>
                  </a:cubicBezTo>
                  <a:cubicBezTo>
                    <a:pt x="45" y="39"/>
                    <a:pt x="44" y="40"/>
                    <a:pt x="42" y="40"/>
                  </a:cubicBezTo>
                  <a:cubicBezTo>
                    <a:pt x="28" y="40"/>
                    <a:pt x="28" y="40"/>
                    <a:pt x="28" y="40"/>
                  </a:cubicBezTo>
                  <a:cubicBezTo>
                    <a:pt x="28" y="103"/>
                    <a:pt x="28" y="103"/>
                    <a:pt x="28" y="103"/>
                  </a:cubicBezTo>
                  <a:cubicBezTo>
                    <a:pt x="28" y="104"/>
                    <a:pt x="27" y="106"/>
                    <a:pt x="25" y="106"/>
                  </a:cubicBezTo>
                  <a:cubicBezTo>
                    <a:pt x="18" y="106"/>
                    <a:pt x="18" y="106"/>
                    <a:pt x="18" y="106"/>
                  </a:cubicBezTo>
                  <a:cubicBezTo>
                    <a:pt x="17" y="106"/>
                    <a:pt x="16" y="104"/>
                    <a:pt x="16" y="103"/>
                  </a:cubicBezTo>
                  <a:cubicBezTo>
                    <a:pt x="16" y="40"/>
                    <a:pt x="16" y="40"/>
                    <a:pt x="16" y="40"/>
                  </a:cubicBezTo>
                  <a:cubicBezTo>
                    <a:pt x="2" y="38"/>
                    <a:pt x="2" y="38"/>
                    <a:pt x="2" y="38"/>
                  </a:cubicBezTo>
                  <a:cubicBezTo>
                    <a:pt x="1" y="38"/>
                    <a:pt x="0" y="37"/>
                    <a:pt x="0" y="36"/>
                  </a:cubicBezTo>
                  <a:cubicBezTo>
                    <a:pt x="0" y="32"/>
                    <a:pt x="0" y="32"/>
                    <a:pt x="0" y="32"/>
                  </a:cubicBezTo>
                  <a:cubicBezTo>
                    <a:pt x="0" y="31"/>
                    <a:pt x="1" y="30"/>
                    <a:pt x="2" y="30"/>
                  </a:cubicBezTo>
                  <a:cubicBezTo>
                    <a:pt x="16" y="30"/>
                    <a:pt x="16" y="30"/>
                    <a:pt x="16" y="30"/>
                  </a:cubicBezTo>
                  <a:cubicBezTo>
                    <a:pt x="16" y="20"/>
                    <a:pt x="16" y="20"/>
                    <a:pt x="16" y="20"/>
                  </a:cubicBezTo>
                  <a:cubicBezTo>
                    <a:pt x="16" y="5"/>
                    <a:pt x="23" y="0"/>
                    <a:pt x="35" y="0"/>
                  </a:cubicBezTo>
                  <a:cubicBezTo>
                    <a:pt x="39" y="0"/>
                    <a:pt x="41" y="1"/>
                    <a:pt x="43" y="1"/>
                  </a:cubicBezTo>
                  <a:cubicBezTo>
                    <a:pt x="44" y="2"/>
                    <a:pt x="45" y="2"/>
                    <a:pt x="45" y="4"/>
                  </a:cubicBezTo>
                  <a:cubicBezTo>
                    <a:pt x="45" y="8"/>
                    <a:pt x="45" y="8"/>
                    <a:pt x="45" y="8"/>
                  </a:cubicBezTo>
                  <a:cubicBezTo>
                    <a:pt x="45" y="10"/>
                    <a:pt x="44" y="10"/>
                    <a:pt x="4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19"/>
            <p:cNvSpPr/>
            <p:nvPr/>
          </p:nvSpPr>
          <p:spPr bwMode="auto">
            <a:xfrm>
              <a:off x="296863" y="3243263"/>
              <a:ext cx="88900" cy="179387"/>
            </a:xfrm>
            <a:custGeom>
              <a:avLst/>
              <a:gdLst>
                <a:gd name="T0" fmla="*/ 44 w 47"/>
                <a:gd name="T1" fmla="*/ 94 h 95"/>
                <a:gd name="T2" fmla="*/ 35 w 47"/>
                <a:gd name="T3" fmla="*/ 95 h 95"/>
                <a:gd name="T4" fmla="*/ 16 w 47"/>
                <a:gd name="T5" fmla="*/ 76 h 95"/>
                <a:gd name="T6" fmla="*/ 16 w 47"/>
                <a:gd name="T7" fmla="*/ 28 h 95"/>
                <a:gd name="T8" fmla="*/ 3 w 47"/>
                <a:gd name="T9" fmla="*/ 26 h 95"/>
                <a:gd name="T10" fmla="*/ 0 w 47"/>
                <a:gd name="T11" fmla="*/ 24 h 95"/>
                <a:gd name="T12" fmla="*/ 0 w 47"/>
                <a:gd name="T13" fmla="*/ 20 h 95"/>
                <a:gd name="T14" fmla="*/ 3 w 47"/>
                <a:gd name="T15" fmla="*/ 18 h 95"/>
                <a:gd name="T16" fmla="*/ 16 w 47"/>
                <a:gd name="T17" fmla="*/ 18 h 95"/>
                <a:gd name="T18" fmla="*/ 16 w 47"/>
                <a:gd name="T19" fmla="*/ 4 h 95"/>
                <a:gd name="T20" fmla="*/ 19 w 47"/>
                <a:gd name="T21" fmla="*/ 1 h 95"/>
                <a:gd name="T22" fmla="*/ 26 w 47"/>
                <a:gd name="T23" fmla="*/ 0 h 95"/>
                <a:gd name="T24" fmla="*/ 26 w 47"/>
                <a:gd name="T25" fmla="*/ 0 h 95"/>
                <a:gd name="T26" fmla="*/ 28 w 47"/>
                <a:gd name="T27" fmla="*/ 3 h 95"/>
                <a:gd name="T28" fmla="*/ 28 w 47"/>
                <a:gd name="T29" fmla="*/ 18 h 95"/>
                <a:gd name="T30" fmla="*/ 43 w 47"/>
                <a:gd name="T31" fmla="*/ 18 h 95"/>
                <a:gd name="T32" fmla="*/ 46 w 47"/>
                <a:gd name="T33" fmla="*/ 20 h 95"/>
                <a:gd name="T34" fmla="*/ 46 w 47"/>
                <a:gd name="T35" fmla="*/ 25 h 95"/>
                <a:gd name="T36" fmla="*/ 43 w 47"/>
                <a:gd name="T37" fmla="*/ 28 h 95"/>
                <a:gd name="T38" fmla="*/ 28 w 47"/>
                <a:gd name="T39" fmla="*/ 28 h 95"/>
                <a:gd name="T40" fmla="*/ 28 w 47"/>
                <a:gd name="T41" fmla="*/ 76 h 95"/>
                <a:gd name="T42" fmla="*/ 36 w 47"/>
                <a:gd name="T43" fmla="*/ 85 h 95"/>
                <a:gd name="T44" fmla="*/ 44 w 47"/>
                <a:gd name="T45" fmla="*/ 85 h 95"/>
                <a:gd name="T46" fmla="*/ 47 w 47"/>
                <a:gd name="T47" fmla="*/ 87 h 95"/>
                <a:gd name="T48" fmla="*/ 47 w 47"/>
                <a:gd name="T49" fmla="*/ 92 h 95"/>
                <a:gd name="T50" fmla="*/ 44 w 47"/>
                <a:gd name="T51" fmla="*/ 94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 h="95">
                  <a:moveTo>
                    <a:pt x="44" y="94"/>
                  </a:moveTo>
                  <a:cubicBezTo>
                    <a:pt x="41" y="94"/>
                    <a:pt x="38" y="95"/>
                    <a:pt x="35" y="95"/>
                  </a:cubicBezTo>
                  <a:cubicBezTo>
                    <a:pt x="22" y="95"/>
                    <a:pt x="16" y="91"/>
                    <a:pt x="16" y="76"/>
                  </a:cubicBezTo>
                  <a:cubicBezTo>
                    <a:pt x="16" y="28"/>
                    <a:pt x="16" y="28"/>
                    <a:pt x="16" y="28"/>
                  </a:cubicBezTo>
                  <a:cubicBezTo>
                    <a:pt x="3" y="26"/>
                    <a:pt x="3" y="26"/>
                    <a:pt x="3" y="26"/>
                  </a:cubicBezTo>
                  <a:cubicBezTo>
                    <a:pt x="1" y="26"/>
                    <a:pt x="0" y="25"/>
                    <a:pt x="0" y="24"/>
                  </a:cubicBezTo>
                  <a:cubicBezTo>
                    <a:pt x="0" y="20"/>
                    <a:pt x="0" y="20"/>
                    <a:pt x="0" y="20"/>
                  </a:cubicBezTo>
                  <a:cubicBezTo>
                    <a:pt x="0" y="19"/>
                    <a:pt x="1" y="18"/>
                    <a:pt x="3" y="18"/>
                  </a:cubicBezTo>
                  <a:cubicBezTo>
                    <a:pt x="16" y="18"/>
                    <a:pt x="16" y="18"/>
                    <a:pt x="16" y="18"/>
                  </a:cubicBezTo>
                  <a:cubicBezTo>
                    <a:pt x="16" y="4"/>
                    <a:pt x="16" y="4"/>
                    <a:pt x="16" y="4"/>
                  </a:cubicBezTo>
                  <a:cubicBezTo>
                    <a:pt x="16" y="3"/>
                    <a:pt x="17" y="2"/>
                    <a:pt x="19" y="1"/>
                  </a:cubicBezTo>
                  <a:cubicBezTo>
                    <a:pt x="26" y="0"/>
                    <a:pt x="26" y="0"/>
                    <a:pt x="26" y="0"/>
                  </a:cubicBezTo>
                  <a:cubicBezTo>
                    <a:pt x="26" y="0"/>
                    <a:pt x="26" y="0"/>
                    <a:pt x="26" y="0"/>
                  </a:cubicBezTo>
                  <a:cubicBezTo>
                    <a:pt x="27" y="0"/>
                    <a:pt x="28" y="1"/>
                    <a:pt x="28" y="3"/>
                  </a:cubicBezTo>
                  <a:cubicBezTo>
                    <a:pt x="28" y="18"/>
                    <a:pt x="28" y="18"/>
                    <a:pt x="28" y="18"/>
                  </a:cubicBezTo>
                  <a:cubicBezTo>
                    <a:pt x="43" y="18"/>
                    <a:pt x="43" y="18"/>
                    <a:pt x="43" y="18"/>
                  </a:cubicBezTo>
                  <a:cubicBezTo>
                    <a:pt x="45" y="18"/>
                    <a:pt x="46" y="19"/>
                    <a:pt x="46" y="20"/>
                  </a:cubicBezTo>
                  <a:cubicBezTo>
                    <a:pt x="46" y="25"/>
                    <a:pt x="46" y="25"/>
                    <a:pt x="46" y="25"/>
                  </a:cubicBezTo>
                  <a:cubicBezTo>
                    <a:pt x="46" y="27"/>
                    <a:pt x="45" y="28"/>
                    <a:pt x="43" y="28"/>
                  </a:cubicBezTo>
                  <a:cubicBezTo>
                    <a:pt x="28" y="28"/>
                    <a:pt x="28" y="28"/>
                    <a:pt x="28" y="28"/>
                  </a:cubicBezTo>
                  <a:cubicBezTo>
                    <a:pt x="28" y="76"/>
                    <a:pt x="28" y="76"/>
                    <a:pt x="28" y="76"/>
                  </a:cubicBezTo>
                  <a:cubicBezTo>
                    <a:pt x="28" y="84"/>
                    <a:pt x="30" y="85"/>
                    <a:pt x="36" y="85"/>
                  </a:cubicBezTo>
                  <a:cubicBezTo>
                    <a:pt x="44" y="85"/>
                    <a:pt x="44" y="85"/>
                    <a:pt x="44" y="85"/>
                  </a:cubicBezTo>
                  <a:cubicBezTo>
                    <a:pt x="46" y="85"/>
                    <a:pt x="47" y="85"/>
                    <a:pt x="47" y="87"/>
                  </a:cubicBezTo>
                  <a:cubicBezTo>
                    <a:pt x="47" y="92"/>
                    <a:pt x="47" y="92"/>
                    <a:pt x="47" y="92"/>
                  </a:cubicBezTo>
                  <a:cubicBezTo>
                    <a:pt x="47" y="93"/>
                    <a:pt x="46" y="94"/>
                    <a:pt x="44" y="9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20"/>
            <p:cNvSpPr/>
            <p:nvPr/>
          </p:nvSpPr>
          <p:spPr bwMode="auto">
            <a:xfrm>
              <a:off x="400050" y="3276600"/>
              <a:ext cx="184150" cy="146050"/>
            </a:xfrm>
            <a:custGeom>
              <a:avLst/>
              <a:gdLst>
                <a:gd name="T0" fmla="*/ 98 w 98"/>
                <a:gd name="T1" fmla="*/ 3 h 77"/>
                <a:gd name="T2" fmla="*/ 85 w 98"/>
                <a:gd name="T3" fmla="*/ 67 h 77"/>
                <a:gd name="T4" fmla="*/ 73 w 98"/>
                <a:gd name="T5" fmla="*/ 77 h 77"/>
                <a:gd name="T6" fmla="*/ 62 w 98"/>
                <a:gd name="T7" fmla="*/ 67 h 77"/>
                <a:gd name="T8" fmla="*/ 50 w 98"/>
                <a:gd name="T9" fmla="*/ 20 h 77"/>
                <a:gd name="T10" fmla="*/ 49 w 98"/>
                <a:gd name="T11" fmla="*/ 19 h 77"/>
                <a:gd name="T12" fmla="*/ 49 w 98"/>
                <a:gd name="T13" fmla="*/ 20 h 77"/>
                <a:gd name="T14" fmla="*/ 37 w 98"/>
                <a:gd name="T15" fmla="*/ 67 h 77"/>
                <a:gd name="T16" fmla="*/ 25 w 98"/>
                <a:gd name="T17" fmla="*/ 77 h 77"/>
                <a:gd name="T18" fmla="*/ 14 w 98"/>
                <a:gd name="T19" fmla="*/ 67 h 77"/>
                <a:gd name="T20" fmla="*/ 0 w 98"/>
                <a:gd name="T21" fmla="*/ 3 h 77"/>
                <a:gd name="T22" fmla="*/ 0 w 98"/>
                <a:gd name="T23" fmla="*/ 2 h 77"/>
                <a:gd name="T24" fmla="*/ 3 w 98"/>
                <a:gd name="T25" fmla="*/ 0 h 77"/>
                <a:gd name="T26" fmla="*/ 10 w 98"/>
                <a:gd name="T27" fmla="*/ 0 h 77"/>
                <a:gd name="T28" fmla="*/ 13 w 98"/>
                <a:gd name="T29" fmla="*/ 2 h 77"/>
                <a:gd name="T30" fmla="*/ 24 w 98"/>
                <a:gd name="T31" fmla="*/ 65 h 77"/>
                <a:gd name="T32" fmla="*/ 25 w 98"/>
                <a:gd name="T33" fmla="*/ 66 h 77"/>
                <a:gd name="T34" fmla="*/ 26 w 98"/>
                <a:gd name="T35" fmla="*/ 65 h 77"/>
                <a:gd name="T36" fmla="*/ 40 w 98"/>
                <a:gd name="T37" fmla="*/ 12 h 77"/>
                <a:gd name="T38" fmla="*/ 45 w 98"/>
                <a:gd name="T39" fmla="*/ 8 h 77"/>
                <a:gd name="T40" fmla="*/ 53 w 98"/>
                <a:gd name="T41" fmla="*/ 8 h 77"/>
                <a:gd name="T42" fmla="*/ 59 w 98"/>
                <a:gd name="T43" fmla="*/ 12 h 77"/>
                <a:gd name="T44" fmla="*/ 72 w 98"/>
                <a:gd name="T45" fmla="*/ 65 h 77"/>
                <a:gd name="T46" fmla="*/ 73 w 98"/>
                <a:gd name="T47" fmla="*/ 66 h 77"/>
                <a:gd name="T48" fmla="*/ 74 w 98"/>
                <a:gd name="T49" fmla="*/ 65 h 77"/>
                <a:gd name="T50" fmla="*/ 86 w 98"/>
                <a:gd name="T51" fmla="*/ 2 h 77"/>
                <a:gd name="T52" fmla="*/ 88 w 98"/>
                <a:gd name="T53" fmla="*/ 0 h 77"/>
                <a:gd name="T54" fmla="*/ 96 w 98"/>
                <a:gd name="T55" fmla="*/ 0 h 77"/>
                <a:gd name="T56" fmla="*/ 98 w 98"/>
                <a:gd name="T57" fmla="*/ 2 h 77"/>
                <a:gd name="T58" fmla="*/ 98 w 98"/>
                <a:gd name="T59" fmla="*/ 3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8" h="77">
                  <a:moveTo>
                    <a:pt x="98" y="3"/>
                  </a:moveTo>
                  <a:cubicBezTo>
                    <a:pt x="85" y="67"/>
                    <a:pt x="85" y="67"/>
                    <a:pt x="85" y="67"/>
                  </a:cubicBezTo>
                  <a:cubicBezTo>
                    <a:pt x="83" y="76"/>
                    <a:pt x="82" y="77"/>
                    <a:pt x="73" y="77"/>
                  </a:cubicBezTo>
                  <a:cubicBezTo>
                    <a:pt x="66" y="77"/>
                    <a:pt x="64" y="75"/>
                    <a:pt x="62" y="67"/>
                  </a:cubicBezTo>
                  <a:cubicBezTo>
                    <a:pt x="50" y="20"/>
                    <a:pt x="50" y="20"/>
                    <a:pt x="50" y="20"/>
                  </a:cubicBezTo>
                  <a:cubicBezTo>
                    <a:pt x="50" y="19"/>
                    <a:pt x="50" y="19"/>
                    <a:pt x="49" y="19"/>
                  </a:cubicBezTo>
                  <a:cubicBezTo>
                    <a:pt x="49" y="19"/>
                    <a:pt x="49" y="19"/>
                    <a:pt x="49" y="20"/>
                  </a:cubicBezTo>
                  <a:cubicBezTo>
                    <a:pt x="37" y="67"/>
                    <a:pt x="37" y="67"/>
                    <a:pt x="37" y="67"/>
                  </a:cubicBezTo>
                  <a:cubicBezTo>
                    <a:pt x="35" y="75"/>
                    <a:pt x="32" y="77"/>
                    <a:pt x="25" y="77"/>
                  </a:cubicBezTo>
                  <a:cubicBezTo>
                    <a:pt x="17" y="77"/>
                    <a:pt x="15" y="76"/>
                    <a:pt x="14" y="67"/>
                  </a:cubicBezTo>
                  <a:cubicBezTo>
                    <a:pt x="0" y="3"/>
                    <a:pt x="0" y="3"/>
                    <a:pt x="0" y="3"/>
                  </a:cubicBezTo>
                  <a:cubicBezTo>
                    <a:pt x="0" y="3"/>
                    <a:pt x="0" y="3"/>
                    <a:pt x="0" y="2"/>
                  </a:cubicBezTo>
                  <a:cubicBezTo>
                    <a:pt x="0" y="1"/>
                    <a:pt x="1" y="0"/>
                    <a:pt x="3" y="0"/>
                  </a:cubicBezTo>
                  <a:cubicBezTo>
                    <a:pt x="10" y="0"/>
                    <a:pt x="10" y="0"/>
                    <a:pt x="10" y="0"/>
                  </a:cubicBezTo>
                  <a:cubicBezTo>
                    <a:pt x="12" y="0"/>
                    <a:pt x="13" y="1"/>
                    <a:pt x="13" y="2"/>
                  </a:cubicBezTo>
                  <a:cubicBezTo>
                    <a:pt x="24" y="65"/>
                    <a:pt x="24" y="65"/>
                    <a:pt x="24" y="65"/>
                  </a:cubicBezTo>
                  <a:cubicBezTo>
                    <a:pt x="24" y="66"/>
                    <a:pt x="25" y="66"/>
                    <a:pt x="25" y="66"/>
                  </a:cubicBezTo>
                  <a:cubicBezTo>
                    <a:pt x="26" y="66"/>
                    <a:pt x="26" y="66"/>
                    <a:pt x="26" y="65"/>
                  </a:cubicBezTo>
                  <a:cubicBezTo>
                    <a:pt x="40" y="12"/>
                    <a:pt x="40" y="12"/>
                    <a:pt x="40" y="12"/>
                  </a:cubicBezTo>
                  <a:cubicBezTo>
                    <a:pt x="41" y="9"/>
                    <a:pt x="43" y="8"/>
                    <a:pt x="45" y="8"/>
                  </a:cubicBezTo>
                  <a:cubicBezTo>
                    <a:pt x="53" y="8"/>
                    <a:pt x="53" y="8"/>
                    <a:pt x="53" y="8"/>
                  </a:cubicBezTo>
                  <a:cubicBezTo>
                    <a:pt x="56" y="8"/>
                    <a:pt x="58" y="9"/>
                    <a:pt x="59" y="12"/>
                  </a:cubicBezTo>
                  <a:cubicBezTo>
                    <a:pt x="72" y="65"/>
                    <a:pt x="72" y="65"/>
                    <a:pt x="72" y="65"/>
                  </a:cubicBezTo>
                  <a:cubicBezTo>
                    <a:pt x="73" y="66"/>
                    <a:pt x="73" y="66"/>
                    <a:pt x="73" y="66"/>
                  </a:cubicBezTo>
                  <a:cubicBezTo>
                    <a:pt x="74" y="66"/>
                    <a:pt x="74" y="66"/>
                    <a:pt x="74" y="65"/>
                  </a:cubicBezTo>
                  <a:cubicBezTo>
                    <a:pt x="86" y="2"/>
                    <a:pt x="86" y="2"/>
                    <a:pt x="86" y="2"/>
                  </a:cubicBezTo>
                  <a:cubicBezTo>
                    <a:pt x="86" y="1"/>
                    <a:pt x="87" y="0"/>
                    <a:pt x="88" y="0"/>
                  </a:cubicBezTo>
                  <a:cubicBezTo>
                    <a:pt x="96" y="0"/>
                    <a:pt x="96" y="0"/>
                    <a:pt x="96" y="0"/>
                  </a:cubicBezTo>
                  <a:cubicBezTo>
                    <a:pt x="97" y="0"/>
                    <a:pt x="98" y="1"/>
                    <a:pt x="98" y="2"/>
                  </a:cubicBezTo>
                  <a:cubicBezTo>
                    <a:pt x="98" y="3"/>
                    <a:pt x="98" y="3"/>
                    <a:pt x="9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21"/>
            <p:cNvSpPr>
              <a:spLocks noEditPoints="1"/>
            </p:cNvSpPr>
            <p:nvPr/>
          </p:nvSpPr>
          <p:spPr bwMode="auto">
            <a:xfrm>
              <a:off x="608013" y="3275013"/>
              <a:ext cx="104775" cy="147637"/>
            </a:xfrm>
            <a:custGeom>
              <a:avLst/>
              <a:gdLst>
                <a:gd name="T0" fmla="*/ 53 w 56"/>
                <a:gd name="T1" fmla="*/ 77 h 78"/>
                <a:gd name="T2" fmla="*/ 47 w 56"/>
                <a:gd name="T3" fmla="*/ 77 h 78"/>
                <a:gd name="T4" fmla="*/ 44 w 56"/>
                <a:gd name="T5" fmla="*/ 74 h 78"/>
                <a:gd name="T6" fmla="*/ 44 w 56"/>
                <a:gd name="T7" fmla="*/ 71 h 78"/>
                <a:gd name="T8" fmla="*/ 23 w 56"/>
                <a:gd name="T9" fmla="*/ 78 h 78"/>
                <a:gd name="T10" fmla="*/ 0 w 56"/>
                <a:gd name="T11" fmla="*/ 55 h 78"/>
                <a:gd name="T12" fmla="*/ 0 w 56"/>
                <a:gd name="T13" fmla="*/ 54 h 78"/>
                <a:gd name="T14" fmla="*/ 34 w 56"/>
                <a:gd name="T15" fmla="*/ 31 h 78"/>
                <a:gd name="T16" fmla="*/ 44 w 56"/>
                <a:gd name="T17" fmla="*/ 31 h 78"/>
                <a:gd name="T18" fmla="*/ 44 w 56"/>
                <a:gd name="T19" fmla="*/ 26 h 78"/>
                <a:gd name="T20" fmla="*/ 29 w 56"/>
                <a:gd name="T21" fmla="*/ 10 h 78"/>
                <a:gd name="T22" fmla="*/ 8 w 56"/>
                <a:gd name="T23" fmla="*/ 11 h 78"/>
                <a:gd name="T24" fmla="*/ 7 w 56"/>
                <a:gd name="T25" fmla="*/ 11 h 78"/>
                <a:gd name="T26" fmla="*/ 5 w 56"/>
                <a:gd name="T27" fmla="*/ 9 h 78"/>
                <a:gd name="T28" fmla="*/ 5 w 56"/>
                <a:gd name="T29" fmla="*/ 4 h 78"/>
                <a:gd name="T30" fmla="*/ 8 w 56"/>
                <a:gd name="T31" fmla="*/ 1 h 78"/>
                <a:gd name="T32" fmla="*/ 29 w 56"/>
                <a:gd name="T33" fmla="*/ 0 h 78"/>
                <a:gd name="T34" fmla="*/ 56 w 56"/>
                <a:gd name="T35" fmla="*/ 26 h 78"/>
                <a:gd name="T36" fmla="*/ 56 w 56"/>
                <a:gd name="T37" fmla="*/ 74 h 78"/>
                <a:gd name="T38" fmla="*/ 53 w 56"/>
                <a:gd name="T39" fmla="*/ 77 h 78"/>
                <a:gd name="T40" fmla="*/ 44 w 56"/>
                <a:gd name="T41" fmla="*/ 40 h 78"/>
                <a:gd name="T42" fmla="*/ 34 w 56"/>
                <a:gd name="T43" fmla="*/ 40 h 78"/>
                <a:gd name="T44" fmla="*/ 12 w 56"/>
                <a:gd name="T45" fmla="*/ 53 h 78"/>
                <a:gd name="T46" fmla="*/ 12 w 56"/>
                <a:gd name="T47" fmla="*/ 55 h 78"/>
                <a:gd name="T48" fmla="*/ 25 w 56"/>
                <a:gd name="T49" fmla="*/ 68 h 78"/>
                <a:gd name="T50" fmla="*/ 44 w 56"/>
                <a:gd name="T51" fmla="*/ 62 h 78"/>
                <a:gd name="T52" fmla="*/ 44 w 56"/>
                <a:gd name="T53" fmla="*/ 4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6" h="78">
                  <a:moveTo>
                    <a:pt x="53" y="77"/>
                  </a:moveTo>
                  <a:cubicBezTo>
                    <a:pt x="47" y="77"/>
                    <a:pt x="47" y="77"/>
                    <a:pt x="47" y="77"/>
                  </a:cubicBezTo>
                  <a:cubicBezTo>
                    <a:pt x="45" y="77"/>
                    <a:pt x="44" y="75"/>
                    <a:pt x="44" y="74"/>
                  </a:cubicBezTo>
                  <a:cubicBezTo>
                    <a:pt x="44" y="71"/>
                    <a:pt x="44" y="71"/>
                    <a:pt x="44" y="71"/>
                  </a:cubicBezTo>
                  <a:cubicBezTo>
                    <a:pt x="37" y="75"/>
                    <a:pt x="30" y="78"/>
                    <a:pt x="23" y="78"/>
                  </a:cubicBezTo>
                  <a:cubicBezTo>
                    <a:pt x="11" y="78"/>
                    <a:pt x="0" y="72"/>
                    <a:pt x="0" y="55"/>
                  </a:cubicBezTo>
                  <a:cubicBezTo>
                    <a:pt x="0" y="54"/>
                    <a:pt x="0" y="54"/>
                    <a:pt x="0" y="54"/>
                  </a:cubicBezTo>
                  <a:cubicBezTo>
                    <a:pt x="0" y="39"/>
                    <a:pt x="9" y="31"/>
                    <a:pt x="34" y="31"/>
                  </a:cubicBezTo>
                  <a:cubicBezTo>
                    <a:pt x="44" y="31"/>
                    <a:pt x="44" y="31"/>
                    <a:pt x="44" y="31"/>
                  </a:cubicBezTo>
                  <a:cubicBezTo>
                    <a:pt x="44" y="26"/>
                    <a:pt x="44" y="26"/>
                    <a:pt x="44" y="26"/>
                  </a:cubicBezTo>
                  <a:cubicBezTo>
                    <a:pt x="44" y="14"/>
                    <a:pt x="40" y="10"/>
                    <a:pt x="29" y="10"/>
                  </a:cubicBezTo>
                  <a:cubicBezTo>
                    <a:pt x="20" y="10"/>
                    <a:pt x="13" y="11"/>
                    <a:pt x="8" y="11"/>
                  </a:cubicBezTo>
                  <a:cubicBezTo>
                    <a:pt x="8" y="11"/>
                    <a:pt x="7" y="11"/>
                    <a:pt x="7" y="11"/>
                  </a:cubicBezTo>
                  <a:cubicBezTo>
                    <a:pt x="6" y="11"/>
                    <a:pt x="5" y="11"/>
                    <a:pt x="5" y="9"/>
                  </a:cubicBezTo>
                  <a:cubicBezTo>
                    <a:pt x="5" y="4"/>
                    <a:pt x="5" y="4"/>
                    <a:pt x="5" y="4"/>
                  </a:cubicBezTo>
                  <a:cubicBezTo>
                    <a:pt x="5" y="3"/>
                    <a:pt x="6" y="2"/>
                    <a:pt x="8" y="1"/>
                  </a:cubicBezTo>
                  <a:cubicBezTo>
                    <a:pt x="13" y="0"/>
                    <a:pt x="20" y="0"/>
                    <a:pt x="29" y="0"/>
                  </a:cubicBezTo>
                  <a:cubicBezTo>
                    <a:pt x="48" y="0"/>
                    <a:pt x="56" y="9"/>
                    <a:pt x="56" y="26"/>
                  </a:cubicBezTo>
                  <a:cubicBezTo>
                    <a:pt x="56" y="74"/>
                    <a:pt x="56" y="74"/>
                    <a:pt x="56" y="74"/>
                  </a:cubicBezTo>
                  <a:cubicBezTo>
                    <a:pt x="56" y="75"/>
                    <a:pt x="55" y="77"/>
                    <a:pt x="53" y="77"/>
                  </a:cubicBezTo>
                  <a:close/>
                  <a:moveTo>
                    <a:pt x="44" y="40"/>
                  </a:moveTo>
                  <a:cubicBezTo>
                    <a:pt x="34" y="40"/>
                    <a:pt x="34" y="40"/>
                    <a:pt x="34" y="40"/>
                  </a:cubicBezTo>
                  <a:cubicBezTo>
                    <a:pt x="17" y="40"/>
                    <a:pt x="12" y="44"/>
                    <a:pt x="12" y="53"/>
                  </a:cubicBezTo>
                  <a:cubicBezTo>
                    <a:pt x="12" y="55"/>
                    <a:pt x="12" y="55"/>
                    <a:pt x="12" y="55"/>
                  </a:cubicBezTo>
                  <a:cubicBezTo>
                    <a:pt x="12" y="65"/>
                    <a:pt x="17" y="68"/>
                    <a:pt x="25" y="68"/>
                  </a:cubicBezTo>
                  <a:cubicBezTo>
                    <a:pt x="31" y="68"/>
                    <a:pt x="37" y="66"/>
                    <a:pt x="44" y="62"/>
                  </a:cubicBezTo>
                  <a:lnTo>
                    <a:pt x="44" y="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22"/>
            <p:cNvSpPr/>
            <p:nvPr/>
          </p:nvSpPr>
          <p:spPr bwMode="auto">
            <a:xfrm>
              <a:off x="749300" y="3275013"/>
              <a:ext cx="63500" cy="144462"/>
            </a:xfrm>
            <a:custGeom>
              <a:avLst/>
              <a:gdLst>
                <a:gd name="T0" fmla="*/ 31 w 34"/>
                <a:gd name="T1" fmla="*/ 10 h 77"/>
                <a:gd name="T2" fmla="*/ 12 w 34"/>
                <a:gd name="T3" fmla="*/ 16 h 77"/>
                <a:gd name="T4" fmla="*/ 12 w 34"/>
                <a:gd name="T5" fmla="*/ 74 h 77"/>
                <a:gd name="T6" fmla="*/ 9 w 34"/>
                <a:gd name="T7" fmla="*/ 77 h 77"/>
                <a:gd name="T8" fmla="*/ 2 w 34"/>
                <a:gd name="T9" fmla="*/ 77 h 77"/>
                <a:gd name="T10" fmla="*/ 0 w 34"/>
                <a:gd name="T11" fmla="*/ 74 h 77"/>
                <a:gd name="T12" fmla="*/ 0 w 34"/>
                <a:gd name="T13" fmla="*/ 3 h 77"/>
                <a:gd name="T14" fmla="*/ 2 w 34"/>
                <a:gd name="T15" fmla="*/ 1 h 77"/>
                <a:gd name="T16" fmla="*/ 9 w 34"/>
                <a:gd name="T17" fmla="*/ 1 h 77"/>
                <a:gd name="T18" fmla="*/ 11 w 34"/>
                <a:gd name="T19" fmla="*/ 3 h 77"/>
                <a:gd name="T20" fmla="*/ 11 w 34"/>
                <a:gd name="T21" fmla="*/ 6 h 77"/>
                <a:gd name="T22" fmla="*/ 31 w 34"/>
                <a:gd name="T23" fmla="*/ 0 h 77"/>
                <a:gd name="T24" fmla="*/ 34 w 34"/>
                <a:gd name="T25" fmla="*/ 2 h 77"/>
                <a:gd name="T26" fmla="*/ 34 w 34"/>
                <a:gd name="T27" fmla="*/ 8 h 77"/>
                <a:gd name="T28" fmla="*/ 31 w 34"/>
                <a:gd name="T29" fmla="*/ 1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 h="77">
                  <a:moveTo>
                    <a:pt x="31" y="10"/>
                  </a:moveTo>
                  <a:cubicBezTo>
                    <a:pt x="25" y="10"/>
                    <a:pt x="19" y="12"/>
                    <a:pt x="12" y="16"/>
                  </a:cubicBezTo>
                  <a:cubicBezTo>
                    <a:pt x="12" y="74"/>
                    <a:pt x="12" y="74"/>
                    <a:pt x="12" y="74"/>
                  </a:cubicBezTo>
                  <a:cubicBezTo>
                    <a:pt x="12" y="75"/>
                    <a:pt x="11" y="77"/>
                    <a:pt x="9" y="77"/>
                  </a:cubicBezTo>
                  <a:cubicBezTo>
                    <a:pt x="2" y="77"/>
                    <a:pt x="2" y="77"/>
                    <a:pt x="2" y="77"/>
                  </a:cubicBezTo>
                  <a:cubicBezTo>
                    <a:pt x="1" y="77"/>
                    <a:pt x="0" y="75"/>
                    <a:pt x="0" y="74"/>
                  </a:cubicBezTo>
                  <a:cubicBezTo>
                    <a:pt x="0" y="3"/>
                    <a:pt x="0" y="3"/>
                    <a:pt x="0" y="3"/>
                  </a:cubicBezTo>
                  <a:cubicBezTo>
                    <a:pt x="0" y="2"/>
                    <a:pt x="1" y="1"/>
                    <a:pt x="2" y="1"/>
                  </a:cubicBezTo>
                  <a:cubicBezTo>
                    <a:pt x="9" y="1"/>
                    <a:pt x="9" y="1"/>
                    <a:pt x="9" y="1"/>
                  </a:cubicBezTo>
                  <a:cubicBezTo>
                    <a:pt x="10" y="1"/>
                    <a:pt x="11" y="2"/>
                    <a:pt x="11" y="3"/>
                  </a:cubicBezTo>
                  <a:cubicBezTo>
                    <a:pt x="11" y="6"/>
                    <a:pt x="11" y="6"/>
                    <a:pt x="11" y="6"/>
                  </a:cubicBezTo>
                  <a:cubicBezTo>
                    <a:pt x="18" y="1"/>
                    <a:pt x="25" y="0"/>
                    <a:pt x="31" y="0"/>
                  </a:cubicBezTo>
                  <a:cubicBezTo>
                    <a:pt x="33" y="0"/>
                    <a:pt x="34" y="0"/>
                    <a:pt x="34" y="2"/>
                  </a:cubicBezTo>
                  <a:cubicBezTo>
                    <a:pt x="34" y="8"/>
                    <a:pt x="34" y="8"/>
                    <a:pt x="34" y="8"/>
                  </a:cubicBezTo>
                  <a:cubicBezTo>
                    <a:pt x="34" y="9"/>
                    <a:pt x="33" y="10"/>
                    <a:pt x="3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23"/>
            <p:cNvSpPr>
              <a:spLocks noEditPoints="1"/>
            </p:cNvSpPr>
            <p:nvPr/>
          </p:nvSpPr>
          <p:spPr bwMode="auto">
            <a:xfrm>
              <a:off x="825500" y="3275013"/>
              <a:ext cx="114300" cy="147637"/>
            </a:xfrm>
            <a:custGeom>
              <a:avLst/>
              <a:gdLst>
                <a:gd name="T0" fmla="*/ 59 w 61"/>
                <a:gd name="T1" fmla="*/ 42 h 78"/>
                <a:gd name="T2" fmla="*/ 12 w 61"/>
                <a:gd name="T3" fmla="*/ 42 h 78"/>
                <a:gd name="T4" fmla="*/ 12 w 61"/>
                <a:gd name="T5" fmla="*/ 44 h 78"/>
                <a:gd name="T6" fmla="*/ 32 w 61"/>
                <a:gd name="T7" fmla="*/ 67 h 78"/>
                <a:gd name="T8" fmla="*/ 56 w 61"/>
                <a:gd name="T9" fmla="*/ 65 h 78"/>
                <a:gd name="T10" fmla="*/ 57 w 61"/>
                <a:gd name="T11" fmla="*/ 65 h 78"/>
                <a:gd name="T12" fmla="*/ 59 w 61"/>
                <a:gd name="T13" fmla="*/ 67 h 78"/>
                <a:gd name="T14" fmla="*/ 59 w 61"/>
                <a:gd name="T15" fmla="*/ 72 h 78"/>
                <a:gd name="T16" fmla="*/ 56 w 61"/>
                <a:gd name="T17" fmla="*/ 75 h 78"/>
                <a:gd name="T18" fmla="*/ 32 w 61"/>
                <a:gd name="T19" fmla="*/ 78 h 78"/>
                <a:gd name="T20" fmla="*/ 0 w 61"/>
                <a:gd name="T21" fmla="*/ 44 h 78"/>
                <a:gd name="T22" fmla="*/ 0 w 61"/>
                <a:gd name="T23" fmla="*/ 32 h 78"/>
                <a:gd name="T24" fmla="*/ 31 w 61"/>
                <a:gd name="T25" fmla="*/ 0 h 78"/>
                <a:gd name="T26" fmla="*/ 61 w 61"/>
                <a:gd name="T27" fmla="*/ 32 h 78"/>
                <a:gd name="T28" fmla="*/ 61 w 61"/>
                <a:gd name="T29" fmla="*/ 39 h 78"/>
                <a:gd name="T30" fmla="*/ 59 w 61"/>
                <a:gd name="T31" fmla="*/ 42 h 78"/>
                <a:gd name="T32" fmla="*/ 49 w 61"/>
                <a:gd name="T33" fmla="*/ 32 h 78"/>
                <a:gd name="T34" fmla="*/ 31 w 61"/>
                <a:gd name="T35" fmla="*/ 10 h 78"/>
                <a:gd name="T36" fmla="*/ 12 w 61"/>
                <a:gd name="T37" fmla="*/ 32 h 78"/>
                <a:gd name="T38" fmla="*/ 12 w 61"/>
                <a:gd name="T39" fmla="*/ 33 h 78"/>
                <a:gd name="T40" fmla="*/ 49 w 61"/>
                <a:gd name="T41" fmla="*/ 33 h 78"/>
                <a:gd name="T42" fmla="*/ 49 w 61"/>
                <a:gd name="T43" fmla="*/ 3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 h="78">
                  <a:moveTo>
                    <a:pt x="59" y="42"/>
                  </a:moveTo>
                  <a:cubicBezTo>
                    <a:pt x="12" y="42"/>
                    <a:pt x="12" y="42"/>
                    <a:pt x="12" y="42"/>
                  </a:cubicBezTo>
                  <a:cubicBezTo>
                    <a:pt x="12" y="44"/>
                    <a:pt x="12" y="44"/>
                    <a:pt x="12" y="44"/>
                  </a:cubicBezTo>
                  <a:cubicBezTo>
                    <a:pt x="12" y="61"/>
                    <a:pt x="19" y="67"/>
                    <a:pt x="32" y="67"/>
                  </a:cubicBezTo>
                  <a:cubicBezTo>
                    <a:pt x="40" y="67"/>
                    <a:pt x="50" y="66"/>
                    <a:pt x="56" y="65"/>
                  </a:cubicBezTo>
                  <a:cubicBezTo>
                    <a:pt x="56" y="65"/>
                    <a:pt x="57" y="65"/>
                    <a:pt x="57" y="65"/>
                  </a:cubicBezTo>
                  <a:cubicBezTo>
                    <a:pt x="58" y="65"/>
                    <a:pt x="59" y="66"/>
                    <a:pt x="59" y="67"/>
                  </a:cubicBezTo>
                  <a:cubicBezTo>
                    <a:pt x="59" y="72"/>
                    <a:pt x="59" y="72"/>
                    <a:pt x="59" y="72"/>
                  </a:cubicBezTo>
                  <a:cubicBezTo>
                    <a:pt x="59" y="74"/>
                    <a:pt x="58" y="75"/>
                    <a:pt x="56" y="75"/>
                  </a:cubicBezTo>
                  <a:cubicBezTo>
                    <a:pt x="48" y="77"/>
                    <a:pt x="41" y="78"/>
                    <a:pt x="32" y="78"/>
                  </a:cubicBezTo>
                  <a:cubicBezTo>
                    <a:pt x="16" y="78"/>
                    <a:pt x="0" y="70"/>
                    <a:pt x="0" y="44"/>
                  </a:cubicBezTo>
                  <a:cubicBezTo>
                    <a:pt x="0" y="32"/>
                    <a:pt x="0" y="32"/>
                    <a:pt x="0" y="32"/>
                  </a:cubicBezTo>
                  <a:cubicBezTo>
                    <a:pt x="0" y="12"/>
                    <a:pt x="11" y="0"/>
                    <a:pt x="31" y="0"/>
                  </a:cubicBezTo>
                  <a:cubicBezTo>
                    <a:pt x="51" y="0"/>
                    <a:pt x="61" y="12"/>
                    <a:pt x="61" y="32"/>
                  </a:cubicBezTo>
                  <a:cubicBezTo>
                    <a:pt x="61" y="39"/>
                    <a:pt x="61" y="39"/>
                    <a:pt x="61" y="39"/>
                  </a:cubicBezTo>
                  <a:cubicBezTo>
                    <a:pt x="61" y="41"/>
                    <a:pt x="60" y="42"/>
                    <a:pt x="59" y="42"/>
                  </a:cubicBezTo>
                  <a:close/>
                  <a:moveTo>
                    <a:pt x="49" y="32"/>
                  </a:moveTo>
                  <a:cubicBezTo>
                    <a:pt x="49" y="16"/>
                    <a:pt x="43" y="10"/>
                    <a:pt x="31" y="10"/>
                  </a:cubicBezTo>
                  <a:cubicBezTo>
                    <a:pt x="19" y="10"/>
                    <a:pt x="12" y="17"/>
                    <a:pt x="12" y="32"/>
                  </a:cubicBezTo>
                  <a:cubicBezTo>
                    <a:pt x="12" y="33"/>
                    <a:pt x="12" y="33"/>
                    <a:pt x="12" y="33"/>
                  </a:cubicBezTo>
                  <a:cubicBezTo>
                    <a:pt x="49" y="33"/>
                    <a:pt x="49" y="33"/>
                    <a:pt x="49" y="33"/>
                  </a:cubicBezTo>
                  <a:lnTo>
                    <a:pt x="49"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24"/>
            <p:cNvSpPr>
              <a:spLocks noEditPoints="1"/>
            </p:cNvSpPr>
            <p:nvPr/>
          </p:nvSpPr>
          <p:spPr bwMode="auto">
            <a:xfrm>
              <a:off x="-1906587" y="2647950"/>
              <a:ext cx="441325" cy="441325"/>
            </a:xfrm>
            <a:custGeom>
              <a:avLst/>
              <a:gdLst>
                <a:gd name="T0" fmla="*/ 78 w 234"/>
                <a:gd name="T1" fmla="*/ 178 h 234"/>
                <a:gd name="T2" fmla="*/ 78 w 234"/>
                <a:gd name="T3" fmla="*/ 232 h 234"/>
                <a:gd name="T4" fmla="*/ 60 w 234"/>
                <a:gd name="T5" fmla="*/ 232 h 234"/>
                <a:gd name="T6" fmla="*/ 60 w 234"/>
                <a:gd name="T7" fmla="*/ 181 h 234"/>
                <a:gd name="T8" fmla="*/ 4 w 234"/>
                <a:gd name="T9" fmla="*/ 190 h 234"/>
                <a:gd name="T10" fmla="*/ 0 w 234"/>
                <a:gd name="T11" fmla="*/ 170 h 234"/>
                <a:gd name="T12" fmla="*/ 60 w 234"/>
                <a:gd name="T13" fmla="*/ 162 h 234"/>
                <a:gd name="T14" fmla="*/ 60 w 234"/>
                <a:gd name="T15" fmla="*/ 126 h 234"/>
                <a:gd name="T16" fmla="*/ 33 w 234"/>
                <a:gd name="T17" fmla="*/ 126 h 234"/>
                <a:gd name="T18" fmla="*/ 14 w 234"/>
                <a:gd name="T19" fmla="*/ 129 h 234"/>
                <a:gd name="T20" fmla="*/ 8 w 234"/>
                <a:gd name="T21" fmla="*/ 112 h 234"/>
                <a:gd name="T22" fmla="*/ 22 w 234"/>
                <a:gd name="T23" fmla="*/ 92 h 234"/>
                <a:gd name="T24" fmla="*/ 38 w 234"/>
                <a:gd name="T25" fmla="*/ 49 h 234"/>
                <a:gd name="T26" fmla="*/ 3 w 234"/>
                <a:gd name="T27" fmla="*/ 49 h 234"/>
                <a:gd name="T28" fmla="*/ 3 w 234"/>
                <a:gd name="T29" fmla="*/ 31 h 234"/>
                <a:gd name="T30" fmla="*/ 44 w 234"/>
                <a:gd name="T31" fmla="*/ 31 h 234"/>
                <a:gd name="T32" fmla="*/ 51 w 234"/>
                <a:gd name="T33" fmla="*/ 1 h 234"/>
                <a:gd name="T34" fmla="*/ 70 w 234"/>
                <a:gd name="T35" fmla="*/ 5 h 234"/>
                <a:gd name="T36" fmla="*/ 63 w 234"/>
                <a:gd name="T37" fmla="*/ 31 h 234"/>
                <a:gd name="T38" fmla="*/ 111 w 234"/>
                <a:gd name="T39" fmla="*/ 31 h 234"/>
                <a:gd name="T40" fmla="*/ 111 w 234"/>
                <a:gd name="T41" fmla="*/ 49 h 234"/>
                <a:gd name="T42" fmla="*/ 57 w 234"/>
                <a:gd name="T43" fmla="*/ 49 h 234"/>
                <a:gd name="T44" fmla="*/ 33 w 234"/>
                <a:gd name="T45" fmla="*/ 108 h 234"/>
                <a:gd name="T46" fmla="*/ 60 w 234"/>
                <a:gd name="T47" fmla="*/ 108 h 234"/>
                <a:gd name="T48" fmla="*/ 60 w 234"/>
                <a:gd name="T49" fmla="*/ 71 h 234"/>
                <a:gd name="T50" fmla="*/ 78 w 234"/>
                <a:gd name="T51" fmla="*/ 71 h 234"/>
                <a:gd name="T52" fmla="*/ 78 w 234"/>
                <a:gd name="T53" fmla="*/ 108 h 234"/>
                <a:gd name="T54" fmla="*/ 110 w 234"/>
                <a:gd name="T55" fmla="*/ 108 h 234"/>
                <a:gd name="T56" fmla="*/ 110 w 234"/>
                <a:gd name="T57" fmla="*/ 126 h 234"/>
                <a:gd name="T58" fmla="*/ 78 w 234"/>
                <a:gd name="T59" fmla="*/ 126 h 234"/>
                <a:gd name="T60" fmla="*/ 78 w 234"/>
                <a:gd name="T61" fmla="*/ 160 h 234"/>
                <a:gd name="T62" fmla="*/ 111 w 234"/>
                <a:gd name="T63" fmla="*/ 155 h 234"/>
                <a:gd name="T64" fmla="*/ 112 w 234"/>
                <a:gd name="T65" fmla="*/ 172 h 234"/>
                <a:gd name="T66" fmla="*/ 78 w 234"/>
                <a:gd name="T67" fmla="*/ 178 h 234"/>
                <a:gd name="T68" fmla="*/ 176 w 234"/>
                <a:gd name="T69" fmla="*/ 93 h 234"/>
                <a:gd name="T70" fmla="*/ 176 w 234"/>
                <a:gd name="T71" fmla="*/ 116 h 234"/>
                <a:gd name="T72" fmla="*/ 234 w 234"/>
                <a:gd name="T73" fmla="*/ 218 h 234"/>
                <a:gd name="T74" fmla="*/ 222 w 234"/>
                <a:gd name="T75" fmla="*/ 233 h 234"/>
                <a:gd name="T76" fmla="*/ 169 w 234"/>
                <a:gd name="T77" fmla="*/ 155 h 234"/>
                <a:gd name="T78" fmla="*/ 114 w 234"/>
                <a:gd name="T79" fmla="*/ 234 h 234"/>
                <a:gd name="T80" fmla="*/ 100 w 234"/>
                <a:gd name="T81" fmla="*/ 221 h 234"/>
                <a:gd name="T82" fmla="*/ 158 w 234"/>
                <a:gd name="T83" fmla="*/ 92 h 234"/>
                <a:gd name="T84" fmla="*/ 158 w 234"/>
                <a:gd name="T85" fmla="*/ 81 h 234"/>
                <a:gd name="T86" fmla="*/ 176 w 234"/>
                <a:gd name="T87" fmla="*/ 81 h 234"/>
                <a:gd name="T88" fmla="*/ 176 w 234"/>
                <a:gd name="T89" fmla="*/ 93 h 234"/>
                <a:gd name="T90" fmla="*/ 147 w 234"/>
                <a:gd name="T91" fmla="*/ 57 h 234"/>
                <a:gd name="T92" fmla="*/ 122 w 234"/>
                <a:gd name="T93" fmla="*/ 111 h 234"/>
                <a:gd name="T94" fmla="*/ 107 w 234"/>
                <a:gd name="T95" fmla="*/ 101 h 234"/>
                <a:gd name="T96" fmla="*/ 140 w 234"/>
                <a:gd name="T97" fmla="*/ 0 h 234"/>
                <a:gd name="T98" fmla="*/ 158 w 234"/>
                <a:gd name="T99" fmla="*/ 3 h 234"/>
                <a:gd name="T100" fmla="*/ 151 w 234"/>
                <a:gd name="T101" fmla="*/ 39 h 234"/>
                <a:gd name="T102" fmla="*/ 218 w 234"/>
                <a:gd name="T103" fmla="*/ 39 h 234"/>
                <a:gd name="T104" fmla="*/ 220 w 234"/>
                <a:gd name="T105" fmla="*/ 39 h 234"/>
                <a:gd name="T106" fmla="*/ 233 w 234"/>
                <a:gd name="T107" fmla="*/ 42 h 234"/>
                <a:gd name="T108" fmla="*/ 216 w 234"/>
                <a:gd name="T109" fmla="*/ 110 h 234"/>
                <a:gd name="T110" fmla="*/ 200 w 234"/>
                <a:gd name="T111" fmla="*/ 106 h 234"/>
                <a:gd name="T112" fmla="*/ 212 w 234"/>
                <a:gd name="T113" fmla="*/ 57 h 234"/>
                <a:gd name="T114" fmla="*/ 147 w 234"/>
                <a:gd name="T115" fmla="*/ 5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4" h="234">
                  <a:moveTo>
                    <a:pt x="78" y="178"/>
                  </a:moveTo>
                  <a:cubicBezTo>
                    <a:pt x="78" y="232"/>
                    <a:pt x="78" y="232"/>
                    <a:pt x="78" y="232"/>
                  </a:cubicBezTo>
                  <a:cubicBezTo>
                    <a:pt x="60" y="232"/>
                    <a:pt x="60" y="232"/>
                    <a:pt x="60" y="232"/>
                  </a:cubicBezTo>
                  <a:cubicBezTo>
                    <a:pt x="60" y="181"/>
                    <a:pt x="60" y="181"/>
                    <a:pt x="60" y="181"/>
                  </a:cubicBezTo>
                  <a:cubicBezTo>
                    <a:pt x="40" y="184"/>
                    <a:pt x="20" y="187"/>
                    <a:pt x="4" y="190"/>
                  </a:cubicBezTo>
                  <a:cubicBezTo>
                    <a:pt x="0" y="170"/>
                    <a:pt x="0" y="170"/>
                    <a:pt x="0" y="170"/>
                  </a:cubicBezTo>
                  <a:cubicBezTo>
                    <a:pt x="16" y="169"/>
                    <a:pt x="37" y="166"/>
                    <a:pt x="60" y="162"/>
                  </a:cubicBezTo>
                  <a:cubicBezTo>
                    <a:pt x="60" y="126"/>
                    <a:pt x="60" y="126"/>
                    <a:pt x="60" y="126"/>
                  </a:cubicBezTo>
                  <a:cubicBezTo>
                    <a:pt x="33" y="126"/>
                    <a:pt x="33" y="126"/>
                    <a:pt x="33" y="126"/>
                  </a:cubicBezTo>
                  <a:cubicBezTo>
                    <a:pt x="24" y="126"/>
                    <a:pt x="16" y="127"/>
                    <a:pt x="14" y="129"/>
                  </a:cubicBezTo>
                  <a:cubicBezTo>
                    <a:pt x="13" y="125"/>
                    <a:pt x="10" y="117"/>
                    <a:pt x="8" y="112"/>
                  </a:cubicBezTo>
                  <a:cubicBezTo>
                    <a:pt x="13" y="111"/>
                    <a:pt x="16" y="103"/>
                    <a:pt x="22" y="92"/>
                  </a:cubicBezTo>
                  <a:cubicBezTo>
                    <a:pt x="25" y="86"/>
                    <a:pt x="31" y="69"/>
                    <a:pt x="38" y="49"/>
                  </a:cubicBezTo>
                  <a:cubicBezTo>
                    <a:pt x="3" y="49"/>
                    <a:pt x="3" y="49"/>
                    <a:pt x="3" y="49"/>
                  </a:cubicBezTo>
                  <a:cubicBezTo>
                    <a:pt x="3" y="31"/>
                    <a:pt x="3" y="31"/>
                    <a:pt x="3" y="31"/>
                  </a:cubicBezTo>
                  <a:cubicBezTo>
                    <a:pt x="44" y="31"/>
                    <a:pt x="44" y="31"/>
                    <a:pt x="44" y="31"/>
                  </a:cubicBezTo>
                  <a:cubicBezTo>
                    <a:pt x="47" y="21"/>
                    <a:pt x="49" y="11"/>
                    <a:pt x="51" y="1"/>
                  </a:cubicBezTo>
                  <a:cubicBezTo>
                    <a:pt x="70" y="5"/>
                    <a:pt x="70" y="5"/>
                    <a:pt x="70" y="5"/>
                  </a:cubicBezTo>
                  <a:cubicBezTo>
                    <a:pt x="68" y="13"/>
                    <a:pt x="65" y="22"/>
                    <a:pt x="63" y="31"/>
                  </a:cubicBezTo>
                  <a:cubicBezTo>
                    <a:pt x="111" y="31"/>
                    <a:pt x="111" y="31"/>
                    <a:pt x="111" y="31"/>
                  </a:cubicBezTo>
                  <a:cubicBezTo>
                    <a:pt x="111" y="49"/>
                    <a:pt x="111" y="49"/>
                    <a:pt x="111" y="49"/>
                  </a:cubicBezTo>
                  <a:cubicBezTo>
                    <a:pt x="57" y="49"/>
                    <a:pt x="57" y="49"/>
                    <a:pt x="57" y="49"/>
                  </a:cubicBezTo>
                  <a:cubicBezTo>
                    <a:pt x="49" y="70"/>
                    <a:pt x="41" y="91"/>
                    <a:pt x="33" y="108"/>
                  </a:cubicBezTo>
                  <a:cubicBezTo>
                    <a:pt x="60" y="108"/>
                    <a:pt x="60" y="108"/>
                    <a:pt x="60" y="108"/>
                  </a:cubicBezTo>
                  <a:cubicBezTo>
                    <a:pt x="60" y="71"/>
                    <a:pt x="60" y="71"/>
                    <a:pt x="60" y="71"/>
                  </a:cubicBezTo>
                  <a:cubicBezTo>
                    <a:pt x="78" y="71"/>
                    <a:pt x="78" y="71"/>
                    <a:pt x="78" y="71"/>
                  </a:cubicBezTo>
                  <a:cubicBezTo>
                    <a:pt x="78" y="108"/>
                    <a:pt x="78" y="108"/>
                    <a:pt x="78" y="108"/>
                  </a:cubicBezTo>
                  <a:cubicBezTo>
                    <a:pt x="110" y="108"/>
                    <a:pt x="110" y="108"/>
                    <a:pt x="110" y="108"/>
                  </a:cubicBezTo>
                  <a:cubicBezTo>
                    <a:pt x="110" y="126"/>
                    <a:pt x="110" y="126"/>
                    <a:pt x="110" y="126"/>
                  </a:cubicBezTo>
                  <a:cubicBezTo>
                    <a:pt x="78" y="126"/>
                    <a:pt x="78" y="126"/>
                    <a:pt x="78" y="126"/>
                  </a:cubicBezTo>
                  <a:cubicBezTo>
                    <a:pt x="78" y="160"/>
                    <a:pt x="78" y="160"/>
                    <a:pt x="78" y="160"/>
                  </a:cubicBezTo>
                  <a:cubicBezTo>
                    <a:pt x="111" y="155"/>
                    <a:pt x="111" y="155"/>
                    <a:pt x="111" y="155"/>
                  </a:cubicBezTo>
                  <a:cubicBezTo>
                    <a:pt x="112" y="172"/>
                    <a:pt x="112" y="172"/>
                    <a:pt x="112" y="172"/>
                  </a:cubicBezTo>
                  <a:lnTo>
                    <a:pt x="78" y="178"/>
                  </a:lnTo>
                  <a:close/>
                  <a:moveTo>
                    <a:pt x="176" y="93"/>
                  </a:moveTo>
                  <a:cubicBezTo>
                    <a:pt x="176" y="100"/>
                    <a:pt x="176" y="107"/>
                    <a:pt x="176" y="116"/>
                  </a:cubicBezTo>
                  <a:cubicBezTo>
                    <a:pt x="185" y="161"/>
                    <a:pt x="203" y="201"/>
                    <a:pt x="234" y="218"/>
                  </a:cubicBezTo>
                  <a:cubicBezTo>
                    <a:pt x="231" y="221"/>
                    <a:pt x="225" y="228"/>
                    <a:pt x="222" y="233"/>
                  </a:cubicBezTo>
                  <a:cubicBezTo>
                    <a:pt x="196" y="218"/>
                    <a:pt x="180" y="190"/>
                    <a:pt x="169" y="155"/>
                  </a:cubicBezTo>
                  <a:cubicBezTo>
                    <a:pt x="161" y="182"/>
                    <a:pt x="146" y="210"/>
                    <a:pt x="114" y="234"/>
                  </a:cubicBezTo>
                  <a:cubicBezTo>
                    <a:pt x="111" y="229"/>
                    <a:pt x="105" y="224"/>
                    <a:pt x="100" y="221"/>
                  </a:cubicBezTo>
                  <a:cubicBezTo>
                    <a:pt x="155" y="181"/>
                    <a:pt x="158" y="128"/>
                    <a:pt x="158" y="92"/>
                  </a:cubicBezTo>
                  <a:cubicBezTo>
                    <a:pt x="158" y="81"/>
                    <a:pt x="158" y="81"/>
                    <a:pt x="158" y="81"/>
                  </a:cubicBezTo>
                  <a:cubicBezTo>
                    <a:pt x="176" y="81"/>
                    <a:pt x="176" y="81"/>
                    <a:pt x="176" y="81"/>
                  </a:cubicBezTo>
                  <a:lnTo>
                    <a:pt x="176" y="93"/>
                  </a:lnTo>
                  <a:close/>
                  <a:moveTo>
                    <a:pt x="147" y="57"/>
                  </a:moveTo>
                  <a:cubicBezTo>
                    <a:pt x="140" y="78"/>
                    <a:pt x="132" y="97"/>
                    <a:pt x="122" y="111"/>
                  </a:cubicBezTo>
                  <a:cubicBezTo>
                    <a:pt x="119" y="108"/>
                    <a:pt x="111" y="103"/>
                    <a:pt x="107" y="101"/>
                  </a:cubicBezTo>
                  <a:cubicBezTo>
                    <a:pt x="124" y="77"/>
                    <a:pt x="134" y="40"/>
                    <a:pt x="140" y="0"/>
                  </a:cubicBezTo>
                  <a:cubicBezTo>
                    <a:pt x="158" y="3"/>
                    <a:pt x="158" y="3"/>
                    <a:pt x="158" y="3"/>
                  </a:cubicBezTo>
                  <a:cubicBezTo>
                    <a:pt x="156" y="16"/>
                    <a:pt x="154" y="28"/>
                    <a:pt x="151" y="39"/>
                  </a:cubicBezTo>
                  <a:cubicBezTo>
                    <a:pt x="218" y="39"/>
                    <a:pt x="218" y="39"/>
                    <a:pt x="218" y="39"/>
                  </a:cubicBezTo>
                  <a:cubicBezTo>
                    <a:pt x="220" y="39"/>
                    <a:pt x="220" y="39"/>
                    <a:pt x="220" y="39"/>
                  </a:cubicBezTo>
                  <a:cubicBezTo>
                    <a:pt x="233" y="42"/>
                    <a:pt x="233" y="42"/>
                    <a:pt x="233" y="42"/>
                  </a:cubicBezTo>
                  <a:cubicBezTo>
                    <a:pt x="228" y="66"/>
                    <a:pt x="221" y="93"/>
                    <a:pt x="216" y="110"/>
                  </a:cubicBezTo>
                  <a:cubicBezTo>
                    <a:pt x="200" y="106"/>
                    <a:pt x="200" y="106"/>
                    <a:pt x="200" y="106"/>
                  </a:cubicBezTo>
                  <a:cubicBezTo>
                    <a:pt x="204" y="93"/>
                    <a:pt x="208" y="74"/>
                    <a:pt x="212" y="57"/>
                  </a:cubicBezTo>
                  <a:lnTo>
                    <a:pt x="147" y="5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25"/>
            <p:cNvSpPr>
              <a:spLocks noEditPoints="1"/>
            </p:cNvSpPr>
            <p:nvPr/>
          </p:nvSpPr>
          <p:spPr bwMode="auto">
            <a:xfrm>
              <a:off x="-1428750" y="2649538"/>
              <a:ext cx="436563" cy="439737"/>
            </a:xfrm>
            <a:custGeom>
              <a:avLst/>
              <a:gdLst>
                <a:gd name="T0" fmla="*/ 77 w 232"/>
                <a:gd name="T1" fmla="*/ 6 h 233"/>
                <a:gd name="T2" fmla="*/ 52 w 232"/>
                <a:gd name="T3" fmla="*/ 61 h 233"/>
                <a:gd name="T4" fmla="*/ 52 w 232"/>
                <a:gd name="T5" fmla="*/ 232 h 233"/>
                <a:gd name="T6" fmla="*/ 34 w 232"/>
                <a:gd name="T7" fmla="*/ 232 h 233"/>
                <a:gd name="T8" fmla="*/ 34 w 232"/>
                <a:gd name="T9" fmla="*/ 90 h 233"/>
                <a:gd name="T10" fmla="*/ 10 w 232"/>
                <a:gd name="T11" fmla="*/ 120 h 233"/>
                <a:gd name="T12" fmla="*/ 0 w 232"/>
                <a:gd name="T13" fmla="*/ 102 h 233"/>
                <a:gd name="T14" fmla="*/ 59 w 232"/>
                <a:gd name="T15" fmla="*/ 0 h 233"/>
                <a:gd name="T16" fmla="*/ 77 w 232"/>
                <a:gd name="T17" fmla="*/ 6 h 233"/>
                <a:gd name="T18" fmla="*/ 232 w 232"/>
                <a:gd name="T19" fmla="*/ 144 h 233"/>
                <a:gd name="T20" fmla="*/ 163 w 232"/>
                <a:gd name="T21" fmla="*/ 144 h 233"/>
                <a:gd name="T22" fmla="*/ 163 w 232"/>
                <a:gd name="T23" fmla="*/ 233 h 233"/>
                <a:gd name="T24" fmla="*/ 144 w 232"/>
                <a:gd name="T25" fmla="*/ 233 h 233"/>
                <a:gd name="T26" fmla="*/ 144 w 232"/>
                <a:gd name="T27" fmla="*/ 144 h 233"/>
                <a:gd name="T28" fmla="*/ 72 w 232"/>
                <a:gd name="T29" fmla="*/ 144 h 233"/>
                <a:gd name="T30" fmla="*/ 72 w 232"/>
                <a:gd name="T31" fmla="*/ 126 h 233"/>
                <a:gd name="T32" fmla="*/ 144 w 232"/>
                <a:gd name="T33" fmla="*/ 126 h 233"/>
                <a:gd name="T34" fmla="*/ 144 w 232"/>
                <a:gd name="T35" fmla="*/ 70 h 233"/>
                <a:gd name="T36" fmla="*/ 104 w 232"/>
                <a:gd name="T37" fmla="*/ 70 h 233"/>
                <a:gd name="T38" fmla="*/ 86 w 232"/>
                <a:gd name="T39" fmla="*/ 109 h 233"/>
                <a:gd name="T40" fmla="*/ 69 w 232"/>
                <a:gd name="T41" fmla="*/ 99 h 233"/>
                <a:gd name="T42" fmla="*/ 101 w 232"/>
                <a:gd name="T43" fmla="*/ 12 h 233"/>
                <a:gd name="T44" fmla="*/ 119 w 232"/>
                <a:gd name="T45" fmla="*/ 16 h 233"/>
                <a:gd name="T46" fmla="*/ 110 w 232"/>
                <a:gd name="T47" fmla="*/ 51 h 233"/>
                <a:gd name="T48" fmla="*/ 144 w 232"/>
                <a:gd name="T49" fmla="*/ 51 h 233"/>
                <a:gd name="T50" fmla="*/ 144 w 232"/>
                <a:gd name="T51" fmla="*/ 3 h 233"/>
                <a:gd name="T52" fmla="*/ 163 w 232"/>
                <a:gd name="T53" fmla="*/ 3 h 233"/>
                <a:gd name="T54" fmla="*/ 163 w 232"/>
                <a:gd name="T55" fmla="*/ 51 h 233"/>
                <a:gd name="T56" fmla="*/ 221 w 232"/>
                <a:gd name="T57" fmla="*/ 51 h 233"/>
                <a:gd name="T58" fmla="*/ 221 w 232"/>
                <a:gd name="T59" fmla="*/ 70 h 233"/>
                <a:gd name="T60" fmla="*/ 163 w 232"/>
                <a:gd name="T61" fmla="*/ 70 h 233"/>
                <a:gd name="T62" fmla="*/ 163 w 232"/>
                <a:gd name="T63" fmla="*/ 126 h 233"/>
                <a:gd name="T64" fmla="*/ 232 w 232"/>
                <a:gd name="T65" fmla="*/ 126 h 233"/>
                <a:gd name="T66" fmla="*/ 232 w 232"/>
                <a:gd name="T67" fmla="*/ 144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2" h="233">
                  <a:moveTo>
                    <a:pt x="77" y="6"/>
                  </a:moveTo>
                  <a:cubicBezTo>
                    <a:pt x="70" y="24"/>
                    <a:pt x="62" y="43"/>
                    <a:pt x="52" y="61"/>
                  </a:cubicBezTo>
                  <a:cubicBezTo>
                    <a:pt x="52" y="232"/>
                    <a:pt x="52" y="232"/>
                    <a:pt x="52" y="232"/>
                  </a:cubicBezTo>
                  <a:cubicBezTo>
                    <a:pt x="34" y="232"/>
                    <a:pt x="34" y="232"/>
                    <a:pt x="34" y="232"/>
                  </a:cubicBezTo>
                  <a:cubicBezTo>
                    <a:pt x="34" y="90"/>
                    <a:pt x="34" y="90"/>
                    <a:pt x="34" y="90"/>
                  </a:cubicBezTo>
                  <a:cubicBezTo>
                    <a:pt x="26" y="101"/>
                    <a:pt x="18" y="111"/>
                    <a:pt x="10" y="120"/>
                  </a:cubicBezTo>
                  <a:cubicBezTo>
                    <a:pt x="8" y="116"/>
                    <a:pt x="3" y="106"/>
                    <a:pt x="0" y="102"/>
                  </a:cubicBezTo>
                  <a:cubicBezTo>
                    <a:pt x="23" y="77"/>
                    <a:pt x="46" y="39"/>
                    <a:pt x="59" y="0"/>
                  </a:cubicBezTo>
                  <a:lnTo>
                    <a:pt x="77" y="6"/>
                  </a:lnTo>
                  <a:close/>
                  <a:moveTo>
                    <a:pt x="232" y="144"/>
                  </a:moveTo>
                  <a:cubicBezTo>
                    <a:pt x="163" y="144"/>
                    <a:pt x="163" y="144"/>
                    <a:pt x="163" y="144"/>
                  </a:cubicBezTo>
                  <a:cubicBezTo>
                    <a:pt x="163" y="233"/>
                    <a:pt x="163" y="233"/>
                    <a:pt x="163" y="233"/>
                  </a:cubicBezTo>
                  <a:cubicBezTo>
                    <a:pt x="144" y="233"/>
                    <a:pt x="144" y="233"/>
                    <a:pt x="144" y="233"/>
                  </a:cubicBezTo>
                  <a:cubicBezTo>
                    <a:pt x="144" y="144"/>
                    <a:pt x="144" y="144"/>
                    <a:pt x="144" y="144"/>
                  </a:cubicBezTo>
                  <a:cubicBezTo>
                    <a:pt x="72" y="144"/>
                    <a:pt x="72" y="144"/>
                    <a:pt x="72" y="144"/>
                  </a:cubicBezTo>
                  <a:cubicBezTo>
                    <a:pt x="72" y="126"/>
                    <a:pt x="72" y="126"/>
                    <a:pt x="72" y="126"/>
                  </a:cubicBezTo>
                  <a:cubicBezTo>
                    <a:pt x="144" y="126"/>
                    <a:pt x="144" y="126"/>
                    <a:pt x="144" y="126"/>
                  </a:cubicBezTo>
                  <a:cubicBezTo>
                    <a:pt x="144" y="70"/>
                    <a:pt x="144" y="70"/>
                    <a:pt x="144" y="70"/>
                  </a:cubicBezTo>
                  <a:cubicBezTo>
                    <a:pt x="104" y="70"/>
                    <a:pt x="104" y="70"/>
                    <a:pt x="104" y="70"/>
                  </a:cubicBezTo>
                  <a:cubicBezTo>
                    <a:pt x="99" y="85"/>
                    <a:pt x="93" y="98"/>
                    <a:pt x="86" y="109"/>
                  </a:cubicBezTo>
                  <a:cubicBezTo>
                    <a:pt x="82" y="106"/>
                    <a:pt x="74" y="101"/>
                    <a:pt x="69" y="99"/>
                  </a:cubicBezTo>
                  <a:cubicBezTo>
                    <a:pt x="85" y="78"/>
                    <a:pt x="95" y="45"/>
                    <a:pt x="101" y="12"/>
                  </a:cubicBezTo>
                  <a:cubicBezTo>
                    <a:pt x="119" y="16"/>
                    <a:pt x="119" y="16"/>
                    <a:pt x="119" y="16"/>
                  </a:cubicBezTo>
                  <a:cubicBezTo>
                    <a:pt x="116" y="28"/>
                    <a:pt x="114" y="40"/>
                    <a:pt x="110" y="51"/>
                  </a:cubicBezTo>
                  <a:cubicBezTo>
                    <a:pt x="144" y="51"/>
                    <a:pt x="144" y="51"/>
                    <a:pt x="144" y="51"/>
                  </a:cubicBezTo>
                  <a:cubicBezTo>
                    <a:pt x="144" y="3"/>
                    <a:pt x="144" y="3"/>
                    <a:pt x="144" y="3"/>
                  </a:cubicBezTo>
                  <a:cubicBezTo>
                    <a:pt x="163" y="3"/>
                    <a:pt x="163" y="3"/>
                    <a:pt x="163" y="3"/>
                  </a:cubicBezTo>
                  <a:cubicBezTo>
                    <a:pt x="163" y="51"/>
                    <a:pt x="163" y="51"/>
                    <a:pt x="163" y="51"/>
                  </a:cubicBezTo>
                  <a:cubicBezTo>
                    <a:pt x="221" y="51"/>
                    <a:pt x="221" y="51"/>
                    <a:pt x="221" y="51"/>
                  </a:cubicBezTo>
                  <a:cubicBezTo>
                    <a:pt x="221" y="70"/>
                    <a:pt x="221" y="70"/>
                    <a:pt x="221" y="70"/>
                  </a:cubicBezTo>
                  <a:cubicBezTo>
                    <a:pt x="163" y="70"/>
                    <a:pt x="163" y="70"/>
                    <a:pt x="163" y="70"/>
                  </a:cubicBezTo>
                  <a:cubicBezTo>
                    <a:pt x="163" y="126"/>
                    <a:pt x="163" y="126"/>
                    <a:pt x="163" y="126"/>
                  </a:cubicBezTo>
                  <a:cubicBezTo>
                    <a:pt x="232" y="126"/>
                    <a:pt x="232" y="126"/>
                    <a:pt x="232" y="126"/>
                  </a:cubicBezTo>
                  <a:lnTo>
                    <a:pt x="232" y="1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26"/>
            <p:cNvSpPr>
              <a:spLocks noEditPoints="1"/>
            </p:cNvSpPr>
            <p:nvPr/>
          </p:nvSpPr>
          <p:spPr bwMode="auto">
            <a:xfrm>
              <a:off x="-942975" y="2649538"/>
              <a:ext cx="417513" cy="439737"/>
            </a:xfrm>
            <a:custGeom>
              <a:avLst/>
              <a:gdLst>
                <a:gd name="T0" fmla="*/ 110 w 222"/>
                <a:gd name="T1" fmla="*/ 53 h 233"/>
                <a:gd name="T2" fmla="*/ 81 w 222"/>
                <a:gd name="T3" fmla="*/ 168 h 233"/>
                <a:gd name="T4" fmla="*/ 109 w 222"/>
                <a:gd name="T5" fmla="*/ 195 h 233"/>
                <a:gd name="T6" fmla="*/ 97 w 222"/>
                <a:gd name="T7" fmla="*/ 211 h 233"/>
                <a:gd name="T8" fmla="*/ 71 w 222"/>
                <a:gd name="T9" fmla="*/ 185 h 233"/>
                <a:gd name="T10" fmla="*/ 12 w 222"/>
                <a:gd name="T11" fmla="*/ 233 h 233"/>
                <a:gd name="T12" fmla="*/ 0 w 222"/>
                <a:gd name="T13" fmla="*/ 217 h 233"/>
                <a:gd name="T14" fmla="*/ 57 w 222"/>
                <a:gd name="T15" fmla="*/ 172 h 233"/>
                <a:gd name="T16" fmla="*/ 13 w 222"/>
                <a:gd name="T17" fmla="*/ 138 h 233"/>
                <a:gd name="T18" fmla="*/ 31 w 222"/>
                <a:gd name="T19" fmla="*/ 69 h 233"/>
                <a:gd name="T20" fmla="*/ 0 w 222"/>
                <a:gd name="T21" fmla="*/ 69 h 233"/>
                <a:gd name="T22" fmla="*/ 0 w 222"/>
                <a:gd name="T23" fmla="*/ 52 h 233"/>
                <a:gd name="T24" fmla="*/ 35 w 222"/>
                <a:gd name="T25" fmla="*/ 52 h 233"/>
                <a:gd name="T26" fmla="*/ 43 w 222"/>
                <a:gd name="T27" fmla="*/ 0 h 233"/>
                <a:gd name="T28" fmla="*/ 62 w 222"/>
                <a:gd name="T29" fmla="*/ 1 h 233"/>
                <a:gd name="T30" fmla="*/ 53 w 222"/>
                <a:gd name="T31" fmla="*/ 52 h 233"/>
                <a:gd name="T32" fmla="*/ 94 w 222"/>
                <a:gd name="T33" fmla="*/ 52 h 233"/>
                <a:gd name="T34" fmla="*/ 98 w 222"/>
                <a:gd name="T35" fmla="*/ 51 h 233"/>
                <a:gd name="T36" fmla="*/ 110 w 222"/>
                <a:gd name="T37" fmla="*/ 53 h 233"/>
                <a:gd name="T38" fmla="*/ 50 w 222"/>
                <a:gd name="T39" fmla="*/ 69 h 233"/>
                <a:gd name="T40" fmla="*/ 34 w 222"/>
                <a:gd name="T41" fmla="*/ 131 h 233"/>
                <a:gd name="T42" fmla="*/ 67 w 222"/>
                <a:gd name="T43" fmla="*/ 156 h 233"/>
                <a:gd name="T44" fmla="*/ 90 w 222"/>
                <a:gd name="T45" fmla="*/ 69 h 233"/>
                <a:gd name="T46" fmla="*/ 50 w 222"/>
                <a:gd name="T47" fmla="*/ 69 h 233"/>
                <a:gd name="T48" fmla="*/ 222 w 222"/>
                <a:gd name="T49" fmla="*/ 27 h 233"/>
                <a:gd name="T50" fmla="*/ 222 w 222"/>
                <a:gd name="T51" fmla="*/ 222 h 233"/>
                <a:gd name="T52" fmla="*/ 204 w 222"/>
                <a:gd name="T53" fmla="*/ 222 h 233"/>
                <a:gd name="T54" fmla="*/ 204 w 222"/>
                <a:gd name="T55" fmla="*/ 207 h 233"/>
                <a:gd name="T56" fmla="*/ 141 w 222"/>
                <a:gd name="T57" fmla="*/ 207 h 233"/>
                <a:gd name="T58" fmla="*/ 141 w 222"/>
                <a:gd name="T59" fmla="*/ 226 h 233"/>
                <a:gd name="T60" fmla="*/ 123 w 222"/>
                <a:gd name="T61" fmla="*/ 226 h 233"/>
                <a:gd name="T62" fmla="*/ 123 w 222"/>
                <a:gd name="T63" fmla="*/ 27 h 233"/>
                <a:gd name="T64" fmla="*/ 222 w 222"/>
                <a:gd name="T65" fmla="*/ 27 h 233"/>
                <a:gd name="T66" fmla="*/ 204 w 222"/>
                <a:gd name="T67" fmla="*/ 189 h 233"/>
                <a:gd name="T68" fmla="*/ 204 w 222"/>
                <a:gd name="T69" fmla="*/ 45 h 233"/>
                <a:gd name="T70" fmla="*/ 141 w 222"/>
                <a:gd name="T71" fmla="*/ 45 h 233"/>
                <a:gd name="T72" fmla="*/ 141 w 222"/>
                <a:gd name="T73" fmla="*/ 189 h 233"/>
                <a:gd name="T74" fmla="*/ 204 w 222"/>
                <a:gd name="T75" fmla="*/ 18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2" h="233">
                  <a:moveTo>
                    <a:pt x="110" y="53"/>
                  </a:moveTo>
                  <a:cubicBezTo>
                    <a:pt x="106" y="102"/>
                    <a:pt x="97" y="140"/>
                    <a:pt x="81" y="168"/>
                  </a:cubicBezTo>
                  <a:cubicBezTo>
                    <a:pt x="93" y="178"/>
                    <a:pt x="103" y="187"/>
                    <a:pt x="109" y="195"/>
                  </a:cubicBezTo>
                  <a:cubicBezTo>
                    <a:pt x="97" y="211"/>
                    <a:pt x="97" y="211"/>
                    <a:pt x="97" y="211"/>
                  </a:cubicBezTo>
                  <a:cubicBezTo>
                    <a:pt x="90" y="203"/>
                    <a:pt x="81" y="194"/>
                    <a:pt x="71" y="185"/>
                  </a:cubicBezTo>
                  <a:cubicBezTo>
                    <a:pt x="56" y="207"/>
                    <a:pt x="36" y="222"/>
                    <a:pt x="12" y="233"/>
                  </a:cubicBezTo>
                  <a:cubicBezTo>
                    <a:pt x="10" y="228"/>
                    <a:pt x="4" y="221"/>
                    <a:pt x="0" y="217"/>
                  </a:cubicBezTo>
                  <a:cubicBezTo>
                    <a:pt x="23" y="208"/>
                    <a:pt x="42" y="194"/>
                    <a:pt x="57" y="172"/>
                  </a:cubicBezTo>
                  <a:cubicBezTo>
                    <a:pt x="42" y="160"/>
                    <a:pt x="27" y="148"/>
                    <a:pt x="13" y="138"/>
                  </a:cubicBezTo>
                  <a:cubicBezTo>
                    <a:pt x="19" y="120"/>
                    <a:pt x="26" y="95"/>
                    <a:pt x="31" y="69"/>
                  </a:cubicBezTo>
                  <a:cubicBezTo>
                    <a:pt x="0" y="69"/>
                    <a:pt x="0" y="69"/>
                    <a:pt x="0" y="69"/>
                  </a:cubicBezTo>
                  <a:cubicBezTo>
                    <a:pt x="0" y="52"/>
                    <a:pt x="0" y="52"/>
                    <a:pt x="0" y="52"/>
                  </a:cubicBezTo>
                  <a:cubicBezTo>
                    <a:pt x="35" y="52"/>
                    <a:pt x="35" y="52"/>
                    <a:pt x="35" y="52"/>
                  </a:cubicBezTo>
                  <a:cubicBezTo>
                    <a:pt x="39" y="34"/>
                    <a:pt x="41" y="16"/>
                    <a:pt x="43" y="0"/>
                  </a:cubicBezTo>
                  <a:cubicBezTo>
                    <a:pt x="62" y="1"/>
                    <a:pt x="62" y="1"/>
                    <a:pt x="62" y="1"/>
                  </a:cubicBezTo>
                  <a:cubicBezTo>
                    <a:pt x="60" y="17"/>
                    <a:pt x="57" y="34"/>
                    <a:pt x="53" y="52"/>
                  </a:cubicBezTo>
                  <a:cubicBezTo>
                    <a:pt x="94" y="52"/>
                    <a:pt x="94" y="52"/>
                    <a:pt x="94" y="52"/>
                  </a:cubicBezTo>
                  <a:cubicBezTo>
                    <a:pt x="98" y="51"/>
                    <a:pt x="98" y="51"/>
                    <a:pt x="98" y="51"/>
                  </a:cubicBezTo>
                  <a:lnTo>
                    <a:pt x="110" y="53"/>
                  </a:lnTo>
                  <a:close/>
                  <a:moveTo>
                    <a:pt x="50" y="69"/>
                  </a:moveTo>
                  <a:cubicBezTo>
                    <a:pt x="45" y="92"/>
                    <a:pt x="39" y="113"/>
                    <a:pt x="34" y="131"/>
                  </a:cubicBezTo>
                  <a:cubicBezTo>
                    <a:pt x="44" y="139"/>
                    <a:pt x="56" y="147"/>
                    <a:pt x="67" y="156"/>
                  </a:cubicBezTo>
                  <a:cubicBezTo>
                    <a:pt x="78" y="133"/>
                    <a:pt x="86" y="104"/>
                    <a:pt x="90" y="69"/>
                  </a:cubicBezTo>
                  <a:lnTo>
                    <a:pt x="50" y="69"/>
                  </a:lnTo>
                  <a:close/>
                  <a:moveTo>
                    <a:pt x="222" y="27"/>
                  </a:moveTo>
                  <a:cubicBezTo>
                    <a:pt x="222" y="222"/>
                    <a:pt x="222" y="222"/>
                    <a:pt x="222" y="222"/>
                  </a:cubicBezTo>
                  <a:cubicBezTo>
                    <a:pt x="204" y="222"/>
                    <a:pt x="204" y="222"/>
                    <a:pt x="204" y="222"/>
                  </a:cubicBezTo>
                  <a:cubicBezTo>
                    <a:pt x="204" y="207"/>
                    <a:pt x="204" y="207"/>
                    <a:pt x="204" y="207"/>
                  </a:cubicBezTo>
                  <a:cubicBezTo>
                    <a:pt x="141" y="207"/>
                    <a:pt x="141" y="207"/>
                    <a:pt x="141" y="207"/>
                  </a:cubicBezTo>
                  <a:cubicBezTo>
                    <a:pt x="141" y="226"/>
                    <a:pt x="141" y="226"/>
                    <a:pt x="141" y="226"/>
                  </a:cubicBezTo>
                  <a:cubicBezTo>
                    <a:pt x="123" y="226"/>
                    <a:pt x="123" y="226"/>
                    <a:pt x="123" y="226"/>
                  </a:cubicBezTo>
                  <a:cubicBezTo>
                    <a:pt x="123" y="27"/>
                    <a:pt x="123" y="27"/>
                    <a:pt x="123" y="27"/>
                  </a:cubicBezTo>
                  <a:lnTo>
                    <a:pt x="222" y="27"/>
                  </a:lnTo>
                  <a:close/>
                  <a:moveTo>
                    <a:pt x="204" y="189"/>
                  </a:moveTo>
                  <a:cubicBezTo>
                    <a:pt x="204" y="45"/>
                    <a:pt x="204" y="45"/>
                    <a:pt x="204" y="45"/>
                  </a:cubicBezTo>
                  <a:cubicBezTo>
                    <a:pt x="141" y="45"/>
                    <a:pt x="141" y="45"/>
                    <a:pt x="141" y="45"/>
                  </a:cubicBezTo>
                  <a:cubicBezTo>
                    <a:pt x="141" y="189"/>
                    <a:pt x="141" y="189"/>
                    <a:pt x="141" y="189"/>
                  </a:cubicBezTo>
                  <a:lnTo>
                    <a:pt x="204" y="18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27"/>
            <p:cNvSpPr>
              <a:spLocks noEditPoints="1"/>
            </p:cNvSpPr>
            <p:nvPr/>
          </p:nvSpPr>
          <p:spPr bwMode="auto">
            <a:xfrm>
              <a:off x="-463550" y="2647950"/>
              <a:ext cx="442913" cy="433387"/>
            </a:xfrm>
            <a:custGeom>
              <a:avLst/>
              <a:gdLst>
                <a:gd name="T0" fmla="*/ 123 w 235"/>
                <a:gd name="T1" fmla="*/ 189 h 230"/>
                <a:gd name="T2" fmla="*/ 125 w 235"/>
                <a:gd name="T3" fmla="*/ 207 h 230"/>
                <a:gd name="T4" fmla="*/ 3 w 235"/>
                <a:gd name="T5" fmla="*/ 230 h 230"/>
                <a:gd name="T6" fmla="*/ 0 w 235"/>
                <a:gd name="T7" fmla="*/ 210 h 230"/>
                <a:gd name="T8" fmla="*/ 20 w 235"/>
                <a:gd name="T9" fmla="*/ 207 h 230"/>
                <a:gd name="T10" fmla="*/ 20 w 235"/>
                <a:gd name="T11" fmla="*/ 52 h 230"/>
                <a:gd name="T12" fmla="*/ 39 w 235"/>
                <a:gd name="T13" fmla="*/ 52 h 230"/>
                <a:gd name="T14" fmla="*/ 39 w 235"/>
                <a:gd name="T15" fmla="*/ 203 h 230"/>
                <a:gd name="T16" fmla="*/ 68 w 235"/>
                <a:gd name="T17" fmla="*/ 199 h 230"/>
                <a:gd name="T18" fmla="*/ 68 w 235"/>
                <a:gd name="T19" fmla="*/ 0 h 230"/>
                <a:gd name="T20" fmla="*/ 87 w 235"/>
                <a:gd name="T21" fmla="*/ 0 h 230"/>
                <a:gd name="T22" fmla="*/ 87 w 235"/>
                <a:gd name="T23" fmla="*/ 79 h 230"/>
                <a:gd name="T24" fmla="*/ 123 w 235"/>
                <a:gd name="T25" fmla="*/ 79 h 230"/>
                <a:gd name="T26" fmla="*/ 123 w 235"/>
                <a:gd name="T27" fmla="*/ 97 h 230"/>
                <a:gd name="T28" fmla="*/ 87 w 235"/>
                <a:gd name="T29" fmla="*/ 97 h 230"/>
                <a:gd name="T30" fmla="*/ 87 w 235"/>
                <a:gd name="T31" fmla="*/ 195 h 230"/>
                <a:gd name="T32" fmla="*/ 123 w 235"/>
                <a:gd name="T33" fmla="*/ 189 h 230"/>
                <a:gd name="T34" fmla="*/ 203 w 235"/>
                <a:gd name="T35" fmla="*/ 207 h 230"/>
                <a:gd name="T36" fmla="*/ 216 w 235"/>
                <a:gd name="T37" fmla="*/ 162 h 230"/>
                <a:gd name="T38" fmla="*/ 235 w 235"/>
                <a:gd name="T39" fmla="*/ 170 h 230"/>
                <a:gd name="T40" fmla="*/ 204 w 235"/>
                <a:gd name="T41" fmla="*/ 225 h 230"/>
                <a:gd name="T42" fmla="*/ 166 w 235"/>
                <a:gd name="T43" fmla="*/ 225 h 230"/>
                <a:gd name="T44" fmla="*/ 136 w 235"/>
                <a:gd name="T45" fmla="*/ 190 h 230"/>
                <a:gd name="T46" fmla="*/ 136 w 235"/>
                <a:gd name="T47" fmla="*/ 0 h 230"/>
                <a:gd name="T48" fmla="*/ 156 w 235"/>
                <a:gd name="T49" fmla="*/ 0 h 230"/>
                <a:gd name="T50" fmla="*/ 156 w 235"/>
                <a:gd name="T51" fmla="*/ 93 h 230"/>
                <a:gd name="T52" fmla="*/ 210 w 235"/>
                <a:gd name="T53" fmla="*/ 56 h 230"/>
                <a:gd name="T54" fmla="*/ 226 w 235"/>
                <a:gd name="T55" fmla="*/ 71 h 230"/>
                <a:gd name="T56" fmla="*/ 156 w 235"/>
                <a:gd name="T57" fmla="*/ 112 h 230"/>
                <a:gd name="T58" fmla="*/ 156 w 235"/>
                <a:gd name="T59" fmla="*/ 191 h 230"/>
                <a:gd name="T60" fmla="*/ 168 w 235"/>
                <a:gd name="T61" fmla="*/ 207 h 230"/>
                <a:gd name="T62" fmla="*/ 203 w 235"/>
                <a:gd name="T63" fmla="*/ 20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5" h="230">
                  <a:moveTo>
                    <a:pt x="123" y="189"/>
                  </a:moveTo>
                  <a:cubicBezTo>
                    <a:pt x="125" y="207"/>
                    <a:pt x="125" y="207"/>
                    <a:pt x="125" y="207"/>
                  </a:cubicBezTo>
                  <a:cubicBezTo>
                    <a:pt x="81" y="216"/>
                    <a:pt x="35" y="224"/>
                    <a:pt x="3" y="230"/>
                  </a:cubicBezTo>
                  <a:cubicBezTo>
                    <a:pt x="0" y="210"/>
                    <a:pt x="0" y="210"/>
                    <a:pt x="0" y="210"/>
                  </a:cubicBezTo>
                  <a:cubicBezTo>
                    <a:pt x="6" y="209"/>
                    <a:pt x="13" y="208"/>
                    <a:pt x="20" y="207"/>
                  </a:cubicBezTo>
                  <a:cubicBezTo>
                    <a:pt x="20" y="52"/>
                    <a:pt x="20" y="52"/>
                    <a:pt x="20" y="52"/>
                  </a:cubicBezTo>
                  <a:cubicBezTo>
                    <a:pt x="39" y="52"/>
                    <a:pt x="39" y="52"/>
                    <a:pt x="39" y="52"/>
                  </a:cubicBezTo>
                  <a:cubicBezTo>
                    <a:pt x="39" y="203"/>
                    <a:pt x="39" y="203"/>
                    <a:pt x="39" y="203"/>
                  </a:cubicBezTo>
                  <a:cubicBezTo>
                    <a:pt x="68" y="199"/>
                    <a:pt x="68" y="199"/>
                    <a:pt x="68" y="199"/>
                  </a:cubicBezTo>
                  <a:cubicBezTo>
                    <a:pt x="68" y="0"/>
                    <a:pt x="68" y="0"/>
                    <a:pt x="68" y="0"/>
                  </a:cubicBezTo>
                  <a:cubicBezTo>
                    <a:pt x="87" y="0"/>
                    <a:pt x="87" y="0"/>
                    <a:pt x="87" y="0"/>
                  </a:cubicBezTo>
                  <a:cubicBezTo>
                    <a:pt x="87" y="79"/>
                    <a:pt x="87" y="79"/>
                    <a:pt x="87" y="79"/>
                  </a:cubicBezTo>
                  <a:cubicBezTo>
                    <a:pt x="123" y="79"/>
                    <a:pt x="123" y="79"/>
                    <a:pt x="123" y="79"/>
                  </a:cubicBezTo>
                  <a:cubicBezTo>
                    <a:pt x="123" y="97"/>
                    <a:pt x="123" y="97"/>
                    <a:pt x="123" y="97"/>
                  </a:cubicBezTo>
                  <a:cubicBezTo>
                    <a:pt x="87" y="97"/>
                    <a:pt x="87" y="97"/>
                    <a:pt x="87" y="97"/>
                  </a:cubicBezTo>
                  <a:cubicBezTo>
                    <a:pt x="87" y="195"/>
                    <a:pt x="87" y="195"/>
                    <a:pt x="87" y="195"/>
                  </a:cubicBezTo>
                  <a:lnTo>
                    <a:pt x="123" y="189"/>
                  </a:lnTo>
                  <a:close/>
                  <a:moveTo>
                    <a:pt x="203" y="207"/>
                  </a:moveTo>
                  <a:cubicBezTo>
                    <a:pt x="214" y="207"/>
                    <a:pt x="215" y="198"/>
                    <a:pt x="216" y="162"/>
                  </a:cubicBezTo>
                  <a:cubicBezTo>
                    <a:pt x="222" y="165"/>
                    <a:pt x="229" y="169"/>
                    <a:pt x="235" y="170"/>
                  </a:cubicBezTo>
                  <a:cubicBezTo>
                    <a:pt x="232" y="211"/>
                    <a:pt x="227" y="225"/>
                    <a:pt x="204" y="225"/>
                  </a:cubicBezTo>
                  <a:cubicBezTo>
                    <a:pt x="166" y="225"/>
                    <a:pt x="166" y="225"/>
                    <a:pt x="166" y="225"/>
                  </a:cubicBezTo>
                  <a:cubicBezTo>
                    <a:pt x="142" y="225"/>
                    <a:pt x="136" y="218"/>
                    <a:pt x="136" y="190"/>
                  </a:cubicBezTo>
                  <a:cubicBezTo>
                    <a:pt x="136" y="0"/>
                    <a:pt x="136" y="0"/>
                    <a:pt x="136" y="0"/>
                  </a:cubicBezTo>
                  <a:cubicBezTo>
                    <a:pt x="156" y="0"/>
                    <a:pt x="156" y="0"/>
                    <a:pt x="156" y="0"/>
                  </a:cubicBezTo>
                  <a:cubicBezTo>
                    <a:pt x="156" y="93"/>
                    <a:pt x="156" y="93"/>
                    <a:pt x="156" y="93"/>
                  </a:cubicBezTo>
                  <a:cubicBezTo>
                    <a:pt x="176" y="82"/>
                    <a:pt x="197" y="68"/>
                    <a:pt x="210" y="56"/>
                  </a:cubicBezTo>
                  <a:cubicBezTo>
                    <a:pt x="226" y="71"/>
                    <a:pt x="226" y="71"/>
                    <a:pt x="226" y="71"/>
                  </a:cubicBezTo>
                  <a:cubicBezTo>
                    <a:pt x="206" y="85"/>
                    <a:pt x="180" y="100"/>
                    <a:pt x="156" y="112"/>
                  </a:cubicBezTo>
                  <a:cubicBezTo>
                    <a:pt x="156" y="191"/>
                    <a:pt x="156" y="191"/>
                    <a:pt x="156" y="191"/>
                  </a:cubicBezTo>
                  <a:cubicBezTo>
                    <a:pt x="156" y="204"/>
                    <a:pt x="157" y="207"/>
                    <a:pt x="168" y="207"/>
                  </a:cubicBezTo>
                  <a:lnTo>
                    <a:pt x="203" y="2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28"/>
            <p:cNvSpPr>
              <a:spLocks noEditPoints="1"/>
            </p:cNvSpPr>
            <p:nvPr/>
          </p:nvSpPr>
          <p:spPr bwMode="auto">
            <a:xfrm>
              <a:off x="20638" y="2647950"/>
              <a:ext cx="427038" cy="441325"/>
            </a:xfrm>
            <a:custGeom>
              <a:avLst/>
              <a:gdLst>
                <a:gd name="T0" fmla="*/ 227 w 227"/>
                <a:gd name="T1" fmla="*/ 118 h 234"/>
                <a:gd name="T2" fmla="*/ 192 w 227"/>
                <a:gd name="T3" fmla="*/ 118 h 234"/>
                <a:gd name="T4" fmla="*/ 192 w 227"/>
                <a:gd name="T5" fmla="*/ 210 h 234"/>
                <a:gd name="T6" fmla="*/ 180 w 227"/>
                <a:gd name="T7" fmla="*/ 230 h 234"/>
                <a:gd name="T8" fmla="*/ 132 w 227"/>
                <a:gd name="T9" fmla="*/ 234 h 234"/>
                <a:gd name="T10" fmla="*/ 125 w 227"/>
                <a:gd name="T11" fmla="*/ 215 h 234"/>
                <a:gd name="T12" fmla="*/ 167 w 227"/>
                <a:gd name="T13" fmla="*/ 216 h 234"/>
                <a:gd name="T14" fmla="*/ 173 w 227"/>
                <a:gd name="T15" fmla="*/ 210 h 234"/>
                <a:gd name="T16" fmla="*/ 173 w 227"/>
                <a:gd name="T17" fmla="*/ 118 h 234"/>
                <a:gd name="T18" fmla="*/ 0 w 227"/>
                <a:gd name="T19" fmla="*/ 118 h 234"/>
                <a:gd name="T20" fmla="*/ 0 w 227"/>
                <a:gd name="T21" fmla="*/ 101 h 234"/>
                <a:gd name="T22" fmla="*/ 227 w 227"/>
                <a:gd name="T23" fmla="*/ 101 h 234"/>
                <a:gd name="T24" fmla="*/ 227 w 227"/>
                <a:gd name="T25" fmla="*/ 118 h 234"/>
                <a:gd name="T26" fmla="*/ 197 w 227"/>
                <a:gd name="T27" fmla="*/ 98 h 234"/>
                <a:gd name="T28" fmla="*/ 107 w 227"/>
                <a:gd name="T29" fmla="*/ 61 h 234"/>
                <a:gd name="T30" fmla="*/ 18 w 227"/>
                <a:gd name="T31" fmla="*/ 99 h 234"/>
                <a:gd name="T32" fmla="*/ 9 w 227"/>
                <a:gd name="T33" fmla="*/ 84 h 234"/>
                <a:gd name="T34" fmla="*/ 98 w 227"/>
                <a:gd name="T35" fmla="*/ 41 h 234"/>
                <a:gd name="T36" fmla="*/ 13 w 227"/>
                <a:gd name="T37" fmla="*/ 41 h 234"/>
                <a:gd name="T38" fmla="*/ 13 w 227"/>
                <a:gd name="T39" fmla="*/ 24 h 234"/>
                <a:gd name="T40" fmla="*/ 103 w 227"/>
                <a:gd name="T41" fmla="*/ 24 h 234"/>
                <a:gd name="T42" fmla="*/ 107 w 227"/>
                <a:gd name="T43" fmla="*/ 0 h 234"/>
                <a:gd name="T44" fmla="*/ 126 w 227"/>
                <a:gd name="T45" fmla="*/ 0 h 234"/>
                <a:gd name="T46" fmla="*/ 123 w 227"/>
                <a:gd name="T47" fmla="*/ 24 h 234"/>
                <a:gd name="T48" fmla="*/ 215 w 227"/>
                <a:gd name="T49" fmla="*/ 24 h 234"/>
                <a:gd name="T50" fmla="*/ 215 w 227"/>
                <a:gd name="T51" fmla="*/ 41 h 234"/>
                <a:gd name="T52" fmla="*/ 118 w 227"/>
                <a:gd name="T53" fmla="*/ 41 h 234"/>
                <a:gd name="T54" fmla="*/ 116 w 227"/>
                <a:gd name="T55" fmla="*/ 47 h 234"/>
                <a:gd name="T56" fmla="*/ 211 w 227"/>
                <a:gd name="T57" fmla="*/ 85 h 234"/>
                <a:gd name="T58" fmla="*/ 197 w 227"/>
                <a:gd name="T59" fmla="*/ 98 h 234"/>
                <a:gd name="T60" fmla="*/ 45 w 227"/>
                <a:gd name="T61" fmla="*/ 204 h 234"/>
                <a:gd name="T62" fmla="*/ 45 w 227"/>
                <a:gd name="T63" fmla="*/ 221 h 234"/>
                <a:gd name="T64" fmla="*/ 27 w 227"/>
                <a:gd name="T65" fmla="*/ 221 h 234"/>
                <a:gd name="T66" fmla="*/ 27 w 227"/>
                <a:gd name="T67" fmla="*/ 138 h 234"/>
                <a:gd name="T68" fmla="*/ 128 w 227"/>
                <a:gd name="T69" fmla="*/ 138 h 234"/>
                <a:gd name="T70" fmla="*/ 128 w 227"/>
                <a:gd name="T71" fmla="*/ 204 h 234"/>
                <a:gd name="T72" fmla="*/ 45 w 227"/>
                <a:gd name="T73" fmla="*/ 204 h 234"/>
                <a:gd name="T74" fmla="*/ 45 w 227"/>
                <a:gd name="T75" fmla="*/ 154 h 234"/>
                <a:gd name="T76" fmla="*/ 45 w 227"/>
                <a:gd name="T77" fmla="*/ 189 h 234"/>
                <a:gd name="T78" fmla="*/ 110 w 227"/>
                <a:gd name="T79" fmla="*/ 189 h 234"/>
                <a:gd name="T80" fmla="*/ 110 w 227"/>
                <a:gd name="T81" fmla="*/ 154 h 234"/>
                <a:gd name="T82" fmla="*/ 45 w 227"/>
                <a:gd name="T83" fmla="*/ 15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7" h="234">
                  <a:moveTo>
                    <a:pt x="227" y="118"/>
                  </a:moveTo>
                  <a:cubicBezTo>
                    <a:pt x="192" y="118"/>
                    <a:pt x="192" y="118"/>
                    <a:pt x="192" y="118"/>
                  </a:cubicBezTo>
                  <a:cubicBezTo>
                    <a:pt x="192" y="210"/>
                    <a:pt x="192" y="210"/>
                    <a:pt x="192" y="210"/>
                  </a:cubicBezTo>
                  <a:cubicBezTo>
                    <a:pt x="192" y="222"/>
                    <a:pt x="189" y="227"/>
                    <a:pt x="180" y="230"/>
                  </a:cubicBezTo>
                  <a:cubicBezTo>
                    <a:pt x="171" y="233"/>
                    <a:pt x="155" y="234"/>
                    <a:pt x="132" y="234"/>
                  </a:cubicBezTo>
                  <a:cubicBezTo>
                    <a:pt x="131" y="228"/>
                    <a:pt x="127" y="221"/>
                    <a:pt x="125" y="215"/>
                  </a:cubicBezTo>
                  <a:cubicBezTo>
                    <a:pt x="144" y="216"/>
                    <a:pt x="162" y="216"/>
                    <a:pt x="167" y="216"/>
                  </a:cubicBezTo>
                  <a:cubicBezTo>
                    <a:pt x="172" y="215"/>
                    <a:pt x="173" y="214"/>
                    <a:pt x="173" y="210"/>
                  </a:cubicBezTo>
                  <a:cubicBezTo>
                    <a:pt x="173" y="118"/>
                    <a:pt x="173" y="118"/>
                    <a:pt x="173" y="118"/>
                  </a:cubicBezTo>
                  <a:cubicBezTo>
                    <a:pt x="0" y="118"/>
                    <a:pt x="0" y="118"/>
                    <a:pt x="0" y="118"/>
                  </a:cubicBezTo>
                  <a:cubicBezTo>
                    <a:pt x="0" y="101"/>
                    <a:pt x="0" y="101"/>
                    <a:pt x="0" y="101"/>
                  </a:cubicBezTo>
                  <a:cubicBezTo>
                    <a:pt x="227" y="101"/>
                    <a:pt x="227" y="101"/>
                    <a:pt x="227" y="101"/>
                  </a:cubicBezTo>
                  <a:lnTo>
                    <a:pt x="227" y="118"/>
                  </a:lnTo>
                  <a:close/>
                  <a:moveTo>
                    <a:pt x="197" y="98"/>
                  </a:moveTo>
                  <a:cubicBezTo>
                    <a:pt x="176" y="88"/>
                    <a:pt x="139" y="72"/>
                    <a:pt x="107" y="61"/>
                  </a:cubicBezTo>
                  <a:cubicBezTo>
                    <a:pt x="92" y="80"/>
                    <a:pt x="65" y="92"/>
                    <a:pt x="18" y="99"/>
                  </a:cubicBezTo>
                  <a:cubicBezTo>
                    <a:pt x="16" y="95"/>
                    <a:pt x="12" y="88"/>
                    <a:pt x="9" y="84"/>
                  </a:cubicBezTo>
                  <a:cubicBezTo>
                    <a:pt x="63" y="77"/>
                    <a:pt x="87" y="64"/>
                    <a:pt x="98" y="41"/>
                  </a:cubicBezTo>
                  <a:cubicBezTo>
                    <a:pt x="13" y="41"/>
                    <a:pt x="13" y="41"/>
                    <a:pt x="13" y="41"/>
                  </a:cubicBezTo>
                  <a:cubicBezTo>
                    <a:pt x="13" y="24"/>
                    <a:pt x="13" y="24"/>
                    <a:pt x="13" y="24"/>
                  </a:cubicBezTo>
                  <a:cubicBezTo>
                    <a:pt x="103" y="24"/>
                    <a:pt x="103" y="24"/>
                    <a:pt x="103" y="24"/>
                  </a:cubicBezTo>
                  <a:cubicBezTo>
                    <a:pt x="105" y="17"/>
                    <a:pt x="106" y="9"/>
                    <a:pt x="107" y="0"/>
                  </a:cubicBezTo>
                  <a:cubicBezTo>
                    <a:pt x="126" y="0"/>
                    <a:pt x="126" y="0"/>
                    <a:pt x="126" y="0"/>
                  </a:cubicBezTo>
                  <a:cubicBezTo>
                    <a:pt x="125" y="9"/>
                    <a:pt x="124" y="17"/>
                    <a:pt x="123" y="24"/>
                  </a:cubicBezTo>
                  <a:cubicBezTo>
                    <a:pt x="215" y="24"/>
                    <a:pt x="215" y="24"/>
                    <a:pt x="215" y="24"/>
                  </a:cubicBezTo>
                  <a:cubicBezTo>
                    <a:pt x="215" y="41"/>
                    <a:pt x="215" y="41"/>
                    <a:pt x="215" y="41"/>
                  </a:cubicBezTo>
                  <a:cubicBezTo>
                    <a:pt x="118" y="41"/>
                    <a:pt x="118" y="41"/>
                    <a:pt x="118" y="41"/>
                  </a:cubicBezTo>
                  <a:cubicBezTo>
                    <a:pt x="117" y="43"/>
                    <a:pt x="116" y="45"/>
                    <a:pt x="116" y="47"/>
                  </a:cubicBezTo>
                  <a:cubicBezTo>
                    <a:pt x="148" y="58"/>
                    <a:pt x="188" y="74"/>
                    <a:pt x="211" y="85"/>
                  </a:cubicBezTo>
                  <a:lnTo>
                    <a:pt x="197" y="98"/>
                  </a:lnTo>
                  <a:close/>
                  <a:moveTo>
                    <a:pt x="45" y="204"/>
                  </a:moveTo>
                  <a:cubicBezTo>
                    <a:pt x="45" y="221"/>
                    <a:pt x="45" y="221"/>
                    <a:pt x="45" y="221"/>
                  </a:cubicBezTo>
                  <a:cubicBezTo>
                    <a:pt x="27" y="221"/>
                    <a:pt x="27" y="221"/>
                    <a:pt x="27" y="221"/>
                  </a:cubicBezTo>
                  <a:cubicBezTo>
                    <a:pt x="27" y="138"/>
                    <a:pt x="27" y="138"/>
                    <a:pt x="27" y="138"/>
                  </a:cubicBezTo>
                  <a:cubicBezTo>
                    <a:pt x="128" y="138"/>
                    <a:pt x="128" y="138"/>
                    <a:pt x="128" y="138"/>
                  </a:cubicBezTo>
                  <a:cubicBezTo>
                    <a:pt x="128" y="204"/>
                    <a:pt x="128" y="204"/>
                    <a:pt x="128" y="204"/>
                  </a:cubicBezTo>
                  <a:lnTo>
                    <a:pt x="45" y="204"/>
                  </a:lnTo>
                  <a:close/>
                  <a:moveTo>
                    <a:pt x="45" y="154"/>
                  </a:moveTo>
                  <a:cubicBezTo>
                    <a:pt x="45" y="189"/>
                    <a:pt x="45" y="189"/>
                    <a:pt x="45" y="189"/>
                  </a:cubicBezTo>
                  <a:cubicBezTo>
                    <a:pt x="110" y="189"/>
                    <a:pt x="110" y="189"/>
                    <a:pt x="110" y="189"/>
                  </a:cubicBezTo>
                  <a:cubicBezTo>
                    <a:pt x="110" y="154"/>
                    <a:pt x="110" y="154"/>
                    <a:pt x="110" y="154"/>
                  </a:cubicBezTo>
                  <a:lnTo>
                    <a:pt x="45" y="1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29"/>
            <p:cNvSpPr>
              <a:spLocks noEditPoints="1"/>
            </p:cNvSpPr>
            <p:nvPr/>
          </p:nvSpPr>
          <p:spPr bwMode="auto">
            <a:xfrm>
              <a:off x="496888" y="2647950"/>
              <a:ext cx="434975" cy="438150"/>
            </a:xfrm>
            <a:custGeom>
              <a:avLst/>
              <a:gdLst>
                <a:gd name="T0" fmla="*/ 88 w 231"/>
                <a:gd name="T1" fmla="*/ 54 h 233"/>
                <a:gd name="T2" fmla="*/ 66 w 231"/>
                <a:gd name="T3" fmla="*/ 165 h 233"/>
                <a:gd name="T4" fmla="*/ 92 w 231"/>
                <a:gd name="T5" fmla="*/ 188 h 233"/>
                <a:gd name="T6" fmla="*/ 80 w 231"/>
                <a:gd name="T7" fmla="*/ 202 h 233"/>
                <a:gd name="T8" fmla="*/ 58 w 231"/>
                <a:gd name="T9" fmla="*/ 181 h 233"/>
                <a:gd name="T10" fmla="*/ 11 w 231"/>
                <a:gd name="T11" fmla="*/ 233 h 233"/>
                <a:gd name="T12" fmla="*/ 0 w 231"/>
                <a:gd name="T13" fmla="*/ 218 h 233"/>
                <a:gd name="T14" fmla="*/ 44 w 231"/>
                <a:gd name="T15" fmla="*/ 169 h 233"/>
                <a:gd name="T16" fmla="*/ 6 w 231"/>
                <a:gd name="T17" fmla="*/ 139 h 233"/>
                <a:gd name="T18" fmla="*/ 24 w 231"/>
                <a:gd name="T19" fmla="*/ 70 h 233"/>
                <a:gd name="T20" fmla="*/ 0 w 231"/>
                <a:gd name="T21" fmla="*/ 70 h 233"/>
                <a:gd name="T22" fmla="*/ 0 w 231"/>
                <a:gd name="T23" fmla="*/ 53 h 233"/>
                <a:gd name="T24" fmla="*/ 28 w 231"/>
                <a:gd name="T25" fmla="*/ 53 h 233"/>
                <a:gd name="T26" fmla="*/ 36 w 231"/>
                <a:gd name="T27" fmla="*/ 0 h 233"/>
                <a:gd name="T28" fmla="*/ 54 w 231"/>
                <a:gd name="T29" fmla="*/ 2 h 233"/>
                <a:gd name="T30" fmla="*/ 45 w 231"/>
                <a:gd name="T31" fmla="*/ 53 h 233"/>
                <a:gd name="T32" fmla="*/ 74 w 231"/>
                <a:gd name="T33" fmla="*/ 53 h 233"/>
                <a:gd name="T34" fmla="*/ 77 w 231"/>
                <a:gd name="T35" fmla="*/ 52 h 233"/>
                <a:gd name="T36" fmla="*/ 88 w 231"/>
                <a:gd name="T37" fmla="*/ 54 h 233"/>
                <a:gd name="T38" fmla="*/ 42 w 231"/>
                <a:gd name="T39" fmla="*/ 70 h 233"/>
                <a:gd name="T40" fmla="*/ 26 w 231"/>
                <a:gd name="T41" fmla="*/ 133 h 233"/>
                <a:gd name="T42" fmla="*/ 52 w 231"/>
                <a:gd name="T43" fmla="*/ 153 h 233"/>
                <a:gd name="T44" fmla="*/ 70 w 231"/>
                <a:gd name="T45" fmla="*/ 70 h 233"/>
                <a:gd name="T46" fmla="*/ 42 w 231"/>
                <a:gd name="T47" fmla="*/ 70 h 233"/>
                <a:gd name="T48" fmla="*/ 219 w 231"/>
                <a:gd name="T49" fmla="*/ 130 h 233"/>
                <a:gd name="T50" fmla="*/ 91 w 231"/>
                <a:gd name="T51" fmla="*/ 233 h 233"/>
                <a:gd name="T52" fmla="*/ 80 w 231"/>
                <a:gd name="T53" fmla="*/ 216 h 233"/>
                <a:gd name="T54" fmla="*/ 202 w 231"/>
                <a:gd name="T55" fmla="*/ 125 h 233"/>
                <a:gd name="T56" fmla="*/ 219 w 231"/>
                <a:gd name="T57" fmla="*/ 130 h 233"/>
                <a:gd name="T58" fmla="*/ 133 w 231"/>
                <a:gd name="T59" fmla="*/ 47 h 233"/>
                <a:gd name="T60" fmla="*/ 112 w 231"/>
                <a:gd name="T61" fmla="*/ 128 h 233"/>
                <a:gd name="T62" fmla="*/ 96 w 231"/>
                <a:gd name="T63" fmla="*/ 120 h 233"/>
                <a:gd name="T64" fmla="*/ 116 w 231"/>
                <a:gd name="T65" fmla="*/ 44 h 233"/>
                <a:gd name="T66" fmla="*/ 133 w 231"/>
                <a:gd name="T67" fmla="*/ 47 h 233"/>
                <a:gd name="T68" fmla="*/ 169 w 231"/>
                <a:gd name="T69" fmla="*/ 157 h 233"/>
                <a:gd name="T70" fmla="*/ 151 w 231"/>
                <a:gd name="T71" fmla="*/ 157 h 233"/>
                <a:gd name="T72" fmla="*/ 151 w 231"/>
                <a:gd name="T73" fmla="*/ 0 h 233"/>
                <a:gd name="T74" fmla="*/ 169 w 231"/>
                <a:gd name="T75" fmla="*/ 0 h 233"/>
                <a:gd name="T76" fmla="*/ 169 w 231"/>
                <a:gd name="T77" fmla="*/ 157 h 233"/>
                <a:gd name="T78" fmla="*/ 214 w 231"/>
                <a:gd name="T79" fmla="*/ 115 h 233"/>
                <a:gd name="T80" fmla="*/ 186 w 231"/>
                <a:gd name="T81" fmla="*/ 46 h 233"/>
                <a:gd name="T82" fmla="*/ 202 w 231"/>
                <a:gd name="T83" fmla="*/ 40 h 233"/>
                <a:gd name="T84" fmla="*/ 231 w 231"/>
                <a:gd name="T85" fmla="*/ 109 h 233"/>
                <a:gd name="T86" fmla="*/ 214 w 231"/>
                <a:gd name="T87" fmla="*/ 11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1" h="233">
                  <a:moveTo>
                    <a:pt x="88" y="54"/>
                  </a:moveTo>
                  <a:cubicBezTo>
                    <a:pt x="85" y="100"/>
                    <a:pt x="78" y="137"/>
                    <a:pt x="66" y="165"/>
                  </a:cubicBezTo>
                  <a:cubicBezTo>
                    <a:pt x="76" y="173"/>
                    <a:pt x="86" y="181"/>
                    <a:pt x="92" y="188"/>
                  </a:cubicBezTo>
                  <a:cubicBezTo>
                    <a:pt x="80" y="202"/>
                    <a:pt x="80" y="202"/>
                    <a:pt x="80" y="202"/>
                  </a:cubicBezTo>
                  <a:cubicBezTo>
                    <a:pt x="74" y="197"/>
                    <a:pt x="67" y="189"/>
                    <a:pt x="58" y="181"/>
                  </a:cubicBezTo>
                  <a:cubicBezTo>
                    <a:pt x="46" y="204"/>
                    <a:pt x="30" y="221"/>
                    <a:pt x="11" y="233"/>
                  </a:cubicBezTo>
                  <a:cubicBezTo>
                    <a:pt x="9" y="228"/>
                    <a:pt x="4" y="222"/>
                    <a:pt x="0" y="218"/>
                  </a:cubicBezTo>
                  <a:cubicBezTo>
                    <a:pt x="18" y="208"/>
                    <a:pt x="33" y="192"/>
                    <a:pt x="44" y="169"/>
                  </a:cubicBezTo>
                  <a:cubicBezTo>
                    <a:pt x="32" y="159"/>
                    <a:pt x="18" y="148"/>
                    <a:pt x="6" y="139"/>
                  </a:cubicBezTo>
                  <a:cubicBezTo>
                    <a:pt x="12" y="121"/>
                    <a:pt x="18" y="96"/>
                    <a:pt x="24" y="70"/>
                  </a:cubicBezTo>
                  <a:cubicBezTo>
                    <a:pt x="0" y="70"/>
                    <a:pt x="0" y="70"/>
                    <a:pt x="0" y="70"/>
                  </a:cubicBezTo>
                  <a:cubicBezTo>
                    <a:pt x="0" y="53"/>
                    <a:pt x="0" y="53"/>
                    <a:pt x="0" y="53"/>
                  </a:cubicBezTo>
                  <a:cubicBezTo>
                    <a:pt x="28" y="53"/>
                    <a:pt x="28" y="53"/>
                    <a:pt x="28" y="53"/>
                  </a:cubicBezTo>
                  <a:cubicBezTo>
                    <a:pt x="31" y="34"/>
                    <a:pt x="34" y="17"/>
                    <a:pt x="36" y="0"/>
                  </a:cubicBezTo>
                  <a:cubicBezTo>
                    <a:pt x="54" y="2"/>
                    <a:pt x="54" y="2"/>
                    <a:pt x="54" y="2"/>
                  </a:cubicBezTo>
                  <a:cubicBezTo>
                    <a:pt x="52" y="18"/>
                    <a:pt x="49" y="35"/>
                    <a:pt x="45" y="53"/>
                  </a:cubicBezTo>
                  <a:cubicBezTo>
                    <a:pt x="74" y="53"/>
                    <a:pt x="74" y="53"/>
                    <a:pt x="74" y="53"/>
                  </a:cubicBezTo>
                  <a:cubicBezTo>
                    <a:pt x="77" y="52"/>
                    <a:pt x="77" y="52"/>
                    <a:pt x="77" y="52"/>
                  </a:cubicBezTo>
                  <a:lnTo>
                    <a:pt x="88" y="54"/>
                  </a:lnTo>
                  <a:close/>
                  <a:moveTo>
                    <a:pt x="42" y="70"/>
                  </a:moveTo>
                  <a:cubicBezTo>
                    <a:pt x="36" y="93"/>
                    <a:pt x="31" y="115"/>
                    <a:pt x="26" y="133"/>
                  </a:cubicBezTo>
                  <a:cubicBezTo>
                    <a:pt x="34" y="140"/>
                    <a:pt x="43" y="146"/>
                    <a:pt x="52" y="153"/>
                  </a:cubicBezTo>
                  <a:cubicBezTo>
                    <a:pt x="60" y="130"/>
                    <a:pt x="67" y="103"/>
                    <a:pt x="70" y="70"/>
                  </a:cubicBezTo>
                  <a:lnTo>
                    <a:pt x="42" y="70"/>
                  </a:lnTo>
                  <a:close/>
                  <a:moveTo>
                    <a:pt x="219" y="130"/>
                  </a:moveTo>
                  <a:cubicBezTo>
                    <a:pt x="200" y="185"/>
                    <a:pt x="157" y="217"/>
                    <a:pt x="91" y="233"/>
                  </a:cubicBezTo>
                  <a:cubicBezTo>
                    <a:pt x="89" y="227"/>
                    <a:pt x="84" y="220"/>
                    <a:pt x="80" y="216"/>
                  </a:cubicBezTo>
                  <a:cubicBezTo>
                    <a:pt x="143" y="203"/>
                    <a:pt x="183" y="174"/>
                    <a:pt x="202" y="125"/>
                  </a:cubicBezTo>
                  <a:lnTo>
                    <a:pt x="219" y="130"/>
                  </a:lnTo>
                  <a:close/>
                  <a:moveTo>
                    <a:pt x="133" y="47"/>
                  </a:moveTo>
                  <a:cubicBezTo>
                    <a:pt x="129" y="77"/>
                    <a:pt x="121" y="108"/>
                    <a:pt x="112" y="128"/>
                  </a:cubicBezTo>
                  <a:cubicBezTo>
                    <a:pt x="108" y="126"/>
                    <a:pt x="100" y="122"/>
                    <a:pt x="96" y="120"/>
                  </a:cubicBezTo>
                  <a:cubicBezTo>
                    <a:pt x="105" y="101"/>
                    <a:pt x="112" y="72"/>
                    <a:pt x="116" y="44"/>
                  </a:cubicBezTo>
                  <a:lnTo>
                    <a:pt x="133" y="47"/>
                  </a:lnTo>
                  <a:close/>
                  <a:moveTo>
                    <a:pt x="169" y="157"/>
                  </a:moveTo>
                  <a:cubicBezTo>
                    <a:pt x="151" y="157"/>
                    <a:pt x="151" y="157"/>
                    <a:pt x="151" y="157"/>
                  </a:cubicBezTo>
                  <a:cubicBezTo>
                    <a:pt x="151" y="0"/>
                    <a:pt x="151" y="0"/>
                    <a:pt x="151" y="0"/>
                  </a:cubicBezTo>
                  <a:cubicBezTo>
                    <a:pt x="169" y="0"/>
                    <a:pt x="169" y="0"/>
                    <a:pt x="169" y="0"/>
                  </a:cubicBezTo>
                  <a:lnTo>
                    <a:pt x="169" y="157"/>
                  </a:lnTo>
                  <a:close/>
                  <a:moveTo>
                    <a:pt x="214" y="115"/>
                  </a:moveTo>
                  <a:cubicBezTo>
                    <a:pt x="209" y="96"/>
                    <a:pt x="198" y="67"/>
                    <a:pt x="186" y="46"/>
                  </a:cubicBezTo>
                  <a:cubicBezTo>
                    <a:pt x="202" y="40"/>
                    <a:pt x="202" y="40"/>
                    <a:pt x="202" y="40"/>
                  </a:cubicBezTo>
                  <a:cubicBezTo>
                    <a:pt x="214" y="62"/>
                    <a:pt x="226" y="90"/>
                    <a:pt x="231" y="109"/>
                  </a:cubicBezTo>
                  <a:lnTo>
                    <a:pt x="214" y="1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cstate="screen"/>
          <a:srcRect/>
          <a:stretch>
            <a:fillRect/>
          </a:stretch>
        </p:blipFill>
        <p:spPr>
          <a:xfrm>
            <a:off x="0" y="-16932"/>
            <a:ext cx="12192000" cy="6883399"/>
          </a:xfrm>
          <a:prstGeom prst="rect">
            <a:avLst/>
          </a:prstGeom>
          <a:effectLst/>
        </p:spPr>
      </p:pic>
      <p:sp>
        <p:nvSpPr>
          <p:cNvPr id="9" name="文本框 8"/>
          <p:cNvSpPr txBox="1"/>
          <p:nvPr userDrawn="1"/>
        </p:nvSpPr>
        <p:spPr>
          <a:xfrm>
            <a:off x="836421" y="6233666"/>
            <a:ext cx="3911069" cy="246221"/>
          </a:xfrm>
          <a:prstGeom prst="rect">
            <a:avLst/>
          </a:prstGeom>
          <a:noFill/>
        </p:spPr>
        <p:txBody>
          <a:bodyPr wrap="square" rtlCol="0">
            <a:spAutoFit/>
          </a:bodyPr>
          <a:lstStyle/>
          <a:p>
            <a:pPr>
              <a:buSzPct val="50000"/>
              <a:buFont typeface="Wingdings" panose="05000000000000000000" pitchFamily="2" charset="2"/>
              <a:buNone/>
            </a:pPr>
            <a:r>
              <a:rPr lang="en-US" altLang="zh-CN" sz="1000" dirty="0">
                <a:solidFill>
                  <a:srgbClr val="323232"/>
                </a:solidFill>
                <a:latin typeface="Verdana" panose="020B0604030504040204" charset="0"/>
              </a:rPr>
              <a:t>Copyright © 2020 </a:t>
            </a:r>
            <a:r>
              <a:rPr lang="en-US" altLang="zh-CN" sz="1000" dirty="0" err="1">
                <a:solidFill>
                  <a:srgbClr val="323232"/>
                </a:solidFill>
                <a:latin typeface="Verdana" panose="020B0604030504040204" charset="0"/>
              </a:rPr>
              <a:t>Neusoft</a:t>
            </a:r>
            <a:r>
              <a:rPr lang="en-US" altLang="zh-CN" sz="1000" dirty="0">
                <a:solidFill>
                  <a:srgbClr val="323232"/>
                </a:solidFill>
                <a:latin typeface="Verdana" panose="020B0604030504040204" charset="0"/>
              </a:rPr>
              <a:t> Corporation</a:t>
            </a:r>
            <a:endParaRPr lang="en-US" altLang="zh-CN" sz="1000" dirty="0">
              <a:solidFill>
                <a:srgbClr val="323232"/>
              </a:solidFill>
              <a:latin typeface="Verdana" panose="020B0604030504040204" charset="0"/>
            </a:endParaRPr>
          </a:p>
        </p:txBody>
      </p:sp>
      <p:sp>
        <p:nvSpPr>
          <p:cNvPr id="10" name="矩形 9"/>
          <p:cNvSpPr/>
          <p:nvPr userDrawn="1"/>
        </p:nvSpPr>
        <p:spPr>
          <a:xfrm>
            <a:off x="836421" y="6030540"/>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1" name="文本占位符 126"/>
          <p:cNvSpPr>
            <a:spLocks noGrp="1"/>
          </p:cNvSpPr>
          <p:nvPr>
            <p:ph type="body" sz="quarter" idx="19" hasCustomPrompt="1"/>
          </p:nvPr>
        </p:nvSpPr>
        <p:spPr>
          <a:xfrm>
            <a:off x="828000" y="2929497"/>
            <a:ext cx="8580438" cy="585866"/>
          </a:xfrm>
          <a:prstGeom prst="rect">
            <a:avLst/>
          </a:prstGeom>
          <a:noFill/>
        </p:spPr>
        <p:txBody>
          <a:bodyPr wrap="square" tIns="46800">
            <a:spAutoFit/>
          </a:bodyPr>
          <a:lstStyle>
            <a:lvl1pPr marL="0" indent="0">
              <a:lnSpc>
                <a:spcPct val="100000"/>
              </a:lnSpc>
              <a:spcBef>
                <a:spcPts val="0"/>
              </a:spcBef>
              <a:buNone/>
              <a:defRPr sz="1600">
                <a:solidFill>
                  <a:schemeClr val="bg1"/>
                </a:solidFill>
                <a:latin typeface="Verdana" panose="020B0604030504040204" charset="0"/>
                <a:ea typeface="Microsoft YaHei" panose="020B0503020204020204" pitchFamily="34" charset="-122"/>
                <a:cs typeface="Verdana" panose="020B0604030504040204" charset="0"/>
              </a:defRPr>
            </a:lvl1pPr>
          </a:lstStyle>
          <a:p>
            <a:pPr lvl="0"/>
            <a:r>
              <a:rPr lang="zh-CN" altLang="en-US" dirty="0"/>
              <a:t>演讲人                </a:t>
            </a:r>
            <a:endParaRPr lang="en-US" altLang="zh-CN" dirty="0"/>
          </a:p>
          <a:p>
            <a:pPr lvl="0"/>
            <a:r>
              <a:rPr lang="en-US" altLang="zh-CN" dirty="0"/>
              <a:t>16pt </a:t>
            </a:r>
            <a:r>
              <a:rPr lang="zh-CN" altLang="en-US" dirty="0"/>
              <a:t>微软雅黑</a:t>
            </a:r>
            <a:endParaRPr lang="zh-CN" altLang="en-US" dirty="0"/>
          </a:p>
        </p:txBody>
      </p:sp>
      <p:sp>
        <p:nvSpPr>
          <p:cNvPr id="12" name="文本占位符 5"/>
          <p:cNvSpPr>
            <a:spLocks noGrp="1"/>
          </p:cNvSpPr>
          <p:nvPr>
            <p:ph type="body" sz="quarter" idx="14" hasCustomPrompt="1"/>
          </p:nvPr>
        </p:nvSpPr>
        <p:spPr>
          <a:xfrm>
            <a:off x="828000" y="1188397"/>
            <a:ext cx="8580438" cy="1323439"/>
          </a:xfrm>
          <a:prstGeom prst="rect">
            <a:avLst/>
          </a:prstGeom>
          <a:noFill/>
          <a:effectLst>
            <a:outerShdw blurRad="50800" dist="38100" dir="2700000" algn="tl" rotWithShape="0">
              <a:prstClr val="black">
                <a:alpha val="40000"/>
              </a:prstClr>
            </a:outerShdw>
          </a:effectLst>
        </p:spPr>
        <p:txBody>
          <a:bodyPr wrap="square">
            <a:spAutoFit/>
          </a:bodyPr>
          <a:lstStyle>
            <a:lvl1pPr marL="0" indent="0">
              <a:lnSpc>
                <a:spcPct val="100000"/>
              </a:lnSpc>
              <a:spcBef>
                <a:spcPts val="0"/>
              </a:spcBef>
              <a:buNone/>
              <a:defRPr sz="4000" b="1" baseline="0">
                <a:solidFill>
                  <a:schemeClr val="bg1"/>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endParaRPr lang="en-US" altLang="zh-CN" dirty="0"/>
          </a:p>
          <a:p>
            <a:r>
              <a:rPr lang="en-US" altLang="zh-CN" dirty="0"/>
              <a:t>40pt </a:t>
            </a:r>
            <a:r>
              <a:rPr lang="zh-CN" altLang="en-US" dirty="0"/>
              <a:t>加粗</a:t>
            </a:r>
            <a:r>
              <a:rPr lang="en-US" altLang="zh-CN" dirty="0"/>
              <a:t> </a:t>
            </a:r>
            <a:endParaRPr lang="zh-CN" altLang="en-US" dirty="0"/>
          </a:p>
        </p:txBody>
      </p:sp>
      <p:sp>
        <p:nvSpPr>
          <p:cNvPr id="16" name="文本框 15"/>
          <p:cNvSpPr txBox="1"/>
          <p:nvPr userDrawn="1"/>
        </p:nvSpPr>
        <p:spPr>
          <a:xfrm>
            <a:off x="828000" y="6235582"/>
            <a:ext cx="3911069" cy="246221"/>
          </a:xfrm>
          <a:prstGeom prst="rect">
            <a:avLst/>
          </a:prstGeom>
          <a:noFill/>
        </p:spPr>
        <p:txBody>
          <a:bodyPr wrap="square" rtlCol="0">
            <a:spAutoFit/>
          </a:bodyPr>
          <a:lstStyle/>
          <a:p>
            <a:pPr>
              <a:buSzPct val="50000"/>
              <a:buFont typeface="Wingdings" panose="05000000000000000000" pitchFamily="2" charset="2"/>
              <a:buNone/>
            </a:pPr>
            <a:r>
              <a:rPr lang="en-US" altLang="zh-CN" sz="1000" dirty="0">
                <a:solidFill>
                  <a:prstClr val="white"/>
                </a:solidFill>
                <a:latin typeface="Verdana" panose="020B0604030504040204" charset="0"/>
              </a:rPr>
              <a:t>Copyright © 2022 </a:t>
            </a:r>
            <a:r>
              <a:rPr lang="en-US" altLang="zh-CN" sz="1000" dirty="0" err="1">
                <a:solidFill>
                  <a:prstClr val="white"/>
                </a:solidFill>
                <a:latin typeface="Verdana" panose="020B0604030504040204" charset="0"/>
              </a:rPr>
              <a:t>Neusoft</a:t>
            </a:r>
            <a:r>
              <a:rPr lang="en-US" altLang="zh-CN" sz="1000" dirty="0">
                <a:solidFill>
                  <a:prstClr val="white"/>
                </a:solidFill>
                <a:latin typeface="Verdana" panose="020B0604030504040204" charset="0"/>
              </a:rPr>
              <a:t> Corporation</a:t>
            </a:r>
            <a:endParaRPr lang="en-US" altLang="zh-CN" sz="1000" dirty="0">
              <a:solidFill>
                <a:prstClr val="white"/>
              </a:solidFill>
              <a:latin typeface="Verdana" panose="020B0604030504040204" charset="0"/>
            </a:endParaRPr>
          </a:p>
        </p:txBody>
      </p:sp>
      <p:sp>
        <p:nvSpPr>
          <p:cNvPr id="17" name="矩形 16"/>
          <p:cNvSpPr/>
          <p:nvPr userDrawn="1"/>
        </p:nvSpPr>
        <p:spPr>
          <a:xfrm>
            <a:off x="828000" y="6032456"/>
            <a:ext cx="1723549" cy="246221"/>
          </a:xfrm>
          <a:prstGeom prst="rect">
            <a:avLst/>
          </a:prstGeom>
        </p:spPr>
        <p:txBody>
          <a:bodyPr wrap="none">
            <a:spAutoFit/>
          </a:bodyPr>
          <a:lstStyle/>
          <a:p>
            <a:r>
              <a:rPr lang="zh-CN" altLang="zh-CN" sz="10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prstClr val="white"/>
              </a:solidFill>
              <a:latin typeface="Microsoft YaHei" panose="020B0503020204020204" pitchFamily="34" charset="-122"/>
              <a:ea typeface="Microsoft YaHei" panose="020B0503020204020204" pitchFamily="34" charset="-122"/>
            </a:endParaRPr>
          </a:p>
        </p:txBody>
      </p:sp>
      <p:pic>
        <p:nvPicPr>
          <p:cNvPr id="18" name="图片 17"/>
          <p:cNvPicPr>
            <a:picLocks noChangeAspect="1"/>
          </p:cNvPicPr>
          <p:nvPr userDrawn="1"/>
        </p:nvPicPr>
        <p:blipFill>
          <a:blip r:embed="rId3" cstate="screen"/>
          <a:stretch>
            <a:fillRect/>
          </a:stretch>
        </p:blipFill>
        <p:spPr>
          <a:xfrm>
            <a:off x="10113729" y="560625"/>
            <a:ext cx="1455772" cy="792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15" name="图片占位符 4"/>
          <p:cNvPicPr>
            <a:picLocks noChangeAspect="1"/>
          </p:cNvPicPr>
          <p:nvPr userDrawn="1"/>
        </p:nvPicPr>
        <p:blipFill rotWithShape="1">
          <a:blip r:embed="rId2" cstate="screen"/>
          <a:srcRect/>
          <a:stretch>
            <a:fillRect/>
          </a:stretch>
        </p:blipFill>
        <p:spPr>
          <a:xfrm flipH="1">
            <a:off x="0" y="0"/>
            <a:ext cx="12192000" cy="6858000"/>
          </a:xfrm>
          <a:prstGeom prst="rect">
            <a:avLst/>
          </a:prstGeom>
        </p:spPr>
      </p:pic>
      <p:sp>
        <p:nvSpPr>
          <p:cNvPr id="9" name="文本占位符 126"/>
          <p:cNvSpPr>
            <a:spLocks noGrp="1"/>
          </p:cNvSpPr>
          <p:nvPr>
            <p:ph type="body" sz="quarter" idx="19" hasCustomPrompt="1"/>
          </p:nvPr>
        </p:nvSpPr>
        <p:spPr>
          <a:xfrm>
            <a:off x="828000" y="4157164"/>
            <a:ext cx="8580438" cy="585866"/>
          </a:xfrm>
          <a:prstGeom prst="rect">
            <a:avLst/>
          </a:prstGeom>
          <a:noFill/>
        </p:spPr>
        <p:txBody>
          <a:bodyPr wrap="square" tIns="46800">
            <a:spAutoFit/>
          </a:bodyPr>
          <a:lstStyle>
            <a:lvl1pPr marL="0" indent="0">
              <a:lnSpc>
                <a:spcPct val="100000"/>
              </a:lnSpc>
              <a:spcBef>
                <a:spcPts val="0"/>
              </a:spcBef>
              <a:buNone/>
              <a:defRPr sz="1600">
                <a:solidFill>
                  <a:schemeClr val="bg1"/>
                </a:solidFill>
                <a:latin typeface="Verdana" panose="020B0604030504040204" charset="0"/>
                <a:ea typeface="Microsoft YaHei" panose="020B0503020204020204" pitchFamily="34" charset="-122"/>
                <a:cs typeface="Verdana" panose="020B0604030504040204" charset="0"/>
              </a:defRPr>
            </a:lvl1pPr>
          </a:lstStyle>
          <a:p>
            <a:pPr lvl="0"/>
            <a:r>
              <a:rPr lang="zh-CN" altLang="en-US" dirty="0"/>
              <a:t>演讲人                </a:t>
            </a:r>
            <a:endParaRPr lang="en-US" altLang="zh-CN" dirty="0"/>
          </a:p>
          <a:p>
            <a:pPr lvl="0"/>
            <a:r>
              <a:rPr lang="en-US" altLang="zh-CN" dirty="0"/>
              <a:t>16pt </a:t>
            </a:r>
            <a:r>
              <a:rPr lang="zh-CN" altLang="en-US" dirty="0"/>
              <a:t>微软雅黑</a:t>
            </a:r>
            <a:endParaRPr lang="zh-CN" altLang="en-US" dirty="0"/>
          </a:p>
        </p:txBody>
      </p:sp>
      <p:sp>
        <p:nvSpPr>
          <p:cNvPr id="10" name="文本占位符 5"/>
          <p:cNvSpPr>
            <a:spLocks noGrp="1"/>
          </p:cNvSpPr>
          <p:nvPr>
            <p:ph type="body" sz="quarter" idx="14" hasCustomPrompt="1"/>
          </p:nvPr>
        </p:nvSpPr>
        <p:spPr>
          <a:xfrm>
            <a:off x="828000" y="2416064"/>
            <a:ext cx="8580438" cy="1323439"/>
          </a:xfrm>
          <a:prstGeom prst="rect">
            <a:avLst/>
          </a:prstGeom>
          <a:noFill/>
          <a:effectLst>
            <a:outerShdw blurRad="50800" dist="38100" dir="2700000" algn="tl" rotWithShape="0">
              <a:prstClr val="black">
                <a:alpha val="40000"/>
              </a:prstClr>
            </a:outerShdw>
          </a:effectLst>
        </p:spPr>
        <p:txBody>
          <a:bodyPr wrap="square">
            <a:spAutoFit/>
          </a:bodyPr>
          <a:lstStyle>
            <a:lvl1pPr marL="0" indent="0">
              <a:lnSpc>
                <a:spcPct val="100000"/>
              </a:lnSpc>
              <a:spcBef>
                <a:spcPts val="0"/>
              </a:spcBef>
              <a:buNone/>
              <a:defRPr sz="4000" b="1" baseline="0">
                <a:solidFill>
                  <a:schemeClr val="bg1"/>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endParaRPr lang="en-US" altLang="zh-CN" dirty="0"/>
          </a:p>
          <a:p>
            <a:r>
              <a:rPr lang="en-US" altLang="zh-CN" dirty="0"/>
              <a:t>40pt </a:t>
            </a:r>
            <a:r>
              <a:rPr lang="zh-CN" altLang="en-US" dirty="0"/>
              <a:t>加粗</a:t>
            </a:r>
            <a:r>
              <a:rPr lang="en-US" altLang="zh-CN" dirty="0"/>
              <a:t> </a:t>
            </a:r>
            <a:endParaRPr lang="zh-CN" altLang="en-US" dirty="0"/>
          </a:p>
        </p:txBody>
      </p:sp>
      <p:sp>
        <p:nvSpPr>
          <p:cNvPr id="11" name="文本框 10"/>
          <p:cNvSpPr txBox="1"/>
          <p:nvPr userDrawn="1"/>
        </p:nvSpPr>
        <p:spPr>
          <a:xfrm>
            <a:off x="828000" y="6235582"/>
            <a:ext cx="3911069" cy="246221"/>
          </a:xfrm>
          <a:prstGeom prst="rect">
            <a:avLst/>
          </a:prstGeom>
          <a:noFill/>
        </p:spPr>
        <p:txBody>
          <a:bodyPr wrap="square" rtlCol="0">
            <a:spAutoFit/>
          </a:bodyPr>
          <a:lstStyle/>
          <a:p>
            <a:pPr>
              <a:buSzPct val="50000"/>
              <a:buFont typeface="Wingdings" panose="05000000000000000000" pitchFamily="2" charset="2"/>
              <a:buNone/>
            </a:pPr>
            <a:r>
              <a:rPr lang="en-US" altLang="zh-CN" sz="1000" dirty="0">
                <a:solidFill>
                  <a:prstClr val="white"/>
                </a:solidFill>
                <a:latin typeface="Verdana" panose="020B0604030504040204" charset="0"/>
              </a:rPr>
              <a:t>Copyright © 2022 </a:t>
            </a:r>
            <a:r>
              <a:rPr lang="en-US" altLang="zh-CN" sz="1000" dirty="0" err="1">
                <a:solidFill>
                  <a:prstClr val="white"/>
                </a:solidFill>
                <a:latin typeface="Verdana" panose="020B0604030504040204" charset="0"/>
              </a:rPr>
              <a:t>Neusoft</a:t>
            </a:r>
            <a:r>
              <a:rPr lang="en-US" altLang="zh-CN" sz="1000" dirty="0">
                <a:solidFill>
                  <a:prstClr val="white"/>
                </a:solidFill>
                <a:latin typeface="Verdana" panose="020B0604030504040204" charset="0"/>
              </a:rPr>
              <a:t> Corporation</a:t>
            </a:r>
            <a:endParaRPr lang="en-US" altLang="zh-CN" sz="1000" dirty="0">
              <a:solidFill>
                <a:prstClr val="white"/>
              </a:solidFill>
              <a:latin typeface="Verdana" panose="020B0604030504040204" charset="0"/>
            </a:endParaRPr>
          </a:p>
        </p:txBody>
      </p:sp>
      <p:sp>
        <p:nvSpPr>
          <p:cNvPr id="12" name="矩形 11"/>
          <p:cNvSpPr/>
          <p:nvPr userDrawn="1"/>
        </p:nvSpPr>
        <p:spPr>
          <a:xfrm>
            <a:off x="828000" y="6032456"/>
            <a:ext cx="1723549" cy="246221"/>
          </a:xfrm>
          <a:prstGeom prst="rect">
            <a:avLst/>
          </a:prstGeom>
        </p:spPr>
        <p:txBody>
          <a:bodyPr wrap="none">
            <a:spAutoFit/>
          </a:bodyPr>
          <a:lstStyle/>
          <a:p>
            <a:r>
              <a:rPr lang="zh-CN" altLang="zh-CN" sz="10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prstClr val="white"/>
              </a:solidFill>
              <a:latin typeface="Microsoft YaHei" panose="020B0503020204020204" pitchFamily="34" charset="-122"/>
              <a:ea typeface="Microsoft YaHei" panose="020B0503020204020204" pitchFamily="34" charset="-122"/>
            </a:endParaRPr>
          </a:p>
        </p:txBody>
      </p:sp>
      <p:pic>
        <p:nvPicPr>
          <p:cNvPr id="13" name="图片 12"/>
          <p:cNvPicPr>
            <a:picLocks noChangeAspect="1"/>
          </p:cNvPicPr>
          <p:nvPr userDrawn="1"/>
        </p:nvPicPr>
        <p:blipFill>
          <a:blip r:embed="rId3" cstate="screen"/>
          <a:stretch>
            <a:fillRect/>
          </a:stretch>
        </p:blipFill>
        <p:spPr>
          <a:xfrm>
            <a:off x="10113729" y="560625"/>
            <a:ext cx="1455772" cy="792000"/>
          </a:xfrm>
          <a:prstGeom prst="rect">
            <a:avLst/>
          </a:prstGeom>
        </p:spPr>
      </p:pic>
      <p:pic>
        <p:nvPicPr>
          <p:cNvPr id="14" name="图片 13"/>
          <p:cNvPicPr>
            <a:picLocks noChangeAspect="1"/>
          </p:cNvPicPr>
          <p:nvPr userDrawn="1"/>
        </p:nvPicPr>
        <p:blipFill>
          <a:blip r:embed="rId4" cstate="screen"/>
          <a:stretch>
            <a:fillRect/>
          </a:stretch>
        </p:blipFill>
        <p:spPr>
          <a:xfrm>
            <a:off x="10030936" y="5982754"/>
            <a:ext cx="1538565" cy="5004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封面四">
    <p:spTree>
      <p:nvGrpSpPr>
        <p:cNvPr id="1" name=""/>
        <p:cNvGrpSpPr/>
        <p:nvPr/>
      </p:nvGrpSpPr>
      <p:grpSpPr>
        <a:xfrm>
          <a:off x="0" y="0"/>
          <a:ext cx="0" cy="0"/>
          <a:chOff x="0" y="0"/>
          <a:chExt cx="0" cy="0"/>
        </a:xfrm>
      </p:grpSpPr>
      <p:sp>
        <p:nvSpPr>
          <p:cNvPr id="18" name="文本框 17"/>
          <p:cNvSpPr txBox="1"/>
          <p:nvPr userDrawn="1"/>
        </p:nvSpPr>
        <p:spPr>
          <a:xfrm>
            <a:off x="836421" y="6233666"/>
            <a:ext cx="3911069" cy="246221"/>
          </a:xfrm>
          <a:prstGeom prst="rect">
            <a:avLst/>
          </a:prstGeom>
          <a:noFill/>
        </p:spPr>
        <p:txBody>
          <a:bodyPr wrap="square" rtlCol="0">
            <a:spAutoFit/>
          </a:bodyPr>
          <a:lstStyle/>
          <a:p>
            <a:pPr eaLnBrk="0" fontAlgn="base" hangingPunct="0">
              <a:lnSpc>
                <a:spcPct val="100000"/>
              </a:lnSpc>
              <a:spcBef>
                <a:spcPct val="0"/>
              </a:spcBef>
              <a:spcAft>
                <a:spcPct val="0"/>
              </a:spcAft>
              <a:buSzPct val="50000"/>
              <a:buFont typeface="Wingdings" panose="05000000000000000000" pitchFamily="2" charset="2"/>
              <a:buNone/>
            </a:pPr>
            <a:r>
              <a:rPr lang="en-US" altLang="zh-CN" sz="1000" dirty="0">
                <a:solidFill>
                  <a:srgbClr val="323232"/>
                </a:solidFill>
                <a:latin typeface="Verdana" panose="020B0604030504040204" charset="0"/>
              </a:rPr>
              <a:t>Copyright © 2022 </a:t>
            </a:r>
            <a:r>
              <a:rPr lang="en-US" altLang="zh-CN" sz="1000" dirty="0" err="1">
                <a:solidFill>
                  <a:srgbClr val="323232"/>
                </a:solidFill>
                <a:latin typeface="Verdana" panose="020B0604030504040204" charset="0"/>
              </a:rPr>
              <a:t>Neusoft</a:t>
            </a:r>
            <a:r>
              <a:rPr lang="en-US" altLang="zh-CN" sz="1000" dirty="0">
                <a:solidFill>
                  <a:srgbClr val="323232"/>
                </a:solidFill>
                <a:latin typeface="Verdana" panose="020B0604030504040204" charset="0"/>
              </a:rPr>
              <a:t> Corporation</a:t>
            </a:r>
            <a:endParaRPr lang="en-US" altLang="zh-CN" sz="1000" dirty="0">
              <a:solidFill>
                <a:srgbClr val="323232"/>
              </a:solidFill>
              <a:latin typeface="Verdana" panose="020B0604030504040204" charset="0"/>
            </a:endParaRPr>
          </a:p>
        </p:txBody>
      </p:sp>
      <p:sp>
        <p:nvSpPr>
          <p:cNvPr id="20" name="矩形 19"/>
          <p:cNvSpPr/>
          <p:nvPr userDrawn="1"/>
        </p:nvSpPr>
        <p:spPr>
          <a:xfrm>
            <a:off x="836421" y="6030540"/>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21" name="文本占位符 126"/>
          <p:cNvSpPr>
            <a:spLocks noGrp="1"/>
          </p:cNvSpPr>
          <p:nvPr>
            <p:ph type="body" sz="quarter" idx="19" hasCustomPrompt="1"/>
          </p:nvPr>
        </p:nvSpPr>
        <p:spPr>
          <a:xfrm>
            <a:off x="855662" y="5469496"/>
            <a:ext cx="8580438" cy="339645"/>
          </a:xfrm>
          <a:prstGeom prst="rect">
            <a:avLst/>
          </a:prstGeom>
          <a:noFill/>
        </p:spPr>
        <p:txBody>
          <a:bodyPr wrap="square" tIns="46800">
            <a:spAutoFit/>
          </a:bodyPr>
          <a:lstStyle>
            <a:lvl1pPr marL="0" indent="0">
              <a:lnSpc>
                <a:spcPct val="100000"/>
              </a:lnSpc>
              <a:spcBef>
                <a:spcPts val="0"/>
              </a:spcBef>
              <a:buNone/>
              <a:defRPr sz="1600">
                <a:solidFill>
                  <a:srgbClr val="323232"/>
                </a:solidFill>
                <a:latin typeface="Verdana" panose="020B0604030504040204" charset="0"/>
                <a:ea typeface="Microsoft YaHei" panose="020B0503020204020204" pitchFamily="34" charset="-122"/>
                <a:cs typeface="Verdana" panose="020B0604030504040204" charset="0"/>
              </a:defRPr>
            </a:lvl1pPr>
          </a:lstStyle>
          <a:p>
            <a:pPr lvl="0"/>
            <a:r>
              <a:rPr lang="zh-CN" altLang="en-US" dirty="0"/>
              <a:t>演讲人                </a:t>
            </a:r>
            <a:r>
              <a:rPr lang="en-US" altLang="zh-CN" dirty="0"/>
              <a:t>16pt </a:t>
            </a:r>
            <a:r>
              <a:rPr lang="zh-CN" altLang="en-US" dirty="0"/>
              <a:t>微软雅黑</a:t>
            </a:r>
            <a:endParaRPr lang="zh-CN" altLang="en-US" dirty="0"/>
          </a:p>
        </p:txBody>
      </p:sp>
      <p:sp>
        <p:nvSpPr>
          <p:cNvPr id="22" name="图片占位符 30"/>
          <p:cNvSpPr>
            <a:spLocks noGrp="1"/>
          </p:cNvSpPr>
          <p:nvPr>
            <p:ph type="pic" sz="quarter" idx="17"/>
          </p:nvPr>
        </p:nvSpPr>
        <p:spPr>
          <a:xfrm>
            <a:off x="897499" y="0"/>
            <a:ext cx="6927595" cy="3440888"/>
          </a:xfrm>
          <a:custGeom>
            <a:avLst/>
            <a:gdLst>
              <a:gd name="connsiteX0" fmla="*/ 5151490 w 7697585"/>
              <a:gd name="connsiteY0" fmla="*/ 0 h 2622900"/>
              <a:gd name="connsiteX1" fmla="*/ 7618189 w 7697585"/>
              <a:gd name="connsiteY1" fmla="*/ 0 h 2622900"/>
              <a:gd name="connsiteX2" fmla="*/ 7697585 w 7697585"/>
              <a:gd name="connsiteY2" fmla="*/ 0 h 2622900"/>
              <a:gd name="connsiteX3" fmla="*/ 7697585 w 7697585"/>
              <a:gd name="connsiteY3" fmla="*/ 1143928 h 2622900"/>
              <a:gd name="connsiteX4" fmla="*/ 7697584 w 7697585"/>
              <a:gd name="connsiteY4" fmla="*/ 1143928 h 2622900"/>
              <a:gd name="connsiteX5" fmla="*/ 7697584 w 7697585"/>
              <a:gd name="connsiteY5" fmla="*/ 2543505 h 2622900"/>
              <a:gd name="connsiteX6" fmla="*/ 7618189 w 7697585"/>
              <a:gd name="connsiteY6" fmla="*/ 2622900 h 2622900"/>
              <a:gd name="connsiteX7" fmla="*/ 5151490 w 7697585"/>
              <a:gd name="connsiteY7" fmla="*/ 2622900 h 2622900"/>
              <a:gd name="connsiteX8" fmla="*/ 2581562 w 7697585"/>
              <a:gd name="connsiteY8" fmla="*/ 0 h 2622900"/>
              <a:gd name="connsiteX9" fmla="*/ 5105771 w 7697585"/>
              <a:gd name="connsiteY9" fmla="*/ 0 h 2622900"/>
              <a:gd name="connsiteX10" fmla="*/ 5105771 w 7697585"/>
              <a:gd name="connsiteY10" fmla="*/ 2622900 h 2622900"/>
              <a:gd name="connsiteX11" fmla="*/ 2581562 w 7697585"/>
              <a:gd name="connsiteY11" fmla="*/ 2622900 h 2622900"/>
              <a:gd name="connsiteX12" fmla="*/ 1 w 7697585"/>
              <a:gd name="connsiteY12" fmla="*/ 0 h 2622900"/>
              <a:gd name="connsiteX13" fmla="*/ 79395 w 7697585"/>
              <a:gd name="connsiteY13" fmla="*/ 0 h 2622900"/>
              <a:gd name="connsiteX14" fmla="*/ 2535843 w 7697585"/>
              <a:gd name="connsiteY14" fmla="*/ 0 h 2622900"/>
              <a:gd name="connsiteX15" fmla="*/ 2535843 w 7697585"/>
              <a:gd name="connsiteY15" fmla="*/ 2622900 h 2622900"/>
              <a:gd name="connsiteX16" fmla="*/ 79395 w 7697585"/>
              <a:gd name="connsiteY16" fmla="*/ 2622900 h 2622900"/>
              <a:gd name="connsiteX17" fmla="*/ 0 w 7697585"/>
              <a:gd name="connsiteY17" fmla="*/ 2543505 h 2622900"/>
              <a:gd name="connsiteX18" fmla="*/ 0 w 7697585"/>
              <a:gd name="connsiteY18" fmla="*/ 79395 h 2622900"/>
              <a:gd name="connsiteX19" fmla="*/ 1 w 7697585"/>
              <a:gd name="connsiteY19" fmla="*/ 79390 h 2622900"/>
              <a:gd name="connsiteX0-1" fmla="*/ 5151490 w 7697585"/>
              <a:gd name="connsiteY0-2" fmla="*/ 0 h 2622900"/>
              <a:gd name="connsiteX1-3" fmla="*/ 7618189 w 7697585"/>
              <a:gd name="connsiteY1-4" fmla="*/ 0 h 2622900"/>
              <a:gd name="connsiteX2-5" fmla="*/ 7697585 w 7697585"/>
              <a:gd name="connsiteY2-6" fmla="*/ 1143928 h 2622900"/>
              <a:gd name="connsiteX3-7" fmla="*/ 7697584 w 7697585"/>
              <a:gd name="connsiteY3-8" fmla="*/ 1143928 h 2622900"/>
              <a:gd name="connsiteX4-9" fmla="*/ 7697584 w 7697585"/>
              <a:gd name="connsiteY4-10" fmla="*/ 2543505 h 2622900"/>
              <a:gd name="connsiteX5-11" fmla="*/ 7618189 w 7697585"/>
              <a:gd name="connsiteY5-12" fmla="*/ 2622900 h 2622900"/>
              <a:gd name="connsiteX6-13" fmla="*/ 5151490 w 7697585"/>
              <a:gd name="connsiteY6-14" fmla="*/ 2622900 h 2622900"/>
              <a:gd name="connsiteX7-15" fmla="*/ 5151490 w 7697585"/>
              <a:gd name="connsiteY7-16" fmla="*/ 0 h 2622900"/>
              <a:gd name="connsiteX8-17" fmla="*/ 2581562 w 7697585"/>
              <a:gd name="connsiteY8-18" fmla="*/ 0 h 2622900"/>
              <a:gd name="connsiteX9-19" fmla="*/ 5105771 w 7697585"/>
              <a:gd name="connsiteY9-20" fmla="*/ 0 h 2622900"/>
              <a:gd name="connsiteX10-21" fmla="*/ 5105771 w 7697585"/>
              <a:gd name="connsiteY10-22" fmla="*/ 2622900 h 2622900"/>
              <a:gd name="connsiteX11-23" fmla="*/ 2581562 w 7697585"/>
              <a:gd name="connsiteY11-24" fmla="*/ 2622900 h 2622900"/>
              <a:gd name="connsiteX12-25" fmla="*/ 2581562 w 7697585"/>
              <a:gd name="connsiteY12-26" fmla="*/ 0 h 2622900"/>
              <a:gd name="connsiteX13-27" fmla="*/ 1 w 7697585"/>
              <a:gd name="connsiteY13-28" fmla="*/ 0 h 2622900"/>
              <a:gd name="connsiteX14-29" fmla="*/ 79395 w 7697585"/>
              <a:gd name="connsiteY14-30" fmla="*/ 0 h 2622900"/>
              <a:gd name="connsiteX15-31" fmla="*/ 2535843 w 7697585"/>
              <a:gd name="connsiteY15-32" fmla="*/ 0 h 2622900"/>
              <a:gd name="connsiteX16-33" fmla="*/ 2535843 w 7697585"/>
              <a:gd name="connsiteY16-34" fmla="*/ 2622900 h 2622900"/>
              <a:gd name="connsiteX17-35" fmla="*/ 79395 w 7697585"/>
              <a:gd name="connsiteY17-36" fmla="*/ 2622900 h 2622900"/>
              <a:gd name="connsiteX18-37" fmla="*/ 0 w 7697585"/>
              <a:gd name="connsiteY18-38" fmla="*/ 2543505 h 2622900"/>
              <a:gd name="connsiteX19-39" fmla="*/ 0 w 7697585"/>
              <a:gd name="connsiteY19-40" fmla="*/ 79395 h 2622900"/>
              <a:gd name="connsiteX20" fmla="*/ 1 w 7697585"/>
              <a:gd name="connsiteY20" fmla="*/ 79390 h 2622900"/>
              <a:gd name="connsiteX21" fmla="*/ 1 w 7697585"/>
              <a:gd name="connsiteY21" fmla="*/ 0 h 2622900"/>
              <a:gd name="connsiteX0-41" fmla="*/ 5151490 w 7697585"/>
              <a:gd name="connsiteY0-42" fmla="*/ 0 h 2622900"/>
              <a:gd name="connsiteX1-43" fmla="*/ 7697585 w 7697585"/>
              <a:gd name="connsiteY1-44" fmla="*/ 1143928 h 2622900"/>
              <a:gd name="connsiteX2-45" fmla="*/ 7697584 w 7697585"/>
              <a:gd name="connsiteY2-46" fmla="*/ 1143928 h 2622900"/>
              <a:gd name="connsiteX3-47" fmla="*/ 7697584 w 7697585"/>
              <a:gd name="connsiteY3-48" fmla="*/ 2543505 h 2622900"/>
              <a:gd name="connsiteX4-49" fmla="*/ 7618189 w 7697585"/>
              <a:gd name="connsiteY4-50" fmla="*/ 2622900 h 2622900"/>
              <a:gd name="connsiteX5-51" fmla="*/ 5151490 w 7697585"/>
              <a:gd name="connsiteY5-52" fmla="*/ 2622900 h 2622900"/>
              <a:gd name="connsiteX6-53" fmla="*/ 5151490 w 7697585"/>
              <a:gd name="connsiteY6-54" fmla="*/ 0 h 2622900"/>
              <a:gd name="connsiteX7-55" fmla="*/ 2581562 w 7697585"/>
              <a:gd name="connsiteY7-56" fmla="*/ 0 h 2622900"/>
              <a:gd name="connsiteX8-57" fmla="*/ 5105771 w 7697585"/>
              <a:gd name="connsiteY8-58" fmla="*/ 0 h 2622900"/>
              <a:gd name="connsiteX9-59" fmla="*/ 5105771 w 7697585"/>
              <a:gd name="connsiteY9-60" fmla="*/ 2622900 h 2622900"/>
              <a:gd name="connsiteX10-61" fmla="*/ 2581562 w 7697585"/>
              <a:gd name="connsiteY10-62" fmla="*/ 2622900 h 2622900"/>
              <a:gd name="connsiteX11-63" fmla="*/ 2581562 w 7697585"/>
              <a:gd name="connsiteY11-64" fmla="*/ 0 h 2622900"/>
              <a:gd name="connsiteX12-65" fmla="*/ 1 w 7697585"/>
              <a:gd name="connsiteY12-66" fmla="*/ 0 h 2622900"/>
              <a:gd name="connsiteX13-67" fmla="*/ 79395 w 7697585"/>
              <a:gd name="connsiteY13-68" fmla="*/ 0 h 2622900"/>
              <a:gd name="connsiteX14-69" fmla="*/ 2535843 w 7697585"/>
              <a:gd name="connsiteY14-70" fmla="*/ 0 h 2622900"/>
              <a:gd name="connsiteX15-71" fmla="*/ 2535843 w 7697585"/>
              <a:gd name="connsiteY15-72" fmla="*/ 2622900 h 2622900"/>
              <a:gd name="connsiteX16-73" fmla="*/ 79395 w 7697585"/>
              <a:gd name="connsiteY16-74" fmla="*/ 2622900 h 2622900"/>
              <a:gd name="connsiteX17-75" fmla="*/ 0 w 7697585"/>
              <a:gd name="connsiteY17-76" fmla="*/ 2543505 h 2622900"/>
              <a:gd name="connsiteX18-77" fmla="*/ 0 w 7697585"/>
              <a:gd name="connsiteY18-78" fmla="*/ 79395 h 2622900"/>
              <a:gd name="connsiteX19-79" fmla="*/ 1 w 7697585"/>
              <a:gd name="connsiteY19-80" fmla="*/ 79390 h 2622900"/>
              <a:gd name="connsiteX20-81" fmla="*/ 1 w 7697585"/>
              <a:gd name="connsiteY20-82" fmla="*/ 0 h 2622900"/>
              <a:gd name="connsiteX0-83" fmla="*/ 5151490 w 7697585"/>
              <a:gd name="connsiteY0-84" fmla="*/ 0 h 2622900"/>
              <a:gd name="connsiteX1-85" fmla="*/ 7697585 w 7697585"/>
              <a:gd name="connsiteY1-86" fmla="*/ 1143928 h 2622900"/>
              <a:gd name="connsiteX2-87" fmla="*/ 7697584 w 7697585"/>
              <a:gd name="connsiteY2-88" fmla="*/ 2543505 h 2622900"/>
              <a:gd name="connsiteX3-89" fmla="*/ 7618189 w 7697585"/>
              <a:gd name="connsiteY3-90" fmla="*/ 2622900 h 2622900"/>
              <a:gd name="connsiteX4-91" fmla="*/ 5151490 w 7697585"/>
              <a:gd name="connsiteY4-92" fmla="*/ 2622900 h 2622900"/>
              <a:gd name="connsiteX5-93" fmla="*/ 5151490 w 7697585"/>
              <a:gd name="connsiteY5-94" fmla="*/ 0 h 2622900"/>
              <a:gd name="connsiteX6-95" fmla="*/ 2581562 w 7697585"/>
              <a:gd name="connsiteY6-96" fmla="*/ 0 h 2622900"/>
              <a:gd name="connsiteX7-97" fmla="*/ 5105771 w 7697585"/>
              <a:gd name="connsiteY7-98" fmla="*/ 0 h 2622900"/>
              <a:gd name="connsiteX8-99" fmla="*/ 5105771 w 7697585"/>
              <a:gd name="connsiteY8-100" fmla="*/ 2622900 h 2622900"/>
              <a:gd name="connsiteX9-101" fmla="*/ 2581562 w 7697585"/>
              <a:gd name="connsiteY9-102" fmla="*/ 2622900 h 2622900"/>
              <a:gd name="connsiteX10-103" fmla="*/ 2581562 w 7697585"/>
              <a:gd name="connsiteY10-104" fmla="*/ 0 h 2622900"/>
              <a:gd name="connsiteX11-105" fmla="*/ 1 w 7697585"/>
              <a:gd name="connsiteY11-106" fmla="*/ 0 h 2622900"/>
              <a:gd name="connsiteX12-107" fmla="*/ 79395 w 7697585"/>
              <a:gd name="connsiteY12-108" fmla="*/ 0 h 2622900"/>
              <a:gd name="connsiteX13-109" fmla="*/ 2535843 w 7697585"/>
              <a:gd name="connsiteY13-110" fmla="*/ 0 h 2622900"/>
              <a:gd name="connsiteX14-111" fmla="*/ 2535843 w 7697585"/>
              <a:gd name="connsiteY14-112" fmla="*/ 2622900 h 2622900"/>
              <a:gd name="connsiteX15-113" fmla="*/ 79395 w 7697585"/>
              <a:gd name="connsiteY15-114" fmla="*/ 2622900 h 2622900"/>
              <a:gd name="connsiteX16-115" fmla="*/ 0 w 7697585"/>
              <a:gd name="connsiteY16-116" fmla="*/ 2543505 h 2622900"/>
              <a:gd name="connsiteX17-117" fmla="*/ 0 w 7697585"/>
              <a:gd name="connsiteY17-118" fmla="*/ 79395 h 2622900"/>
              <a:gd name="connsiteX18-119" fmla="*/ 1 w 7697585"/>
              <a:gd name="connsiteY18-120" fmla="*/ 79390 h 2622900"/>
              <a:gd name="connsiteX19-121" fmla="*/ 1 w 7697585"/>
              <a:gd name="connsiteY19-122" fmla="*/ 0 h 2622900"/>
              <a:gd name="connsiteX0-123" fmla="*/ 5151490 w 7697584"/>
              <a:gd name="connsiteY0-124" fmla="*/ 0 h 2622900"/>
              <a:gd name="connsiteX1-125" fmla="*/ 7697584 w 7697584"/>
              <a:gd name="connsiteY1-126" fmla="*/ 2543505 h 2622900"/>
              <a:gd name="connsiteX2-127" fmla="*/ 7618189 w 7697584"/>
              <a:gd name="connsiteY2-128" fmla="*/ 2622900 h 2622900"/>
              <a:gd name="connsiteX3-129" fmla="*/ 5151490 w 7697584"/>
              <a:gd name="connsiteY3-130" fmla="*/ 2622900 h 2622900"/>
              <a:gd name="connsiteX4-131" fmla="*/ 5151490 w 7697584"/>
              <a:gd name="connsiteY4-132" fmla="*/ 0 h 2622900"/>
              <a:gd name="connsiteX5-133" fmla="*/ 2581562 w 7697584"/>
              <a:gd name="connsiteY5-134" fmla="*/ 0 h 2622900"/>
              <a:gd name="connsiteX6-135" fmla="*/ 5105771 w 7697584"/>
              <a:gd name="connsiteY6-136" fmla="*/ 0 h 2622900"/>
              <a:gd name="connsiteX7-137" fmla="*/ 5105771 w 7697584"/>
              <a:gd name="connsiteY7-138" fmla="*/ 2622900 h 2622900"/>
              <a:gd name="connsiteX8-139" fmla="*/ 2581562 w 7697584"/>
              <a:gd name="connsiteY8-140" fmla="*/ 2622900 h 2622900"/>
              <a:gd name="connsiteX9-141" fmla="*/ 2581562 w 7697584"/>
              <a:gd name="connsiteY9-142" fmla="*/ 0 h 2622900"/>
              <a:gd name="connsiteX10-143" fmla="*/ 1 w 7697584"/>
              <a:gd name="connsiteY10-144" fmla="*/ 0 h 2622900"/>
              <a:gd name="connsiteX11-145" fmla="*/ 79395 w 7697584"/>
              <a:gd name="connsiteY11-146" fmla="*/ 0 h 2622900"/>
              <a:gd name="connsiteX12-147" fmla="*/ 2535843 w 7697584"/>
              <a:gd name="connsiteY12-148" fmla="*/ 0 h 2622900"/>
              <a:gd name="connsiteX13-149" fmla="*/ 2535843 w 7697584"/>
              <a:gd name="connsiteY13-150" fmla="*/ 2622900 h 2622900"/>
              <a:gd name="connsiteX14-151" fmla="*/ 79395 w 7697584"/>
              <a:gd name="connsiteY14-152" fmla="*/ 2622900 h 2622900"/>
              <a:gd name="connsiteX15-153" fmla="*/ 0 w 7697584"/>
              <a:gd name="connsiteY15-154" fmla="*/ 2543505 h 2622900"/>
              <a:gd name="connsiteX16-155" fmla="*/ 0 w 7697584"/>
              <a:gd name="connsiteY16-156" fmla="*/ 79395 h 2622900"/>
              <a:gd name="connsiteX17-157" fmla="*/ 1 w 7697584"/>
              <a:gd name="connsiteY17-158" fmla="*/ 79390 h 2622900"/>
              <a:gd name="connsiteX18-159" fmla="*/ 1 w 7697584"/>
              <a:gd name="connsiteY18-160" fmla="*/ 0 h 2622900"/>
              <a:gd name="connsiteX0-161" fmla="*/ 5151490 w 7618189"/>
              <a:gd name="connsiteY0-162" fmla="*/ 0 h 2622900"/>
              <a:gd name="connsiteX1-163" fmla="*/ 7618189 w 7618189"/>
              <a:gd name="connsiteY1-164" fmla="*/ 2622900 h 2622900"/>
              <a:gd name="connsiteX2-165" fmla="*/ 5151490 w 7618189"/>
              <a:gd name="connsiteY2-166" fmla="*/ 2622900 h 2622900"/>
              <a:gd name="connsiteX3-167" fmla="*/ 5151490 w 7618189"/>
              <a:gd name="connsiteY3-168" fmla="*/ 0 h 2622900"/>
              <a:gd name="connsiteX4-169" fmla="*/ 2581562 w 7618189"/>
              <a:gd name="connsiteY4-170" fmla="*/ 0 h 2622900"/>
              <a:gd name="connsiteX5-171" fmla="*/ 5105771 w 7618189"/>
              <a:gd name="connsiteY5-172" fmla="*/ 0 h 2622900"/>
              <a:gd name="connsiteX6-173" fmla="*/ 5105771 w 7618189"/>
              <a:gd name="connsiteY6-174" fmla="*/ 2622900 h 2622900"/>
              <a:gd name="connsiteX7-175" fmla="*/ 2581562 w 7618189"/>
              <a:gd name="connsiteY7-176" fmla="*/ 2622900 h 2622900"/>
              <a:gd name="connsiteX8-177" fmla="*/ 2581562 w 7618189"/>
              <a:gd name="connsiteY8-178" fmla="*/ 0 h 2622900"/>
              <a:gd name="connsiteX9-179" fmla="*/ 1 w 7618189"/>
              <a:gd name="connsiteY9-180" fmla="*/ 0 h 2622900"/>
              <a:gd name="connsiteX10-181" fmla="*/ 79395 w 7618189"/>
              <a:gd name="connsiteY10-182" fmla="*/ 0 h 2622900"/>
              <a:gd name="connsiteX11-183" fmla="*/ 2535843 w 7618189"/>
              <a:gd name="connsiteY11-184" fmla="*/ 0 h 2622900"/>
              <a:gd name="connsiteX12-185" fmla="*/ 2535843 w 7618189"/>
              <a:gd name="connsiteY12-186" fmla="*/ 2622900 h 2622900"/>
              <a:gd name="connsiteX13-187" fmla="*/ 79395 w 7618189"/>
              <a:gd name="connsiteY13-188" fmla="*/ 2622900 h 2622900"/>
              <a:gd name="connsiteX14-189" fmla="*/ 0 w 7618189"/>
              <a:gd name="connsiteY14-190" fmla="*/ 2543505 h 2622900"/>
              <a:gd name="connsiteX15-191" fmla="*/ 0 w 7618189"/>
              <a:gd name="connsiteY15-192" fmla="*/ 79395 h 2622900"/>
              <a:gd name="connsiteX16-193" fmla="*/ 1 w 7618189"/>
              <a:gd name="connsiteY16-194" fmla="*/ 79390 h 2622900"/>
              <a:gd name="connsiteX17-195" fmla="*/ 1 w 7618189"/>
              <a:gd name="connsiteY17-196" fmla="*/ 0 h 2622900"/>
              <a:gd name="connsiteX0-197" fmla="*/ 5151490 w 5151490"/>
              <a:gd name="connsiteY0-198" fmla="*/ 0 h 2622900"/>
              <a:gd name="connsiteX1-199" fmla="*/ 5151490 w 5151490"/>
              <a:gd name="connsiteY1-200" fmla="*/ 2622900 h 2622900"/>
              <a:gd name="connsiteX2-201" fmla="*/ 5151490 w 5151490"/>
              <a:gd name="connsiteY2-202" fmla="*/ 0 h 2622900"/>
              <a:gd name="connsiteX3-203" fmla="*/ 2581562 w 5151490"/>
              <a:gd name="connsiteY3-204" fmla="*/ 0 h 2622900"/>
              <a:gd name="connsiteX4-205" fmla="*/ 5105771 w 5151490"/>
              <a:gd name="connsiteY4-206" fmla="*/ 0 h 2622900"/>
              <a:gd name="connsiteX5-207" fmla="*/ 5105771 w 5151490"/>
              <a:gd name="connsiteY5-208" fmla="*/ 2622900 h 2622900"/>
              <a:gd name="connsiteX6-209" fmla="*/ 2581562 w 5151490"/>
              <a:gd name="connsiteY6-210" fmla="*/ 2622900 h 2622900"/>
              <a:gd name="connsiteX7-211" fmla="*/ 2581562 w 5151490"/>
              <a:gd name="connsiteY7-212" fmla="*/ 0 h 2622900"/>
              <a:gd name="connsiteX8-213" fmla="*/ 1 w 5151490"/>
              <a:gd name="connsiteY8-214" fmla="*/ 0 h 2622900"/>
              <a:gd name="connsiteX9-215" fmla="*/ 79395 w 5151490"/>
              <a:gd name="connsiteY9-216" fmla="*/ 0 h 2622900"/>
              <a:gd name="connsiteX10-217" fmla="*/ 2535843 w 5151490"/>
              <a:gd name="connsiteY10-218" fmla="*/ 0 h 2622900"/>
              <a:gd name="connsiteX11-219" fmla="*/ 2535843 w 5151490"/>
              <a:gd name="connsiteY11-220" fmla="*/ 2622900 h 2622900"/>
              <a:gd name="connsiteX12-221" fmla="*/ 79395 w 5151490"/>
              <a:gd name="connsiteY12-222" fmla="*/ 2622900 h 2622900"/>
              <a:gd name="connsiteX13-223" fmla="*/ 0 w 5151490"/>
              <a:gd name="connsiteY13-224" fmla="*/ 2543505 h 2622900"/>
              <a:gd name="connsiteX14-225" fmla="*/ 0 w 5151490"/>
              <a:gd name="connsiteY14-226" fmla="*/ 79395 h 2622900"/>
              <a:gd name="connsiteX15-227" fmla="*/ 1 w 5151490"/>
              <a:gd name="connsiteY15-228" fmla="*/ 79390 h 2622900"/>
              <a:gd name="connsiteX16-229" fmla="*/ 1 w 5151490"/>
              <a:gd name="connsiteY16-230" fmla="*/ 0 h 2622900"/>
              <a:gd name="connsiteX0-231" fmla="*/ 2581562 w 5105771"/>
              <a:gd name="connsiteY0-232" fmla="*/ 0 h 2622900"/>
              <a:gd name="connsiteX1-233" fmla="*/ 5105771 w 5105771"/>
              <a:gd name="connsiteY1-234" fmla="*/ 0 h 2622900"/>
              <a:gd name="connsiteX2-235" fmla="*/ 5105771 w 5105771"/>
              <a:gd name="connsiteY2-236" fmla="*/ 2622900 h 2622900"/>
              <a:gd name="connsiteX3-237" fmla="*/ 2581562 w 5105771"/>
              <a:gd name="connsiteY3-238" fmla="*/ 2622900 h 2622900"/>
              <a:gd name="connsiteX4-239" fmla="*/ 2581562 w 5105771"/>
              <a:gd name="connsiteY4-240" fmla="*/ 0 h 2622900"/>
              <a:gd name="connsiteX5-241" fmla="*/ 1 w 5105771"/>
              <a:gd name="connsiteY5-242" fmla="*/ 0 h 2622900"/>
              <a:gd name="connsiteX6-243" fmla="*/ 79395 w 5105771"/>
              <a:gd name="connsiteY6-244" fmla="*/ 0 h 2622900"/>
              <a:gd name="connsiteX7-245" fmla="*/ 2535843 w 5105771"/>
              <a:gd name="connsiteY7-246" fmla="*/ 0 h 2622900"/>
              <a:gd name="connsiteX8-247" fmla="*/ 2535843 w 5105771"/>
              <a:gd name="connsiteY8-248" fmla="*/ 2622900 h 2622900"/>
              <a:gd name="connsiteX9-249" fmla="*/ 79395 w 5105771"/>
              <a:gd name="connsiteY9-250" fmla="*/ 2622900 h 2622900"/>
              <a:gd name="connsiteX10-251" fmla="*/ 0 w 5105771"/>
              <a:gd name="connsiteY10-252" fmla="*/ 2543505 h 2622900"/>
              <a:gd name="connsiteX11-253" fmla="*/ 0 w 5105771"/>
              <a:gd name="connsiteY11-254" fmla="*/ 79395 h 2622900"/>
              <a:gd name="connsiteX12-255" fmla="*/ 1 w 5105771"/>
              <a:gd name="connsiteY12-256" fmla="*/ 79390 h 2622900"/>
              <a:gd name="connsiteX13-257" fmla="*/ 1 w 5105771"/>
              <a:gd name="connsiteY13-258" fmla="*/ 0 h 2622900"/>
              <a:gd name="connsiteX0-259" fmla="*/ 2581562 w 5105771"/>
              <a:gd name="connsiteY0-260" fmla="*/ 0 h 2622900"/>
              <a:gd name="connsiteX1-261" fmla="*/ 5105771 w 5105771"/>
              <a:gd name="connsiteY1-262" fmla="*/ 0 h 2622900"/>
              <a:gd name="connsiteX2-263" fmla="*/ 5105771 w 5105771"/>
              <a:gd name="connsiteY2-264" fmla="*/ 2622900 h 2622900"/>
              <a:gd name="connsiteX3-265" fmla="*/ 2581562 w 5105771"/>
              <a:gd name="connsiteY3-266" fmla="*/ 2622900 h 2622900"/>
              <a:gd name="connsiteX4-267" fmla="*/ 2581562 w 5105771"/>
              <a:gd name="connsiteY4-268" fmla="*/ 0 h 2622900"/>
              <a:gd name="connsiteX5-269" fmla="*/ 1 w 5105771"/>
              <a:gd name="connsiteY5-270" fmla="*/ 0 h 2622900"/>
              <a:gd name="connsiteX6-271" fmla="*/ 79395 w 5105771"/>
              <a:gd name="connsiteY6-272" fmla="*/ 0 h 2622900"/>
              <a:gd name="connsiteX7-273" fmla="*/ 2535843 w 5105771"/>
              <a:gd name="connsiteY7-274" fmla="*/ 0 h 2622900"/>
              <a:gd name="connsiteX8-275" fmla="*/ 2535843 w 5105771"/>
              <a:gd name="connsiteY8-276" fmla="*/ 2622900 h 2622900"/>
              <a:gd name="connsiteX9-277" fmla="*/ 79395 w 5105771"/>
              <a:gd name="connsiteY9-278" fmla="*/ 2622900 h 2622900"/>
              <a:gd name="connsiteX10-279" fmla="*/ 0 w 5105771"/>
              <a:gd name="connsiteY10-280" fmla="*/ 2479975 h 2622900"/>
              <a:gd name="connsiteX11-281" fmla="*/ 0 w 5105771"/>
              <a:gd name="connsiteY11-282" fmla="*/ 79395 h 2622900"/>
              <a:gd name="connsiteX12-283" fmla="*/ 1 w 5105771"/>
              <a:gd name="connsiteY12-284" fmla="*/ 79390 h 2622900"/>
              <a:gd name="connsiteX13-285" fmla="*/ 1 w 5105771"/>
              <a:gd name="connsiteY13-286" fmla="*/ 0 h 2622900"/>
              <a:gd name="connsiteX0-287" fmla="*/ 2581562 w 5105771"/>
              <a:gd name="connsiteY0-288" fmla="*/ 0 h 2622900"/>
              <a:gd name="connsiteX1-289" fmla="*/ 5105771 w 5105771"/>
              <a:gd name="connsiteY1-290" fmla="*/ 0 h 2622900"/>
              <a:gd name="connsiteX2-291" fmla="*/ 5105771 w 5105771"/>
              <a:gd name="connsiteY2-292" fmla="*/ 2622900 h 2622900"/>
              <a:gd name="connsiteX3-293" fmla="*/ 2581562 w 5105771"/>
              <a:gd name="connsiteY3-294" fmla="*/ 2622900 h 2622900"/>
              <a:gd name="connsiteX4-295" fmla="*/ 2581562 w 5105771"/>
              <a:gd name="connsiteY4-296" fmla="*/ 0 h 2622900"/>
              <a:gd name="connsiteX5-297" fmla="*/ 1 w 5105771"/>
              <a:gd name="connsiteY5-298" fmla="*/ 0 h 2622900"/>
              <a:gd name="connsiteX6-299" fmla="*/ 79395 w 5105771"/>
              <a:gd name="connsiteY6-300" fmla="*/ 0 h 2622900"/>
              <a:gd name="connsiteX7-301" fmla="*/ 2535843 w 5105771"/>
              <a:gd name="connsiteY7-302" fmla="*/ 0 h 2622900"/>
              <a:gd name="connsiteX8-303" fmla="*/ 2535843 w 5105771"/>
              <a:gd name="connsiteY8-304" fmla="*/ 2622900 h 2622900"/>
              <a:gd name="connsiteX9-305" fmla="*/ 123271 w 5105771"/>
              <a:gd name="connsiteY9-306" fmla="*/ 2622900 h 2622900"/>
              <a:gd name="connsiteX10-307" fmla="*/ 0 w 5105771"/>
              <a:gd name="connsiteY10-308" fmla="*/ 2479975 h 2622900"/>
              <a:gd name="connsiteX11-309" fmla="*/ 0 w 5105771"/>
              <a:gd name="connsiteY11-310" fmla="*/ 79395 h 2622900"/>
              <a:gd name="connsiteX12-311" fmla="*/ 1 w 5105771"/>
              <a:gd name="connsiteY12-312" fmla="*/ 79390 h 2622900"/>
              <a:gd name="connsiteX13-313" fmla="*/ 1 w 5105771"/>
              <a:gd name="connsiteY13-314" fmla="*/ 0 h 2622900"/>
              <a:gd name="connsiteX0-315" fmla="*/ 2581562 w 5105771"/>
              <a:gd name="connsiteY0-316" fmla="*/ 0 h 2622900"/>
              <a:gd name="connsiteX1-317" fmla="*/ 5105771 w 5105771"/>
              <a:gd name="connsiteY1-318" fmla="*/ 0 h 2622900"/>
              <a:gd name="connsiteX2-319" fmla="*/ 5105771 w 5105771"/>
              <a:gd name="connsiteY2-320" fmla="*/ 2622900 h 2622900"/>
              <a:gd name="connsiteX3-321" fmla="*/ 2581562 w 5105771"/>
              <a:gd name="connsiteY3-322" fmla="*/ 2622900 h 2622900"/>
              <a:gd name="connsiteX4-323" fmla="*/ 2581562 w 5105771"/>
              <a:gd name="connsiteY4-324" fmla="*/ 0 h 2622900"/>
              <a:gd name="connsiteX5-325" fmla="*/ 1 w 5105771"/>
              <a:gd name="connsiteY5-326" fmla="*/ 0 h 2622900"/>
              <a:gd name="connsiteX6-327" fmla="*/ 79395 w 5105771"/>
              <a:gd name="connsiteY6-328" fmla="*/ 0 h 2622900"/>
              <a:gd name="connsiteX7-329" fmla="*/ 2535843 w 5105771"/>
              <a:gd name="connsiteY7-330" fmla="*/ 0 h 2622900"/>
              <a:gd name="connsiteX8-331" fmla="*/ 2535843 w 5105771"/>
              <a:gd name="connsiteY8-332" fmla="*/ 2622900 h 2622900"/>
              <a:gd name="connsiteX9-333" fmla="*/ 123271 w 5105771"/>
              <a:gd name="connsiteY9-334" fmla="*/ 2622900 h 2622900"/>
              <a:gd name="connsiteX10-335" fmla="*/ 0 w 5105771"/>
              <a:gd name="connsiteY10-336" fmla="*/ 2479975 h 2622900"/>
              <a:gd name="connsiteX11-337" fmla="*/ 0 w 5105771"/>
              <a:gd name="connsiteY11-338" fmla="*/ 79395 h 2622900"/>
              <a:gd name="connsiteX12-339" fmla="*/ 1 w 5105771"/>
              <a:gd name="connsiteY12-340" fmla="*/ 79390 h 2622900"/>
              <a:gd name="connsiteX13-341" fmla="*/ 1 w 5105771"/>
              <a:gd name="connsiteY13-342" fmla="*/ 0 h 2622900"/>
              <a:gd name="connsiteX0-343" fmla="*/ 2684436 w 5208645"/>
              <a:gd name="connsiteY0-344" fmla="*/ 0 h 2643383"/>
              <a:gd name="connsiteX1-345" fmla="*/ 5208645 w 5208645"/>
              <a:gd name="connsiteY1-346" fmla="*/ 0 h 2643383"/>
              <a:gd name="connsiteX2-347" fmla="*/ 5208645 w 5208645"/>
              <a:gd name="connsiteY2-348" fmla="*/ 2622900 h 2643383"/>
              <a:gd name="connsiteX3-349" fmla="*/ 2684436 w 5208645"/>
              <a:gd name="connsiteY3-350" fmla="*/ 2622900 h 2643383"/>
              <a:gd name="connsiteX4-351" fmla="*/ 2684436 w 5208645"/>
              <a:gd name="connsiteY4-352" fmla="*/ 0 h 2643383"/>
              <a:gd name="connsiteX5-353" fmla="*/ 102875 w 5208645"/>
              <a:gd name="connsiteY5-354" fmla="*/ 0 h 2643383"/>
              <a:gd name="connsiteX6-355" fmla="*/ 182269 w 5208645"/>
              <a:gd name="connsiteY6-356" fmla="*/ 0 h 2643383"/>
              <a:gd name="connsiteX7-357" fmla="*/ 2638717 w 5208645"/>
              <a:gd name="connsiteY7-358" fmla="*/ 0 h 2643383"/>
              <a:gd name="connsiteX8-359" fmla="*/ 2638717 w 5208645"/>
              <a:gd name="connsiteY8-360" fmla="*/ 2622900 h 2643383"/>
              <a:gd name="connsiteX9-361" fmla="*/ 226145 w 5208645"/>
              <a:gd name="connsiteY9-362" fmla="*/ 2622900 h 2643383"/>
              <a:gd name="connsiteX10-363" fmla="*/ 102874 w 5208645"/>
              <a:gd name="connsiteY10-364" fmla="*/ 2346379 h 2643383"/>
              <a:gd name="connsiteX11-365" fmla="*/ 102874 w 5208645"/>
              <a:gd name="connsiteY11-366" fmla="*/ 79395 h 2643383"/>
              <a:gd name="connsiteX12-367" fmla="*/ 102875 w 5208645"/>
              <a:gd name="connsiteY12-368" fmla="*/ 79390 h 2643383"/>
              <a:gd name="connsiteX13-369" fmla="*/ 102875 w 5208645"/>
              <a:gd name="connsiteY13-370" fmla="*/ 0 h 2643383"/>
              <a:gd name="connsiteX0-371" fmla="*/ 2684436 w 5208645"/>
              <a:gd name="connsiteY0-372" fmla="*/ 0 h 2643383"/>
              <a:gd name="connsiteX1-373" fmla="*/ 5208645 w 5208645"/>
              <a:gd name="connsiteY1-374" fmla="*/ 0 h 2643383"/>
              <a:gd name="connsiteX2-375" fmla="*/ 5208645 w 5208645"/>
              <a:gd name="connsiteY2-376" fmla="*/ 2622900 h 2643383"/>
              <a:gd name="connsiteX3-377" fmla="*/ 2684436 w 5208645"/>
              <a:gd name="connsiteY3-378" fmla="*/ 2622900 h 2643383"/>
              <a:gd name="connsiteX4-379" fmla="*/ 2684436 w 5208645"/>
              <a:gd name="connsiteY4-380" fmla="*/ 0 h 2643383"/>
              <a:gd name="connsiteX5-381" fmla="*/ 102875 w 5208645"/>
              <a:gd name="connsiteY5-382" fmla="*/ 0 h 2643383"/>
              <a:gd name="connsiteX6-383" fmla="*/ 182269 w 5208645"/>
              <a:gd name="connsiteY6-384" fmla="*/ 0 h 2643383"/>
              <a:gd name="connsiteX7-385" fmla="*/ 2638717 w 5208645"/>
              <a:gd name="connsiteY7-386" fmla="*/ 0 h 2643383"/>
              <a:gd name="connsiteX8-387" fmla="*/ 2638717 w 5208645"/>
              <a:gd name="connsiteY8-388" fmla="*/ 2622900 h 2643383"/>
              <a:gd name="connsiteX9-389" fmla="*/ 226145 w 5208645"/>
              <a:gd name="connsiteY9-390" fmla="*/ 2622900 h 2643383"/>
              <a:gd name="connsiteX10-391" fmla="*/ 102874 w 5208645"/>
              <a:gd name="connsiteY10-392" fmla="*/ 2346379 h 2643383"/>
              <a:gd name="connsiteX11-393" fmla="*/ 102874 w 5208645"/>
              <a:gd name="connsiteY11-394" fmla="*/ 79395 h 2643383"/>
              <a:gd name="connsiteX12-395" fmla="*/ 102875 w 5208645"/>
              <a:gd name="connsiteY12-396" fmla="*/ 79390 h 2643383"/>
              <a:gd name="connsiteX13-397" fmla="*/ 102875 w 5208645"/>
              <a:gd name="connsiteY13-398" fmla="*/ 0 h 2643383"/>
              <a:gd name="connsiteX0-399" fmla="*/ 2684436 w 5208645"/>
              <a:gd name="connsiteY0-400" fmla="*/ 0 h 2622900"/>
              <a:gd name="connsiteX1-401" fmla="*/ 5208645 w 5208645"/>
              <a:gd name="connsiteY1-402" fmla="*/ 0 h 2622900"/>
              <a:gd name="connsiteX2-403" fmla="*/ 5208645 w 5208645"/>
              <a:gd name="connsiteY2-404" fmla="*/ 2622900 h 2622900"/>
              <a:gd name="connsiteX3-405" fmla="*/ 2684436 w 5208645"/>
              <a:gd name="connsiteY3-406" fmla="*/ 2622900 h 2622900"/>
              <a:gd name="connsiteX4-407" fmla="*/ 2684436 w 5208645"/>
              <a:gd name="connsiteY4-408" fmla="*/ 0 h 2622900"/>
              <a:gd name="connsiteX5-409" fmla="*/ 102875 w 5208645"/>
              <a:gd name="connsiteY5-410" fmla="*/ 0 h 2622900"/>
              <a:gd name="connsiteX6-411" fmla="*/ 182269 w 5208645"/>
              <a:gd name="connsiteY6-412" fmla="*/ 0 h 2622900"/>
              <a:gd name="connsiteX7-413" fmla="*/ 2638717 w 5208645"/>
              <a:gd name="connsiteY7-414" fmla="*/ 0 h 2622900"/>
              <a:gd name="connsiteX8-415" fmla="*/ 2638717 w 5208645"/>
              <a:gd name="connsiteY8-416" fmla="*/ 2622900 h 2622900"/>
              <a:gd name="connsiteX9-417" fmla="*/ 226145 w 5208645"/>
              <a:gd name="connsiteY9-418" fmla="*/ 2622900 h 2622900"/>
              <a:gd name="connsiteX10-419" fmla="*/ 102874 w 5208645"/>
              <a:gd name="connsiteY10-420" fmla="*/ 2346379 h 2622900"/>
              <a:gd name="connsiteX11-421" fmla="*/ 102874 w 5208645"/>
              <a:gd name="connsiteY11-422" fmla="*/ 79395 h 2622900"/>
              <a:gd name="connsiteX12-423" fmla="*/ 102875 w 5208645"/>
              <a:gd name="connsiteY12-424" fmla="*/ 79390 h 2622900"/>
              <a:gd name="connsiteX13-425" fmla="*/ 102875 w 5208645"/>
              <a:gd name="connsiteY13-426" fmla="*/ 0 h 2622900"/>
              <a:gd name="connsiteX0-427" fmla="*/ 2582362 w 5106571"/>
              <a:gd name="connsiteY0-428" fmla="*/ 0 h 2622900"/>
              <a:gd name="connsiteX1-429" fmla="*/ 5106571 w 5106571"/>
              <a:gd name="connsiteY1-430" fmla="*/ 0 h 2622900"/>
              <a:gd name="connsiteX2-431" fmla="*/ 5106571 w 5106571"/>
              <a:gd name="connsiteY2-432" fmla="*/ 2622900 h 2622900"/>
              <a:gd name="connsiteX3-433" fmla="*/ 2582362 w 5106571"/>
              <a:gd name="connsiteY3-434" fmla="*/ 2622900 h 2622900"/>
              <a:gd name="connsiteX4-435" fmla="*/ 2582362 w 5106571"/>
              <a:gd name="connsiteY4-436" fmla="*/ 0 h 2622900"/>
              <a:gd name="connsiteX5-437" fmla="*/ 801 w 5106571"/>
              <a:gd name="connsiteY5-438" fmla="*/ 0 h 2622900"/>
              <a:gd name="connsiteX6-439" fmla="*/ 80195 w 5106571"/>
              <a:gd name="connsiteY6-440" fmla="*/ 0 h 2622900"/>
              <a:gd name="connsiteX7-441" fmla="*/ 2536643 w 5106571"/>
              <a:gd name="connsiteY7-442" fmla="*/ 0 h 2622900"/>
              <a:gd name="connsiteX8-443" fmla="*/ 2536643 w 5106571"/>
              <a:gd name="connsiteY8-444" fmla="*/ 2622900 h 2622900"/>
              <a:gd name="connsiteX9-445" fmla="*/ 124071 w 5106571"/>
              <a:gd name="connsiteY9-446" fmla="*/ 2622900 h 2622900"/>
              <a:gd name="connsiteX10-447" fmla="*/ 800 w 5106571"/>
              <a:gd name="connsiteY10-448" fmla="*/ 2346379 h 2622900"/>
              <a:gd name="connsiteX11-449" fmla="*/ 800 w 5106571"/>
              <a:gd name="connsiteY11-450" fmla="*/ 79395 h 2622900"/>
              <a:gd name="connsiteX12-451" fmla="*/ 801 w 5106571"/>
              <a:gd name="connsiteY12-452" fmla="*/ 79390 h 2622900"/>
              <a:gd name="connsiteX13-453" fmla="*/ 801 w 5106571"/>
              <a:gd name="connsiteY13-454" fmla="*/ 0 h 2622900"/>
              <a:gd name="connsiteX0-455" fmla="*/ 2581562 w 5105771"/>
              <a:gd name="connsiteY0-456" fmla="*/ 0 h 2622900"/>
              <a:gd name="connsiteX1-457" fmla="*/ 5105771 w 5105771"/>
              <a:gd name="connsiteY1-458" fmla="*/ 0 h 2622900"/>
              <a:gd name="connsiteX2-459" fmla="*/ 5105771 w 5105771"/>
              <a:gd name="connsiteY2-460" fmla="*/ 2622900 h 2622900"/>
              <a:gd name="connsiteX3-461" fmla="*/ 2581562 w 5105771"/>
              <a:gd name="connsiteY3-462" fmla="*/ 2622900 h 2622900"/>
              <a:gd name="connsiteX4-463" fmla="*/ 2581562 w 5105771"/>
              <a:gd name="connsiteY4-464" fmla="*/ 0 h 2622900"/>
              <a:gd name="connsiteX5-465" fmla="*/ 1 w 5105771"/>
              <a:gd name="connsiteY5-466" fmla="*/ 0 h 2622900"/>
              <a:gd name="connsiteX6-467" fmla="*/ 79395 w 5105771"/>
              <a:gd name="connsiteY6-468" fmla="*/ 0 h 2622900"/>
              <a:gd name="connsiteX7-469" fmla="*/ 2535843 w 5105771"/>
              <a:gd name="connsiteY7-470" fmla="*/ 0 h 2622900"/>
              <a:gd name="connsiteX8-471" fmla="*/ 2535843 w 5105771"/>
              <a:gd name="connsiteY8-472" fmla="*/ 2622900 h 2622900"/>
              <a:gd name="connsiteX9-473" fmla="*/ 165392 w 5105771"/>
              <a:gd name="connsiteY9-474" fmla="*/ 2622900 h 2622900"/>
              <a:gd name="connsiteX10-475" fmla="*/ 0 w 5105771"/>
              <a:gd name="connsiteY10-476" fmla="*/ 2346379 h 2622900"/>
              <a:gd name="connsiteX11-477" fmla="*/ 0 w 5105771"/>
              <a:gd name="connsiteY11-478" fmla="*/ 79395 h 2622900"/>
              <a:gd name="connsiteX12-479" fmla="*/ 1 w 5105771"/>
              <a:gd name="connsiteY12-480" fmla="*/ 79390 h 2622900"/>
              <a:gd name="connsiteX13-481" fmla="*/ 1 w 5105771"/>
              <a:gd name="connsiteY13-482" fmla="*/ 0 h 2622900"/>
              <a:gd name="connsiteX0-483" fmla="*/ 2581785 w 5105994"/>
              <a:gd name="connsiteY0-484" fmla="*/ 0 h 2622900"/>
              <a:gd name="connsiteX1-485" fmla="*/ 5105994 w 5105994"/>
              <a:gd name="connsiteY1-486" fmla="*/ 0 h 2622900"/>
              <a:gd name="connsiteX2-487" fmla="*/ 5105994 w 5105994"/>
              <a:gd name="connsiteY2-488" fmla="*/ 2622900 h 2622900"/>
              <a:gd name="connsiteX3-489" fmla="*/ 2581785 w 5105994"/>
              <a:gd name="connsiteY3-490" fmla="*/ 2622900 h 2622900"/>
              <a:gd name="connsiteX4-491" fmla="*/ 2581785 w 5105994"/>
              <a:gd name="connsiteY4-492" fmla="*/ 0 h 2622900"/>
              <a:gd name="connsiteX5-493" fmla="*/ 224 w 5105994"/>
              <a:gd name="connsiteY5-494" fmla="*/ 0 h 2622900"/>
              <a:gd name="connsiteX6-495" fmla="*/ 79618 w 5105994"/>
              <a:gd name="connsiteY6-496" fmla="*/ 0 h 2622900"/>
              <a:gd name="connsiteX7-497" fmla="*/ 2536066 w 5105994"/>
              <a:gd name="connsiteY7-498" fmla="*/ 0 h 2622900"/>
              <a:gd name="connsiteX8-499" fmla="*/ 2536066 w 5105994"/>
              <a:gd name="connsiteY8-500" fmla="*/ 2622900 h 2622900"/>
              <a:gd name="connsiteX9-501" fmla="*/ 165615 w 5105994"/>
              <a:gd name="connsiteY9-502" fmla="*/ 2622900 h 2622900"/>
              <a:gd name="connsiteX10-503" fmla="*/ 223 w 5105994"/>
              <a:gd name="connsiteY10-504" fmla="*/ 2346379 h 2622900"/>
              <a:gd name="connsiteX11-505" fmla="*/ 223 w 5105994"/>
              <a:gd name="connsiteY11-506" fmla="*/ 79395 h 2622900"/>
              <a:gd name="connsiteX12-507" fmla="*/ 224 w 5105994"/>
              <a:gd name="connsiteY12-508" fmla="*/ 79390 h 2622900"/>
              <a:gd name="connsiteX13-509" fmla="*/ 224 w 5105994"/>
              <a:gd name="connsiteY13-510" fmla="*/ 0 h 2622900"/>
              <a:gd name="connsiteX0-511" fmla="*/ 2581562 w 5105771"/>
              <a:gd name="connsiteY0-512" fmla="*/ 0 h 2622900"/>
              <a:gd name="connsiteX1-513" fmla="*/ 5105771 w 5105771"/>
              <a:gd name="connsiteY1-514" fmla="*/ 0 h 2622900"/>
              <a:gd name="connsiteX2-515" fmla="*/ 5105771 w 5105771"/>
              <a:gd name="connsiteY2-516" fmla="*/ 2622900 h 2622900"/>
              <a:gd name="connsiteX3-517" fmla="*/ 2581562 w 5105771"/>
              <a:gd name="connsiteY3-518" fmla="*/ 2622900 h 2622900"/>
              <a:gd name="connsiteX4-519" fmla="*/ 2581562 w 5105771"/>
              <a:gd name="connsiteY4-520" fmla="*/ 0 h 2622900"/>
              <a:gd name="connsiteX5-521" fmla="*/ 1 w 5105771"/>
              <a:gd name="connsiteY5-522" fmla="*/ 0 h 2622900"/>
              <a:gd name="connsiteX6-523" fmla="*/ 79395 w 5105771"/>
              <a:gd name="connsiteY6-524" fmla="*/ 0 h 2622900"/>
              <a:gd name="connsiteX7-525" fmla="*/ 2535843 w 5105771"/>
              <a:gd name="connsiteY7-526" fmla="*/ 0 h 2622900"/>
              <a:gd name="connsiteX8-527" fmla="*/ 2535843 w 5105771"/>
              <a:gd name="connsiteY8-528" fmla="*/ 2622900 h 2622900"/>
              <a:gd name="connsiteX9-529" fmla="*/ 198738 w 5105771"/>
              <a:gd name="connsiteY9-530" fmla="*/ 2622900 h 2622900"/>
              <a:gd name="connsiteX10-531" fmla="*/ 0 w 5105771"/>
              <a:gd name="connsiteY10-532" fmla="*/ 2346379 h 2622900"/>
              <a:gd name="connsiteX11-533" fmla="*/ 0 w 5105771"/>
              <a:gd name="connsiteY11-534" fmla="*/ 79395 h 2622900"/>
              <a:gd name="connsiteX12-535" fmla="*/ 1 w 5105771"/>
              <a:gd name="connsiteY12-536" fmla="*/ 79390 h 2622900"/>
              <a:gd name="connsiteX13-537" fmla="*/ 1 w 5105771"/>
              <a:gd name="connsiteY13-538" fmla="*/ 0 h 2622900"/>
              <a:gd name="connsiteX0-539" fmla="*/ 2581562 w 5105771"/>
              <a:gd name="connsiteY0-540" fmla="*/ 0 h 2622900"/>
              <a:gd name="connsiteX1-541" fmla="*/ 5105771 w 5105771"/>
              <a:gd name="connsiteY1-542" fmla="*/ 0 h 2622900"/>
              <a:gd name="connsiteX2-543" fmla="*/ 5105771 w 5105771"/>
              <a:gd name="connsiteY2-544" fmla="*/ 2622900 h 2622900"/>
              <a:gd name="connsiteX3-545" fmla="*/ 2581562 w 5105771"/>
              <a:gd name="connsiteY3-546" fmla="*/ 2622900 h 2622900"/>
              <a:gd name="connsiteX4-547" fmla="*/ 2581562 w 5105771"/>
              <a:gd name="connsiteY4-548" fmla="*/ 0 h 2622900"/>
              <a:gd name="connsiteX5-549" fmla="*/ 1 w 5105771"/>
              <a:gd name="connsiteY5-550" fmla="*/ 0 h 2622900"/>
              <a:gd name="connsiteX6-551" fmla="*/ 79395 w 5105771"/>
              <a:gd name="connsiteY6-552" fmla="*/ 0 h 2622900"/>
              <a:gd name="connsiteX7-553" fmla="*/ 2535843 w 5105771"/>
              <a:gd name="connsiteY7-554" fmla="*/ 0 h 2622900"/>
              <a:gd name="connsiteX8-555" fmla="*/ 2535843 w 5105771"/>
              <a:gd name="connsiteY8-556" fmla="*/ 2622900 h 2622900"/>
              <a:gd name="connsiteX9-557" fmla="*/ 198738 w 5105771"/>
              <a:gd name="connsiteY9-558" fmla="*/ 2622900 h 2622900"/>
              <a:gd name="connsiteX10-559" fmla="*/ 0 w 5105771"/>
              <a:gd name="connsiteY10-560" fmla="*/ 2346379 h 2622900"/>
              <a:gd name="connsiteX11-561" fmla="*/ 0 w 5105771"/>
              <a:gd name="connsiteY11-562" fmla="*/ 79395 h 2622900"/>
              <a:gd name="connsiteX12-563" fmla="*/ 1 w 5105771"/>
              <a:gd name="connsiteY12-564" fmla="*/ 79390 h 2622900"/>
              <a:gd name="connsiteX13-565" fmla="*/ 1 w 5105771"/>
              <a:gd name="connsiteY13-566" fmla="*/ 0 h 26229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5105771" h="2622900">
                <a:moveTo>
                  <a:pt x="2581562" y="0"/>
                </a:moveTo>
                <a:lnTo>
                  <a:pt x="5105771" y="0"/>
                </a:lnTo>
                <a:lnTo>
                  <a:pt x="5105771" y="2622900"/>
                </a:lnTo>
                <a:lnTo>
                  <a:pt x="2581562" y="2622900"/>
                </a:lnTo>
                <a:lnTo>
                  <a:pt x="2581562" y="0"/>
                </a:lnTo>
                <a:close/>
                <a:moveTo>
                  <a:pt x="1" y="0"/>
                </a:moveTo>
                <a:lnTo>
                  <a:pt x="79395" y="0"/>
                </a:lnTo>
                <a:lnTo>
                  <a:pt x="2535843" y="0"/>
                </a:lnTo>
                <a:lnTo>
                  <a:pt x="2535843" y="2622900"/>
                </a:lnTo>
                <a:lnTo>
                  <a:pt x="198738" y="2622900"/>
                </a:lnTo>
                <a:cubicBezTo>
                  <a:pt x="741" y="2619288"/>
                  <a:pt x="0" y="2390228"/>
                  <a:pt x="0" y="2346379"/>
                </a:cubicBezTo>
                <a:lnTo>
                  <a:pt x="0" y="79395"/>
                </a:lnTo>
                <a:cubicBezTo>
                  <a:pt x="0" y="79393"/>
                  <a:pt x="1" y="79392"/>
                  <a:pt x="1" y="79390"/>
                </a:cubicBezTo>
                <a:lnTo>
                  <a:pt x="1" y="0"/>
                </a:lnTo>
                <a:close/>
              </a:path>
            </a:pathLst>
          </a:custGeom>
        </p:spPr>
        <p:txBody>
          <a:bodyPr wrap="square">
            <a:noAutofit/>
          </a:bodyPr>
          <a:lstStyle>
            <a:lvl1pPr marL="0" indent="0">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3" name="任意多边形 22"/>
          <p:cNvSpPr/>
          <p:nvPr userDrawn="1"/>
        </p:nvSpPr>
        <p:spPr>
          <a:xfrm flipV="1">
            <a:off x="7888622" y="0"/>
            <a:ext cx="3443006" cy="3440888"/>
          </a:xfrm>
          <a:custGeom>
            <a:avLst/>
            <a:gdLst>
              <a:gd name="connsiteX0" fmla="*/ 0 w 2515238"/>
              <a:gd name="connsiteY0" fmla="*/ 0 h 2616731"/>
              <a:gd name="connsiteX1" fmla="*/ 2241386 w 2515238"/>
              <a:gd name="connsiteY1" fmla="*/ 0 h 2616731"/>
              <a:gd name="connsiteX2" fmla="*/ 2506771 w 2515238"/>
              <a:gd name="connsiteY2" fmla="*/ 333120 h 2616731"/>
              <a:gd name="connsiteX3" fmla="*/ 2515238 w 2515238"/>
              <a:gd name="connsiteY3" fmla="*/ 2616731 h 2616731"/>
              <a:gd name="connsiteX4" fmla="*/ 0 w 2515238"/>
              <a:gd name="connsiteY4" fmla="*/ 2616731 h 2616731"/>
              <a:gd name="connsiteX5" fmla="*/ 0 w 2515238"/>
              <a:gd name="connsiteY5" fmla="*/ 0 h 2616731"/>
              <a:gd name="connsiteX0-1" fmla="*/ 0 w 2515238"/>
              <a:gd name="connsiteY0-2" fmla="*/ 0 h 2616731"/>
              <a:gd name="connsiteX1-3" fmla="*/ 2241386 w 2515238"/>
              <a:gd name="connsiteY1-4" fmla="*/ 0 h 2616731"/>
              <a:gd name="connsiteX2-5" fmla="*/ 2509092 w 2515238"/>
              <a:gd name="connsiteY2-6" fmla="*/ 333120 h 2616731"/>
              <a:gd name="connsiteX3-7" fmla="*/ 2515238 w 2515238"/>
              <a:gd name="connsiteY3-8" fmla="*/ 2616731 h 2616731"/>
              <a:gd name="connsiteX4-9" fmla="*/ 0 w 2515238"/>
              <a:gd name="connsiteY4-10" fmla="*/ 2616731 h 2616731"/>
              <a:gd name="connsiteX5-11" fmla="*/ 0 w 2515238"/>
              <a:gd name="connsiteY5-12" fmla="*/ 0 h 2616731"/>
              <a:gd name="connsiteX0-13" fmla="*/ 0 w 2515238"/>
              <a:gd name="connsiteY0-14" fmla="*/ 0 h 2616731"/>
              <a:gd name="connsiteX1-15" fmla="*/ 2241386 w 2515238"/>
              <a:gd name="connsiteY1-16" fmla="*/ 0 h 2616731"/>
              <a:gd name="connsiteX2-17" fmla="*/ 2509092 w 2515238"/>
              <a:gd name="connsiteY2-18" fmla="*/ 333120 h 2616731"/>
              <a:gd name="connsiteX3-19" fmla="*/ 2515238 w 2515238"/>
              <a:gd name="connsiteY3-20" fmla="*/ 2616731 h 2616731"/>
              <a:gd name="connsiteX4-21" fmla="*/ 0 w 2515238"/>
              <a:gd name="connsiteY4-22" fmla="*/ 2616731 h 2616731"/>
              <a:gd name="connsiteX5-23" fmla="*/ 0 w 2515238"/>
              <a:gd name="connsiteY5-24" fmla="*/ 0 h 2616731"/>
              <a:gd name="connsiteX0-25" fmla="*/ 0 w 2518941"/>
              <a:gd name="connsiteY0-26" fmla="*/ 0 h 2616731"/>
              <a:gd name="connsiteX1-27" fmla="*/ 2241386 w 2518941"/>
              <a:gd name="connsiteY1-28" fmla="*/ 0 h 2616731"/>
              <a:gd name="connsiteX2-29" fmla="*/ 2518375 w 2518941"/>
              <a:gd name="connsiteY2-30" fmla="*/ 333120 h 2616731"/>
              <a:gd name="connsiteX3-31" fmla="*/ 2515238 w 2518941"/>
              <a:gd name="connsiteY3-32" fmla="*/ 2616731 h 2616731"/>
              <a:gd name="connsiteX4-33" fmla="*/ 0 w 2518941"/>
              <a:gd name="connsiteY4-34" fmla="*/ 2616731 h 2616731"/>
              <a:gd name="connsiteX5-35" fmla="*/ 0 w 2518941"/>
              <a:gd name="connsiteY5-36" fmla="*/ 0 h 2616731"/>
              <a:gd name="connsiteX0-37" fmla="*/ 0 w 2515238"/>
              <a:gd name="connsiteY0-38" fmla="*/ 0 h 2616731"/>
              <a:gd name="connsiteX1-39" fmla="*/ 2241386 w 2515238"/>
              <a:gd name="connsiteY1-40" fmla="*/ 0 h 2616731"/>
              <a:gd name="connsiteX2-41" fmla="*/ 2511413 w 2515238"/>
              <a:gd name="connsiteY2-42" fmla="*/ 333120 h 2616731"/>
              <a:gd name="connsiteX3-43" fmla="*/ 2515238 w 2515238"/>
              <a:gd name="connsiteY3-44" fmla="*/ 2616731 h 2616731"/>
              <a:gd name="connsiteX4-45" fmla="*/ 0 w 2515238"/>
              <a:gd name="connsiteY4-46" fmla="*/ 2616731 h 2616731"/>
              <a:gd name="connsiteX5-47" fmla="*/ 0 w 2515238"/>
              <a:gd name="connsiteY5-48" fmla="*/ 0 h 2616731"/>
              <a:gd name="connsiteX0-49" fmla="*/ 0 w 2515238"/>
              <a:gd name="connsiteY0-50" fmla="*/ 0 h 2616731"/>
              <a:gd name="connsiteX1-51" fmla="*/ 2241386 w 2515238"/>
              <a:gd name="connsiteY1-52" fmla="*/ 0 h 2616731"/>
              <a:gd name="connsiteX2-53" fmla="*/ 2513734 w 2515238"/>
              <a:gd name="connsiteY2-54" fmla="*/ 333120 h 2616731"/>
              <a:gd name="connsiteX3-55" fmla="*/ 2515238 w 2515238"/>
              <a:gd name="connsiteY3-56" fmla="*/ 2616731 h 2616731"/>
              <a:gd name="connsiteX4-57" fmla="*/ 0 w 2515238"/>
              <a:gd name="connsiteY4-58" fmla="*/ 2616731 h 2616731"/>
              <a:gd name="connsiteX5-59" fmla="*/ 0 w 2515238"/>
              <a:gd name="connsiteY5-60" fmla="*/ 0 h 2616731"/>
              <a:gd name="connsiteX0-61" fmla="*/ 0 w 2521160"/>
              <a:gd name="connsiteY0-62" fmla="*/ 0 h 2616731"/>
              <a:gd name="connsiteX1-63" fmla="*/ 2241386 w 2521160"/>
              <a:gd name="connsiteY1-64" fmla="*/ 0 h 2616731"/>
              <a:gd name="connsiteX2-65" fmla="*/ 2520697 w 2521160"/>
              <a:gd name="connsiteY2-66" fmla="*/ 333120 h 2616731"/>
              <a:gd name="connsiteX3-67" fmla="*/ 2515238 w 2521160"/>
              <a:gd name="connsiteY3-68" fmla="*/ 2616731 h 2616731"/>
              <a:gd name="connsiteX4-69" fmla="*/ 0 w 2521160"/>
              <a:gd name="connsiteY4-70" fmla="*/ 2616731 h 2616731"/>
              <a:gd name="connsiteX5-71" fmla="*/ 0 w 2521160"/>
              <a:gd name="connsiteY5-72" fmla="*/ 0 h 2616731"/>
              <a:gd name="connsiteX0-73" fmla="*/ 0 w 2518942"/>
              <a:gd name="connsiteY0-74" fmla="*/ 0 h 2616731"/>
              <a:gd name="connsiteX1-75" fmla="*/ 2241386 w 2518942"/>
              <a:gd name="connsiteY1-76" fmla="*/ 0 h 2616731"/>
              <a:gd name="connsiteX2-77" fmla="*/ 2518376 w 2518942"/>
              <a:gd name="connsiteY2-78" fmla="*/ 333120 h 2616731"/>
              <a:gd name="connsiteX3-79" fmla="*/ 2515238 w 2518942"/>
              <a:gd name="connsiteY3-80" fmla="*/ 2616731 h 2616731"/>
              <a:gd name="connsiteX4-81" fmla="*/ 0 w 2518942"/>
              <a:gd name="connsiteY4-82" fmla="*/ 2616731 h 2616731"/>
              <a:gd name="connsiteX5-83" fmla="*/ 0 w 2518942"/>
              <a:gd name="connsiteY5-84" fmla="*/ 0 h 2616731"/>
              <a:gd name="connsiteX0-85" fmla="*/ 0 w 2518942"/>
              <a:gd name="connsiteY0-86" fmla="*/ 0 h 2616731"/>
              <a:gd name="connsiteX1-87" fmla="*/ 2241386 w 2518942"/>
              <a:gd name="connsiteY1-88" fmla="*/ 0 h 2616731"/>
              <a:gd name="connsiteX2-89" fmla="*/ 2518376 w 2518942"/>
              <a:gd name="connsiteY2-90" fmla="*/ 333120 h 2616731"/>
              <a:gd name="connsiteX3-91" fmla="*/ 2515238 w 2518942"/>
              <a:gd name="connsiteY3-92" fmla="*/ 2616731 h 2616731"/>
              <a:gd name="connsiteX4-93" fmla="*/ 0 w 2518942"/>
              <a:gd name="connsiteY4-94" fmla="*/ 2616731 h 2616731"/>
              <a:gd name="connsiteX5-95" fmla="*/ 0 w 2518942"/>
              <a:gd name="connsiteY5-96" fmla="*/ 0 h 2616731"/>
              <a:gd name="connsiteX0-97" fmla="*/ 0 w 2515238"/>
              <a:gd name="connsiteY0-98" fmla="*/ 0 h 2616731"/>
              <a:gd name="connsiteX1-99" fmla="*/ 2241386 w 2515238"/>
              <a:gd name="connsiteY1-100" fmla="*/ 0 h 2616731"/>
              <a:gd name="connsiteX2-101" fmla="*/ 2511414 w 2515238"/>
              <a:gd name="connsiteY2-102" fmla="*/ 333120 h 2616731"/>
              <a:gd name="connsiteX3-103" fmla="*/ 2515238 w 2515238"/>
              <a:gd name="connsiteY3-104" fmla="*/ 2616731 h 2616731"/>
              <a:gd name="connsiteX4-105" fmla="*/ 0 w 2515238"/>
              <a:gd name="connsiteY4-106" fmla="*/ 2616731 h 2616731"/>
              <a:gd name="connsiteX5-107" fmla="*/ 0 w 2515238"/>
              <a:gd name="connsiteY5-108" fmla="*/ 0 h 2616731"/>
              <a:gd name="connsiteX0-109" fmla="*/ 0 w 2515238"/>
              <a:gd name="connsiteY0-110" fmla="*/ 0 h 2616731"/>
              <a:gd name="connsiteX1-111" fmla="*/ 2241386 w 2515238"/>
              <a:gd name="connsiteY1-112" fmla="*/ 0 h 2616731"/>
              <a:gd name="connsiteX2-113" fmla="*/ 2511414 w 2515238"/>
              <a:gd name="connsiteY2-114" fmla="*/ 335534 h 2616731"/>
              <a:gd name="connsiteX3-115" fmla="*/ 2515238 w 2515238"/>
              <a:gd name="connsiteY3-116" fmla="*/ 2616731 h 2616731"/>
              <a:gd name="connsiteX4-117" fmla="*/ 0 w 2515238"/>
              <a:gd name="connsiteY4-118" fmla="*/ 2616731 h 2616731"/>
              <a:gd name="connsiteX5-119" fmla="*/ 0 w 2515238"/>
              <a:gd name="connsiteY5-120" fmla="*/ 0 h 2616731"/>
              <a:gd name="connsiteX0-121" fmla="*/ 0 w 2516786"/>
              <a:gd name="connsiteY0-122" fmla="*/ 0 h 2616731"/>
              <a:gd name="connsiteX1-123" fmla="*/ 2241386 w 2516786"/>
              <a:gd name="connsiteY1-124" fmla="*/ 0 h 2616731"/>
              <a:gd name="connsiteX2-125" fmla="*/ 2516056 w 2516786"/>
              <a:gd name="connsiteY2-126" fmla="*/ 335534 h 2616731"/>
              <a:gd name="connsiteX3-127" fmla="*/ 2515238 w 2516786"/>
              <a:gd name="connsiteY3-128" fmla="*/ 2616731 h 2616731"/>
              <a:gd name="connsiteX4-129" fmla="*/ 0 w 2516786"/>
              <a:gd name="connsiteY4-130" fmla="*/ 2616731 h 2616731"/>
              <a:gd name="connsiteX5-131" fmla="*/ 0 w 2516786"/>
              <a:gd name="connsiteY5-132" fmla="*/ 0 h 2616731"/>
              <a:gd name="connsiteX0-133" fmla="*/ 0 w 2516786"/>
              <a:gd name="connsiteY0-134" fmla="*/ 0 h 2616731"/>
              <a:gd name="connsiteX1-135" fmla="*/ 2241386 w 2516786"/>
              <a:gd name="connsiteY1-136" fmla="*/ 0 h 2616731"/>
              <a:gd name="connsiteX2-137" fmla="*/ 2516056 w 2516786"/>
              <a:gd name="connsiteY2-138" fmla="*/ 335534 h 2616731"/>
              <a:gd name="connsiteX3-139" fmla="*/ 2515238 w 2516786"/>
              <a:gd name="connsiteY3-140" fmla="*/ 2616731 h 2616731"/>
              <a:gd name="connsiteX4-141" fmla="*/ 0 w 2516786"/>
              <a:gd name="connsiteY4-142" fmla="*/ 2616731 h 2616731"/>
              <a:gd name="connsiteX5-143" fmla="*/ 0 w 2516786"/>
              <a:gd name="connsiteY5-144" fmla="*/ 0 h 261673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16786" h="2616731">
                <a:moveTo>
                  <a:pt x="0" y="0"/>
                </a:moveTo>
                <a:lnTo>
                  <a:pt x="2241386" y="0"/>
                </a:lnTo>
                <a:cubicBezTo>
                  <a:pt x="2481475" y="0"/>
                  <a:pt x="2514315" y="99067"/>
                  <a:pt x="2516056" y="335534"/>
                </a:cubicBezTo>
                <a:cubicBezTo>
                  <a:pt x="2518878" y="1096738"/>
                  <a:pt x="2512416" y="1855527"/>
                  <a:pt x="2515238" y="2616731"/>
                </a:cubicBezTo>
                <a:lnTo>
                  <a:pt x="0" y="2616731"/>
                </a:lnTo>
                <a:lnTo>
                  <a:pt x="0"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65" dirty="0">
              <a:solidFill>
                <a:schemeClr val="bg2">
                  <a:lumMod val="10000"/>
                </a:schemeClr>
              </a:solidFill>
            </a:endParaRPr>
          </a:p>
        </p:txBody>
      </p:sp>
      <p:sp>
        <p:nvSpPr>
          <p:cNvPr id="24" name="文本占位符 5"/>
          <p:cNvSpPr>
            <a:spLocks noGrp="1"/>
          </p:cNvSpPr>
          <p:nvPr>
            <p:ph type="body" sz="quarter" idx="14" hasCustomPrompt="1"/>
          </p:nvPr>
        </p:nvSpPr>
        <p:spPr>
          <a:xfrm>
            <a:off x="855662" y="3757939"/>
            <a:ext cx="8580438" cy="707886"/>
          </a:xfrm>
          <a:prstGeom prst="rect">
            <a:avLst/>
          </a:prstGeom>
          <a:noFill/>
        </p:spPr>
        <p:txBody>
          <a:bodyPr wrap="square">
            <a:spAutoFit/>
          </a:bodyPr>
          <a:lstStyle>
            <a:lvl1pPr marL="0" indent="0">
              <a:lnSpc>
                <a:spcPct val="100000"/>
              </a:lnSpc>
              <a:spcBef>
                <a:spcPts val="0"/>
              </a:spcBef>
              <a:buNone/>
              <a:defRPr sz="40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40pt </a:t>
            </a:r>
            <a:r>
              <a:rPr lang="zh-CN" altLang="en-US" dirty="0"/>
              <a:t>加粗</a:t>
            </a:r>
            <a:r>
              <a:rPr lang="en-US" altLang="zh-CN" dirty="0"/>
              <a:t> </a:t>
            </a:r>
            <a:endParaRPr lang="zh-CN" altLang="en-US" dirty="0"/>
          </a:p>
        </p:txBody>
      </p:sp>
      <p:pic>
        <p:nvPicPr>
          <p:cNvPr id="15" name="图片 14"/>
          <p:cNvPicPr>
            <a:picLocks noChangeAspect="1"/>
          </p:cNvPicPr>
          <p:nvPr userDrawn="1"/>
        </p:nvPicPr>
        <p:blipFill>
          <a:blip r:embed="rId2" cstate="screen"/>
          <a:stretch>
            <a:fillRect/>
          </a:stretch>
        </p:blipFill>
        <p:spPr>
          <a:xfrm>
            <a:off x="9797369" y="5984177"/>
            <a:ext cx="1534187" cy="498977"/>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封面三">
    <p:spTree>
      <p:nvGrpSpPr>
        <p:cNvPr id="1" name=""/>
        <p:cNvGrpSpPr/>
        <p:nvPr/>
      </p:nvGrpSpPr>
      <p:grpSpPr>
        <a:xfrm>
          <a:off x="0" y="0"/>
          <a:ext cx="0" cy="0"/>
          <a:chOff x="0" y="0"/>
          <a:chExt cx="0" cy="0"/>
        </a:xfrm>
      </p:grpSpPr>
      <p:sp>
        <p:nvSpPr>
          <p:cNvPr id="27" name="任意多边形 26"/>
          <p:cNvSpPr/>
          <p:nvPr userDrawn="1"/>
        </p:nvSpPr>
        <p:spPr>
          <a:xfrm rot="10800000" flipH="1" flipV="1">
            <a:off x="7888622" y="380895"/>
            <a:ext cx="3443006" cy="3440888"/>
          </a:xfrm>
          <a:custGeom>
            <a:avLst/>
            <a:gdLst>
              <a:gd name="connsiteX0" fmla="*/ 0 w 2515238"/>
              <a:gd name="connsiteY0" fmla="*/ 0 h 2616731"/>
              <a:gd name="connsiteX1" fmla="*/ 2241386 w 2515238"/>
              <a:gd name="connsiteY1" fmla="*/ 0 h 2616731"/>
              <a:gd name="connsiteX2" fmla="*/ 2506771 w 2515238"/>
              <a:gd name="connsiteY2" fmla="*/ 333120 h 2616731"/>
              <a:gd name="connsiteX3" fmla="*/ 2515238 w 2515238"/>
              <a:gd name="connsiteY3" fmla="*/ 2616731 h 2616731"/>
              <a:gd name="connsiteX4" fmla="*/ 0 w 2515238"/>
              <a:gd name="connsiteY4" fmla="*/ 2616731 h 2616731"/>
              <a:gd name="connsiteX5" fmla="*/ 0 w 2515238"/>
              <a:gd name="connsiteY5" fmla="*/ 0 h 2616731"/>
              <a:gd name="connsiteX0-1" fmla="*/ 0 w 2515238"/>
              <a:gd name="connsiteY0-2" fmla="*/ 0 h 2616731"/>
              <a:gd name="connsiteX1-3" fmla="*/ 2241386 w 2515238"/>
              <a:gd name="connsiteY1-4" fmla="*/ 0 h 2616731"/>
              <a:gd name="connsiteX2-5" fmla="*/ 2509092 w 2515238"/>
              <a:gd name="connsiteY2-6" fmla="*/ 333120 h 2616731"/>
              <a:gd name="connsiteX3-7" fmla="*/ 2515238 w 2515238"/>
              <a:gd name="connsiteY3-8" fmla="*/ 2616731 h 2616731"/>
              <a:gd name="connsiteX4-9" fmla="*/ 0 w 2515238"/>
              <a:gd name="connsiteY4-10" fmla="*/ 2616731 h 2616731"/>
              <a:gd name="connsiteX5-11" fmla="*/ 0 w 2515238"/>
              <a:gd name="connsiteY5-12" fmla="*/ 0 h 2616731"/>
              <a:gd name="connsiteX0-13" fmla="*/ 0 w 2515238"/>
              <a:gd name="connsiteY0-14" fmla="*/ 0 h 2616731"/>
              <a:gd name="connsiteX1-15" fmla="*/ 2241386 w 2515238"/>
              <a:gd name="connsiteY1-16" fmla="*/ 0 h 2616731"/>
              <a:gd name="connsiteX2-17" fmla="*/ 2509092 w 2515238"/>
              <a:gd name="connsiteY2-18" fmla="*/ 333120 h 2616731"/>
              <a:gd name="connsiteX3-19" fmla="*/ 2515238 w 2515238"/>
              <a:gd name="connsiteY3-20" fmla="*/ 2616731 h 2616731"/>
              <a:gd name="connsiteX4-21" fmla="*/ 0 w 2515238"/>
              <a:gd name="connsiteY4-22" fmla="*/ 2616731 h 2616731"/>
              <a:gd name="connsiteX5-23" fmla="*/ 0 w 2515238"/>
              <a:gd name="connsiteY5-24" fmla="*/ 0 h 2616731"/>
              <a:gd name="connsiteX0-25" fmla="*/ 0 w 2518941"/>
              <a:gd name="connsiteY0-26" fmla="*/ 0 h 2616731"/>
              <a:gd name="connsiteX1-27" fmla="*/ 2241386 w 2518941"/>
              <a:gd name="connsiteY1-28" fmla="*/ 0 h 2616731"/>
              <a:gd name="connsiteX2-29" fmla="*/ 2518375 w 2518941"/>
              <a:gd name="connsiteY2-30" fmla="*/ 333120 h 2616731"/>
              <a:gd name="connsiteX3-31" fmla="*/ 2515238 w 2518941"/>
              <a:gd name="connsiteY3-32" fmla="*/ 2616731 h 2616731"/>
              <a:gd name="connsiteX4-33" fmla="*/ 0 w 2518941"/>
              <a:gd name="connsiteY4-34" fmla="*/ 2616731 h 2616731"/>
              <a:gd name="connsiteX5-35" fmla="*/ 0 w 2518941"/>
              <a:gd name="connsiteY5-36" fmla="*/ 0 h 2616731"/>
              <a:gd name="connsiteX0-37" fmla="*/ 0 w 2515238"/>
              <a:gd name="connsiteY0-38" fmla="*/ 0 h 2616731"/>
              <a:gd name="connsiteX1-39" fmla="*/ 2241386 w 2515238"/>
              <a:gd name="connsiteY1-40" fmla="*/ 0 h 2616731"/>
              <a:gd name="connsiteX2-41" fmla="*/ 2511413 w 2515238"/>
              <a:gd name="connsiteY2-42" fmla="*/ 333120 h 2616731"/>
              <a:gd name="connsiteX3-43" fmla="*/ 2515238 w 2515238"/>
              <a:gd name="connsiteY3-44" fmla="*/ 2616731 h 2616731"/>
              <a:gd name="connsiteX4-45" fmla="*/ 0 w 2515238"/>
              <a:gd name="connsiteY4-46" fmla="*/ 2616731 h 2616731"/>
              <a:gd name="connsiteX5-47" fmla="*/ 0 w 2515238"/>
              <a:gd name="connsiteY5-48" fmla="*/ 0 h 2616731"/>
              <a:gd name="connsiteX0-49" fmla="*/ 0 w 2515238"/>
              <a:gd name="connsiteY0-50" fmla="*/ 0 h 2616731"/>
              <a:gd name="connsiteX1-51" fmla="*/ 2241386 w 2515238"/>
              <a:gd name="connsiteY1-52" fmla="*/ 0 h 2616731"/>
              <a:gd name="connsiteX2-53" fmla="*/ 2513734 w 2515238"/>
              <a:gd name="connsiteY2-54" fmla="*/ 333120 h 2616731"/>
              <a:gd name="connsiteX3-55" fmla="*/ 2515238 w 2515238"/>
              <a:gd name="connsiteY3-56" fmla="*/ 2616731 h 2616731"/>
              <a:gd name="connsiteX4-57" fmla="*/ 0 w 2515238"/>
              <a:gd name="connsiteY4-58" fmla="*/ 2616731 h 2616731"/>
              <a:gd name="connsiteX5-59" fmla="*/ 0 w 2515238"/>
              <a:gd name="connsiteY5-60" fmla="*/ 0 h 2616731"/>
              <a:gd name="connsiteX0-61" fmla="*/ 0 w 2521160"/>
              <a:gd name="connsiteY0-62" fmla="*/ 0 h 2616731"/>
              <a:gd name="connsiteX1-63" fmla="*/ 2241386 w 2521160"/>
              <a:gd name="connsiteY1-64" fmla="*/ 0 h 2616731"/>
              <a:gd name="connsiteX2-65" fmla="*/ 2520697 w 2521160"/>
              <a:gd name="connsiteY2-66" fmla="*/ 333120 h 2616731"/>
              <a:gd name="connsiteX3-67" fmla="*/ 2515238 w 2521160"/>
              <a:gd name="connsiteY3-68" fmla="*/ 2616731 h 2616731"/>
              <a:gd name="connsiteX4-69" fmla="*/ 0 w 2521160"/>
              <a:gd name="connsiteY4-70" fmla="*/ 2616731 h 2616731"/>
              <a:gd name="connsiteX5-71" fmla="*/ 0 w 2521160"/>
              <a:gd name="connsiteY5-72" fmla="*/ 0 h 2616731"/>
              <a:gd name="connsiteX0-73" fmla="*/ 0 w 2518942"/>
              <a:gd name="connsiteY0-74" fmla="*/ 0 h 2616731"/>
              <a:gd name="connsiteX1-75" fmla="*/ 2241386 w 2518942"/>
              <a:gd name="connsiteY1-76" fmla="*/ 0 h 2616731"/>
              <a:gd name="connsiteX2-77" fmla="*/ 2518376 w 2518942"/>
              <a:gd name="connsiteY2-78" fmla="*/ 333120 h 2616731"/>
              <a:gd name="connsiteX3-79" fmla="*/ 2515238 w 2518942"/>
              <a:gd name="connsiteY3-80" fmla="*/ 2616731 h 2616731"/>
              <a:gd name="connsiteX4-81" fmla="*/ 0 w 2518942"/>
              <a:gd name="connsiteY4-82" fmla="*/ 2616731 h 2616731"/>
              <a:gd name="connsiteX5-83" fmla="*/ 0 w 2518942"/>
              <a:gd name="connsiteY5-84" fmla="*/ 0 h 2616731"/>
              <a:gd name="connsiteX0-85" fmla="*/ 0 w 2518942"/>
              <a:gd name="connsiteY0-86" fmla="*/ 0 h 2616731"/>
              <a:gd name="connsiteX1-87" fmla="*/ 2241386 w 2518942"/>
              <a:gd name="connsiteY1-88" fmla="*/ 0 h 2616731"/>
              <a:gd name="connsiteX2-89" fmla="*/ 2518376 w 2518942"/>
              <a:gd name="connsiteY2-90" fmla="*/ 333120 h 2616731"/>
              <a:gd name="connsiteX3-91" fmla="*/ 2515238 w 2518942"/>
              <a:gd name="connsiteY3-92" fmla="*/ 2616731 h 2616731"/>
              <a:gd name="connsiteX4-93" fmla="*/ 0 w 2518942"/>
              <a:gd name="connsiteY4-94" fmla="*/ 2616731 h 2616731"/>
              <a:gd name="connsiteX5-95" fmla="*/ 0 w 2518942"/>
              <a:gd name="connsiteY5-96" fmla="*/ 0 h 2616731"/>
              <a:gd name="connsiteX0-97" fmla="*/ 0 w 2515238"/>
              <a:gd name="connsiteY0-98" fmla="*/ 0 h 2616731"/>
              <a:gd name="connsiteX1-99" fmla="*/ 2241386 w 2515238"/>
              <a:gd name="connsiteY1-100" fmla="*/ 0 h 2616731"/>
              <a:gd name="connsiteX2-101" fmla="*/ 2511414 w 2515238"/>
              <a:gd name="connsiteY2-102" fmla="*/ 333120 h 2616731"/>
              <a:gd name="connsiteX3-103" fmla="*/ 2515238 w 2515238"/>
              <a:gd name="connsiteY3-104" fmla="*/ 2616731 h 2616731"/>
              <a:gd name="connsiteX4-105" fmla="*/ 0 w 2515238"/>
              <a:gd name="connsiteY4-106" fmla="*/ 2616731 h 2616731"/>
              <a:gd name="connsiteX5-107" fmla="*/ 0 w 2515238"/>
              <a:gd name="connsiteY5-108" fmla="*/ 0 h 2616731"/>
              <a:gd name="connsiteX0-109" fmla="*/ 0 w 2515238"/>
              <a:gd name="connsiteY0-110" fmla="*/ 0 h 2616731"/>
              <a:gd name="connsiteX1-111" fmla="*/ 2241386 w 2515238"/>
              <a:gd name="connsiteY1-112" fmla="*/ 0 h 2616731"/>
              <a:gd name="connsiteX2-113" fmla="*/ 2511414 w 2515238"/>
              <a:gd name="connsiteY2-114" fmla="*/ 335534 h 2616731"/>
              <a:gd name="connsiteX3-115" fmla="*/ 2515238 w 2515238"/>
              <a:gd name="connsiteY3-116" fmla="*/ 2616731 h 2616731"/>
              <a:gd name="connsiteX4-117" fmla="*/ 0 w 2515238"/>
              <a:gd name="connsiteY4-118" fmla="*/ 2616731 h 2616731"/>
              <a:gd name="connsiteX5-119" fmla="*/ 0 w 2515238"/>
              <a:gd name="connsiteY5-120" fmla="*/ 0 h 2616731"/>
              <a:gd name="connsiteX0-121" fmla="*/ 0 w 2516786"/>
              <a:gd name="connsiteY0-122" fmla="*/ 0 h 2616731"/>
              <a:gd name="connsiteX1-123" fmla="*/ 2241386 w 2516786"/>
              <a:gd name="connsiteY1-124" fmla="*/ 0 h 2616731"/>
              <a:gd name="connsiteX2-125" fmla="*/ 2516056 w 2516786"/>
              <a:gd name="connsiteY2-126" fmla="*/ 335534 h 2616731"/>
              <a:gd name="connsiteX3-127" fmla="*/ 2515238 w 2516786"/>
              <a:gd name="connsiteY3-128" fmla="*/ 2616731 h 2616731"/>
              <a:gd name="connsiteX4-129" fmla="*/ 0 w 2516786"/>
              <a:gd name="connsiteY4-130" fmla="*/ 2616731 h 2616731"/>
              <a:gd name="connsiteX5-131" fmla="*/ 0 w 2516786"/>
              <a:gd name="connsiteY5-132" fmla="*/ 0 h 2616731"/>
              <a:gd name="connsiteX0-133" fmla="*/ 0 w 2516786"/>
              <a:gd name="connsiteY0-134" fmla="*/ 0 h 2616731"/>
              <a:gd name="connsiteX1-135" fmla="*/ 2241386 w 2516786"/>
              <a:gd name="connsiteY1-136" fmla="*/ 0 h 2616731"/>
              <a:gd name="connsiteX2-137" fmla="*/ 2516056 w 2516786"/>
              <a:gd name="connsiteY2-138" fmla="*/ 335534 h 2616731"/>
              <a:gd name="connsiteX3-139" fmla="*/ 2515238 w 2516786"/>
              <a:gd name="connsiteY3-140" fmla="*/ 2616731 h 2616731"/>
              <a:gd name="connsiteX4-141" fmla="*/ 0 w 2516786"/>
              <a:gd name="connsiteY4-142" fmla="*/ 2616731 h 2616731"/>
              <a:gd name="connsiteX5-143" fmla="*/ 0 w 2516786"/>
              <a:gd name="connsiteY5-144" fmla="*/ 0 h 261673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16786" h="2616731">
                <a:moveTo>
                  <a:pt x="0" y="0"/>
                </a:moveTo>
                <a:lnTo>
                  <a:pt x="2241386" y="0"/>
                </a:lnTo>
                <a:cubicBezTo>
                  <a:pt x="2481475" y="0"/>
                  <a:pt x="2514315" y="99067"/>
                  <a:pt x="2516056" y="335534"/>
                </a:cubicBezTo>
                <a:cubicBezTo>
                  <a:pt x="2518878" y="1096738"/>
                  <a:pt x="2512416" y="1855527"/>
                  <a:pt x="2515238" y="2616731"/>
                </a:cubicBezTo>
                <a:lnTo>
                  <a:pt x="0" y="2616731"/>
                </a:lnTo>
                <a:lnTo>
                  <a:pt x="0"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65" dirty="0">
              <a:solidFill>
                <a:srgbClr val="E7E6E6">
                  <a:lumMod val="10000"/>
                </a:srgbClr>
              </a:solidFill>
            </a:endParaRPr>
          </a:p>
        </p:txBody>
      </p:sp>
      <p:pic>
        <p:nvPicPr>
          <p:cNvPr id="2" name="图片 1"/>
          <p:cNvPicPr>
            <a:picLocks noChangeAspect="1"/>
          </p:cNvPicPr>
          <p:nvPr userDrawn="1"/>
        </p:nvPicPr>
        <p:blipFill>
          <a:blip r:embed="rId2" cstate="screen"/>
          <a:stretch>
            <a:fillRect/>
          </a:stretch>
        </p:blipFill>
        <p:spPr>
          <a:xfrm>
            <a:off x="9797369" y="5984177"/>
            <a:ext cx="1534187" cy="498977"/>
          </a:xfrm>
          <a:prstGeom prst="rect">
            <a:avLst/>
          </a:prstGeom>
        </p:spPr>
      </p:pic>
      <p:sp>
        <p:nvSpPr>
          <p:cNvPr id="18" name="文本框 17"/>
          <p:cNvSpPr txBox="1"/>
          <p:nvPr userDrawn="1"/>
        </p:nvSpPr>
        <p:spPr>
          <a:xfrm>
            <a:off x="836421" y="6233666"/>
            <a:ext cx="3911069" cy="246221"/>
          </a:xfrm>
          <a:prstGeom prst="rect">
            <a:avLst/>
          </a:prstGeom>
          <a:noFill/>
        </p:spPr>
        <p:txBody>
          <a:bodyPr wrap="square" rtlCol="0">
            <a:spAutoFit/>
          </a:bodyPr>
          <a:lstStyle/>
          <a:p>
            <a:pPr>
              <a:buSzPct val="50000"/>
              <a:buFont typeface="Wingdings" panose="05000000000000000000" pitchFamily="2" charset="2"/>
              <a:buNone/>
            </a:pPr>
            <a:r>
              <a:rPr lang="en-US" altLang="zh-CN" sz="1000" dirty="0">
                <a:solidFill>
                  <a:srgbClr val="323232"/>
                </a:solidFill>
                <a:latin typeface="Verdana" panose="020B0604030504040204" charset="0"/>
              </a:rPr>
              <a:t>Copyright © 2023 </a:t>
            </a:r>
            <a:r>
              <a:rPr lang="en-US" altLang="zh-CN" sz="1000" dirty="0" err="1">
                <a:solidFill>
                  <a:srgbClr val="323232"/>
                </a:solidFill>
                <a:latin typeface="Verdana" panose="020B0604030504040204" charset="0"/>
              </a:rPr>
              <a:t>Neusoft</a:t>
            </a:r>
            <a:r>
              <a:rPr lang="en-US" altLang="zh-CN" sz="1000" dirty="0">
                <a:solidFill>
                  <a:srgbClr val="323232"/>
                </a:solidFill>
                <a:latin typeface="Verdana" panose="020B0604030504040204" charset="0"/>
              </a:rPr>
              <a:t> Corporation</a:t>
            </a:r>
            <a:endParaRPr lang="en-US" altLang="zh-CN" sz="1000" dirty="0">
              <a:solidFill>
                <a:srgbClr val="323232"/>
              </a:solidFill>
              <a:latin typeface="Verdana" panose="020B0604030504040204" charset="0"/>
            </a:endParaRPr>
          </a:p>
        </p:txBody>
      </p:sp>
      <p:sp>
        <p:nvSpPr>
          <p:cNvPr id="21" name="文本占位符 126"/>
          <p:cNvSpPr>
            <a:spLocks noGrp="1"/>
          </p:cNvSpPr>
          <p:nvPr>
            <p:ph type="body" sz="quarter" idx="19" hasCustomPrompt="1"/>
          </p:nvPr>
        </p:nvSpPr>
        <p:spPr>
          <a:xfrm>
            <a:off x="855662" y="5469496"/>
            <a:ext cx="8580438" cy="339645"/>
          </a:xfrm>
          <a:prstGeom prst="rect">
            <a:avLst/>
          </a:prstGeom>
          <a:noFill/>
        </p:spPr>
        <p:txBody>
          <a:bodyPr wrap="square" tIns="46800">
            <a:spAutoFit/>
          </a:bodyPr>
          <a:lstStyle>
            <a:lvl1pPr marL="0" indent="0">
              <a:lnSpc>
                <a:spcPct val="100000"/>
              </a:lnSpc>
              <a:spcBef>
                <a:spcPts val="0"/>
              </a:spcBef>
              <a:buNone/>
              <a:defRPr sz="1600">
                <a:solidFill>
                  <a:srgbClr val="323232"/>
                </a:solidFill>
                <a:latin typeface="Verdana" panose="020B0604030504040204" charset="0"/>
                <a:ea typeface="Microsoft YaHei" panose="020B0503020204020204" pitchFamily="34" charset="-122"/>
                <a:cs typeface="Verdana" panose="020B0604030504040204" charset="0"/>
              </a:defRPr>
            </a:lvl1pPr>
          </a:lstStyle>
          <a:p>
            <a:pPr lvl="0"/>
            <a:r>
              <a:rPr lang="zh-CN" altLang="en-US" dirty="0"/>
              <a:t>演讲人                </a:t>
            </a:r>
            <a:r>
              <a:rPr lang="en-US" altLang="zh-CN" dirty="0"/>
              <a:t>16pt </a:t>
            </a:r>
            <a:r>
              <a:rPr lang="zh-CN" altLang="en-US" dirty="0"/>
              <a:t>微软雅黑</a:t>
            </a:r>
            <a:endParaRPr lang="zh-CN" altLang="en-US" dirty="0"/>
          </a:p>
        </p:txBody>
      </p:sp>
      <p:sp>
        <p:nvSpPr>
          <p:cNvPr id="25" name="文本占位符 5"/>
          <p:cNvSpPr>
            <a:spLocks noGrp="1"/>
          </p:cNvSpPr>
          <p:nvPr>
            <p:ph type="body" sz="quarter" idx="14" hasCustomPrompt="1"/>
          </p:nvPr>
        </p:nvSpPr>
        <p:spPr>
          <a:xfrm>
            <a:off x="855662" y="4144966"/>
            <a:ext cx="8580438" cy="646331"/>
          </a:xfrm>
          <a:prstGeom prst="rect">
            <a:avLst/>
          </a:prstGeom>
          <a:noFill/>
        </p:spPr>
        <p:txBody>
          <a:bodyPr wrap="square">
            <a:spAutoFit/>
          </a:bodyPr>
          <a:lstStyle>
            <a:lvl1pPr marL="0" indent="0">
              <a:lnSpc>
                <a:spcPct val="100000"/>
              </a:lnSpc>
              <a:spcBef>
                <a:spcPts val="0"/>
              </a:spcBef>
              <a:buNone/>
              <a:defRPr sz="36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36pt </a:t>
            </a:r>
            <a:r>
              <a:rPr lang="zh-CN" altLang="en-US" dirty="0"/>
              <a:t>加粗</a:t>
            </a:r>
            <a:r>
              <a:rPr lang="en-US" altLang="zh-CN" dirty="0"/>
              <a:t> </a:t>
            </a:r>
            <a:endParaRPr lang="zh-CN" altLang="en-US" dirty="0"/>
          </a:p>
        </p:txBody>
      </p:sp>
      <p:sp>
        <p:nvSpPr>
          <p:cNvPr id="26" name="图片占位符 29"/>
          <p:cNvSpPr>
            <a:spLocks noGrp="1"/>
          </p:cNvSpPr>
          <p:nvPr>
            <p:ph type="pic" sz="quarter" idx="18"/>
          </p:nvPr>
        </p:nvSpPr>
        <p:spPr>
          <a:xfrm>
            <a:off x="897499" y="380894"/>
            <a:ext cx="6926400" cy="3441600"/>
          </a:xfrm>
          <a:custGeom>
            <a:avLst/>
            <a:gdLst>
              <a:gd name="connsiteX0" fmla="*/ 217180 w 6927595"/>
              <a:gd name="connsiteY0" fmla="*/ 301 h 3434513"/>
              <a:gd name="connsiteX1" fmla="*/ 3433404 w 6927595"/>
              <a:gd name="connsiteY1" fmla="*/ 301 h 3434513"/>
              <a:gd name="connsiteX2" fmla="*/ 3434400 w 6927595"/>
              <a:gd name="connsiteY2" fmla="*/ 1297 h 3434513"/>
              <a:gd name="connsiteX3" fmla="*/ 3434400 w 6927595"/>
              <a:gd name="connsiteY3" fmla="*/ 3434513 h 3434513"/>
              <a:gd name="connsiteX4" fmla="*/ 0 w 6927595"/>
              <a:gd name="connsiteY4" fmla="*/ 3434513 h 3434513"/>
              <a:gd name="connsiteX5" fmla="*/ 0 w 6927595"/>
              <a:gd name="connsiteY5" fmla="*/ 217481 h 3434513"/>
              <a:gd name="connsiteX6" fmla="*/ 217180 w 6927595"/>
              <a:gd name="connsiteY6" fmla="*/ 301 h 3434513"/>
              <a:gd name="connsiteX7" fmla="*/ 3493195 w 6927595"/>
              <a:gd name="connsiteY7" fmla="*/ 0 h 3434513"/>
              <a:gd name="connsiteX8" fmla="*/ 6927595 w 6927595"/>
              <a:gd name="connsiteY8" fmla="*/ 0 h 3434513"/>
              <a:gd name="connsiteX9" fmla="*/ 6927595 w 6927595"/>
              <a:gd name="connsiteY9" fmla="*/ 3433762 h 3434513"/>
              <a:gd name="connsiteX10" fmla="*/ 3493195 w 6927595"/>
              <a:gd name="connsiteY10" fmla="*/ 3433762 h 3434513"/>
              <a:gd name="connsiteX0-1" fmla="*/ 217180 w 6927595"/>
              <a:gd name="connsiteY0-2" fmla="*/ 301 h 3434513"/>
              <a:gd name="connsiteX1-3" fmla="*/ 3433404 w 6927595"/>
              <a:gd name="connsiteY1-4" fmla="*/ 301 h 3434513"/>
              <a:gd name="connsiteX2-5" fmla="*/ 3434400 w 6927595"/>
              <a:gd name="connsiteY2-6" fmla="*/ 1297 h 3434513"/>
              <a:gd name="connsiteX3-7" fmla="*/ 3434400 w 6927595"/>
              <a:gd name="connsiteY3-8" fmla="*/ 3434513 h 3434513"/>
              <a:gd name="connsiteX4-9" fmla="*/ 0 w 6927595"/>
              <a:gd name="connsiteY4-10" fmla="*/ 3434513 h 3434513"/>
              <a:gd name="connsiteX5-11" fmla="*/ 0 w 6927595"/>
              <a:gd name="connsiteY5-12" fmla="*/ 217481 h 3434513"/>
              <a:gd name="connsiteX6-13" fmla="*/ 217180 w 6927595"/>
              <a:gd name="connsiteY6-14" fmla="*/ 301 h 3434513"/>
              <a:gd name="connsiteX7-15" fmla="*/ 3496373 w 6927595"/>
              <a:gd name="connsiteY7-16" fmla="*/ 0 h 3434513"/>
              <a:gd name="connsiteX8-17" fmla="*/ 6927595 w 6927595"/>
              <a:gd name="connsiteY8-18" fmla="*/ 0 h 3434513"/>
              <a:gd name="connsiteX9-19" fmla="*/ 6927595 w 6927595"/>
              <a:gd name="connsiteY9-20" fmla="*/ 3433762 h 3434513"/>
              <a:gd name="connsiteX10-21" fmla="*/ 3493195 w 6927595"/>
              <a:gd name="connsiteY10-22" fmla="*/ 3433762 h 3434513"/>
              <a:gd name="connsiteX11" fmla="*/ 3496373 w 6927595"/>
              <a:gd name="connsiteY11" fmla="*/ 0 h 3434513"/>
              <a:gd name="connsiteX0-23" fmla="*/ 217180 w 6927595"/>
              <a:gd name="connsiteY0-24" fmla="*/ 301 h 3434513"/>
              <a:gd name="connsiteX1-25" fmla="*/ 3433404 w 6927595"/>
              <a:gd name="connsiteY1-26" fmla="*/ 301 h 3434513"/>
              <a:gd name="connsiteX2-27" fmla="*/ 3434400 w 6927595"/>
              <a:gd name="connsiteY2-28" fmla="*/ 1297 h 3434513"/>
              <a:gd name="connsiteX3-29" fmla="*/ 3434400 w 6927595"/>
              <a:gd name="connsiteY3-30" fmla="*/ 3434513 h 3434513"/>
              <a:gd name="connsiteX4-31" fmla="*/ 0 w 6927595"/>
              <a:gd name="connsiteY4-32" fmla="*/ 3434513 h 3434513"/>
              <a:gd name="connsiteX5-33" fmla="*/ 0 w 6927595"/>
              <a:gd name="connsiteY5-34" fmla="*/ 217481 h 3434513"/>
              <a:gd name="connsiteX6-35" fmla="*/ 217180 w 6927595"/>
              <a:gd name="connsiteY6-36" fmla="*/ 301 h 3434513"/>
              <a:gd name="connsiteX7-37" fmla="*/ 3496373 w 6927595"/>
              <a:gd name="connsiteY7-38" fmla="*/ 0 h 3434513"/>
              <a:gd name="connsiteX8-39" fmla="*/ 6927595 w 6927595"/>
              <a:gd name="connsiteY8-40" fmla="*/ 0 h 3434513"/>
              <a:gd name="connsiteX9-41" fmla="*/ 6927595 w 6927595"/>
              <a:gd name="connsiteY9-42" fmla="*/ 3433762 h 3434513"/>
              <a:gd name="connsiteX10-43" fmla="*/ 3505908 w 6927595"/>
              <a:gd name="connsiteY10-44" fmla="*/ 3433762 h 3434513"/>
              <a:gd name="connsiteX11-45" fmla="*/ 3496373 w 6927595"/>
              <a:gd name="connsiteY11-46" fmla="*/ 0 h 3434513"/>
              <a:gd name="connsiteX0-47" fmla="*/ 217180 w 6927595"/>
              <a:gd name="connsiteY0-48" fmla="*/ 301 h 3434513"/>
              <a:gd name="connsiteX1-49" fmla="*/ 3433404 w 6927595"/>
              <a:gd name="connsiteY1-50" fmla="*/ 301 h 3434513"/>
              <a:gd name="connsiteX2-51" fmla="*/ 3434400 w 6927595"/>
              <a:gd name="connsiteY2-52" fmla="*/ 1297 h 3434513"/>
              <a:gd name="connsiteX3-53" fmla="*/ 3434400 w 6927595"/>
              <a:gd name="connsiteY3-54" fmla="*/ 3434513 h 3434513"/>
              <a:gd name="connsiteX4-55" fmla="*/ 0 w 6927595"/>
              <a:gd name="connsiteY4-56" fmla="*/ 3434513 h 3434513"/>
              <a:gd name="connsiteX5-57" fmla="*/ 0 w 6927595"/>
              <a:gd name="connsiteY5-58" fmla="*/ 217481 h 3434513"/>
              <a:gd name="connsiteX6-59" fmla="*/ 217180 w 6927595"/>
              <a:gd name="connsiteY6-60" fmla="*/ 301 h 3434513"/>
              <a:gd name="connsiteX7-61" fmla="*/ 3496373 w 6927595"/>
              <a:gd name="connsiteY7-62" fmla="*/ 0 h 3434513"/>
              <a:gd name="connsiteX8-63" fmla="*/ 6927595 w 6927595"/>
              <a:gd name="connsiteY8-64" fmla="*/ 0 h 3434513"/>
              <a:gd name="connsiteX9-65" fmla="*/ 6927595 w 6927595"/>
              <a:gd name="connsiteY9-66" fmla="*/ 3433762 h 3434513"/>
              <a:gd name="connsiteX10-67" fmla="*/ 3503524 w 6927595"/>
              <a:gd name="connsiteY10-68" fmla="*/ 3433762 h 3434513"/>
              <a:gd name="connsiteX11-69" fmla="*/ 3496373 w 6927595"/>
              <a:gd name="connsiteY11-70" fmla="*/ 0 h 3434513"/>
              <a:gd name="connsiteX0-71" fmla="*/ 217180 w 6927595"/>
              <a:gd name="connsiteY0-72" fmla="*/ 301 h 3434513"/>
              <a:gd name="connsiteX1-73" fmla="*/ 3433404 w 6927595"/>
              <a:gd name="connsiteY1-74" fmla="*/ 301 h 3434513"/>
              <a:gd name="connsiteX2-75" fmla="*/ 3434400 w 6927595"/>
              <a:gd name="connsiteY2-76" fmla="*/ 1297 h 3434513"/>
              <a:gd name="connsiteX3-77" fmla="*/ 3434400 w 6927595"/>
              <a:gd name="connsiteY3-78" fmla="*/ 3434513 h 3434513"/>
              <a:gd name="connsiteX4-79" fmla="*/ 0 w 6927595"/>
              <a:gd name="connsiteY4-80" fmla="*/ 3434513 h 3434513"/>
              <a:gd name="connsiteX5-81" fmla="*/ 0 w 6927595"/>
              <a:gd name="connsiteY5-82" fmla="*/ 217481 h 3434513"/>
              <a:gd name="connsiteX6-83" fmla="*/ 217180 w 6927595"/>
              <a:gd name="connsiteY6-84" fmla="*/ 301 h 3434513"/>
              <a:gd name="connsiteX7-85" fmla="*/ 3496373 w 6927595"/>
              <a:gd name="connsiteY7-86" fmla="*/ 0 h 3434513"/>
              <a:gd name="connsiteX8-87" fmla="*/ 6927595 w 6927595"/>
              <a:gd name="connsiteY8-88" fmla="*/ 0 h 3434513"/>
              <a:gd name="connsiteX9-89" fmla="*/ 6927595 w 6927595"/>
              <a:gd name="connsiteY9-90" fmla="*/ 3433762 h 3434513"/>
              <a:gd name="connsiteX10-91" fmla="*/ 3498758 w 6927595"/>
              <a:gd name="connsiteY10-92" fmla="*/ 3433762 h 3434513"/>
              <a:gd name="connsiteX11-93" fmla="*/ 3496373 w 6927595"/>
              <a:gd name="connsiteY11-94" fmla="*/ 0 h 3434513"/>
              <a:gd name="connsiteX0-95" fmla="*/ 217180 w 6927595"/>
              <a:gd name="connsiteY0-96" fmla="*/ 301 h 3434513"/>
              <a:gd name="connsiteX1-97" fmla="*/ 3433404 w 6927595"/>
              <a:gd name="connsiteY1-98" fmla="*/ 301 h 3434513"/>
              <a:gd name="connsiteX2-99" fmla="*/ 3434400 w 6927595"/>
              <a:gd name="connsiteY2-100" fmla="*/ 1297 h 3434513"/>
              <a:gd name="connsiteX3-101" fmla="*/ 3434400 w 6927595"/>
              <a:gd name="connsiteY3-102" fmla="*/ 3434513 h 3434513"/>
              <a:gd name="connsiteX4-103" fmla="*/ 0 w 6927595"/>
              <a:gd name="connsiteY4-104" fmla="*/ 3434513 h 3434513"/>
              <a:gd name="connsiteX5-105" fmla="*/ 0 w 6927595"/>
              <a:gd name="connsiteY5-106" fmla="*/ 217481 h 3434513"/>
              <a:gd name="connsiteX6-107" fmla="*/ 217180 w 6927595"/>
              <a:gd name="connsiteY6-108" fmla="*/ 301 h 3434513"/>
              <a:gd name="connsiteX7-109" fmla="*/ 3498758 w 6927595"/>
              <a:gd name="connsiteY7-110" fmla="*/ 0 h 3434513"/>
              <a:gd name="connsiteX8-111" fmla="*/ 6927595 w 6927595"/>
              <a:gd name="connsiteY8-112" fmla="*/ 0 h 3434513"/>
              <a:gd name="connsiteX9-113" fmla="*/ 6927595 w 6927595"/>
              <a:gd name="connsiteY9-114" fmla="*/ 3433762 h 3434513"/>
              <a:gd name="connsiteX10-115" fmla="*/ 3498758 w 6927595"/>
              <a:gd name="connsiteY10-116" fmla="*/ 3433762 h 3434513"/>
              <a:gd name="connsiteX11-117" fmla="*/ 3498758 w 6927595"/>
              <a:gd name="connsiteY11-118" fmla="*/ 0 h 3434513"/>
              <a:gd name="connsiteX0-119" fmla="*/ 217180 w 6927595"/>
              <a:gd name="connsiteY0-120" fmla="*/ 1369 h 3435581"/>
              <a:gd name="connsiteX1-121" fmla="*/ 3433404 w 6927595"/>
              <a:gd name="connsiteY1-122" fmla="*/ 1369 h 3435581"/>
              <a:gd name="connsiteX2-123" fmla="*/ 3439167 w 6927595"/>
              <a:gd name="connsiteY2-124" fmla="*/ 0 h 3435581"/>
              <a:gd name="connsiteX3-125" fmla="*/ 3434400 w 6927595"/>
              <a:gd name="connsiteY3-126" fmla="*/ 3435581 h 3435581"/>
              <a:gd name="connsiteX4-127" fmla="*/ 0 w 6927595"/>
              <a:gd name="connsiteY4-128" fmla="*/ 3435581 h 3435581"/>
              <a:gd name="connsiteX5-129" fmla="*/ 0 w 6927595"/>
              <a:gd name="connsiteY5-130" fmla="*/ 218549 h 3435581"/>
              <a:gd name="connsiteX6-131" fmla="*/ 217180 w 6927595"/>
              <a:gd name="connsiteY6-132" fmla="*/ 1369 h 3435581"/>
              <a:gd name="connsiteX7-133" fmla="*/ 3498758 w 6927595"/>
              <a:gd name="connsiteY7-134" fmla="*/ 1068 h 3435581"/>
              <a:gd name="connsiteX8-135" fmla="*/ 6927595 w 6927595"/>
              <a:gd name="connsiteY8-136" fmla="*/ 1068 h 3435581"/>
              <a:gd name="connsiteX9-137" fmla="*/ 6927595 w 6927595"/>
              <a:gd name="connsiteY9-138" fmla="*/ 3434830 h 3435581"/>
              <a:gd name="connsiteX10-139" fmla="*/ 3498758 w 6927595"/>
              <a:gd name="connsiteY10-140" fmla="*/ 3434830 h 3435581"/>
              <a:gd name="connsiteX11-141" fmla="*/ 3498758 w 6927595"/>
              <a:gd name="connsiteY11-142" fmla="*/ 1068 h 3435581"/>
              <a:gd name="connsiteX0-143" fmla="*/ 217180 w 6927595"/>
              <a:gd name="connsiteY0-144" fmla="*/ 1369 h 3435581"/>
              <a:gd name="connsiteX1-145" fmla="*/ 3433404 w 6927595"/>
              <a:gd name="connsiteY1-146" fmla="*/ 1369 h 3435581"/>
              <a:gd name="connsiteX2-147" fmla="*/ 3439167 w 6927595"/>
              <a:gd name="connsiteY2-148" fmla="*/ 0 h 3435581"/>
              <a:gd name="connsiteX3-149" fmla="*/ 3439167 w 6927595"/>
              <a:gd name="connsiteY3-150" fmla="*/ 3435581 h 3435581"/>
              <a:gd name="connsiteX4-151" fmla="*/ 0 w 6927595"/>
              <a:gd name="connsiteY4-152" fmla="*/ 3435581 h 3435581"/>
              <a:gd name="connsiteX5-153" fmla="*/ 0 w 6927595"/>
              <a:gd name="connsiteY5-154" fmla="*/ 218549 h 3435581"/>
              <a:gd name="connsiteX6-155" fmla="*/ 217180 w 6927595"/>
              <a:gd name="connsiteY6-156" fmla="*/ 1369 h 3435581"/>
              <a:gd name="connsiteX7-157" fmla="*/ 3498758 w 6927595"/>
              <a:gd name="connsiteY7-158" fmla="*/ 1068 h 3435581"/>
              <a:gd name="connsiteX8-159" fmla="*/ 6927595 w 6927595"/>
              <a:gd name="connsiteY8-160" fmla="*/ 1068 h 3435581"/>
              <a:gd name="connsiteX9-161" fmla="*/ 6927595 w 6927595"/>
              <a:gd name="connsiteY9-162" fmla="*/ 3434830 h 3435581"/>
              <a:gd name="connsiteX10-163" fmla="*/ 3498758 w 6927595"/>
              <a:gd name="connsiteY10-164" fmla="*/ 3434830 h 3435581"/>
              <a:gd name="connsiteX11-165" fmla="*/ 3498758 w 6927595"/>
              <a:gd name="connsiteY11-166" fmla="*/ 1068 h 3435581"/>
              <a:gd name="connsiteX0-167" fmla="*/ 217180 w 6927595"/>
              <a:gd name="connsiteY0-168" fmla="*/ 1369 h 3435581"/>
              <a:gd name="connsiteX1-169" fmla="*/ 3433404 w 6927595"/>
              <a:gd name="connsiteY1-170" fmla="*/ 1369 h 3435581"/>
              <a:gd name="connsiteX2-171" fmla="*/ 3441550 w 6927595"/>
              <a:gd name="connsiteY2-172" fmla="*/ 0 h 3435581"/>
              <a:gd name="connsiteX3-173" fmla="*/ 3439167 w 6927595"/>
              <a:gd name="connsiteY3-174" fmla="*/ 3435581 h 3435581"/>
              <a:gd name="connsiteX4-175" fmla="*/ 0 w 6927595"/>
              <a:gd name="connsiteY4-176" fmla="*/ 3435581 h 3435581"/>
              <a:gd name="connsiteX5-177" fmla="*/ 0 w 6927595"/>
              <a:gd name="connsiteY5-178" fmla="*/ 218549 h 3435581"/>
              <a:gd name="connsiteX6-179" fmla="*/ 217180 w 6927595"/>
              <a:gd name="connsiteY6-180" fmla="*/ 1369 h 3435581"/>
              <a:gd name="connsiteX7-181" fmla="*/ 3498758 w 6927595"/>
              <a:gd name="connsiteY7-182" fmla="*/ 1068 h 3435581"/>
              <a:gd name="connsiteX8-183" fmla="*/ 6927595 w 6927595"/>
              <a:gd name="connsiteY8-184" fmla="*/ 1068 h 3435581"/>
              <a:gd name="connsiteX9-185" fmla="*/ 6927595 w 6927595"/>
              <a:gd name="connsiteY9-186" fmla="*/ 3434830 h 3435581"/>
              <a:gd name="connsiteX10-187" fmla="*/ 3498758 w 6927595"/>
              <a:gd name="connsiteY10-188" fmla="*/ 3434830 h 3435581"/>
              <a:gd name="connsiteX11-189" fmla="*/ 3498758 w 6927595"/>
              <a:gd name="connsiteY11-190" fmla="*/ 1068 h 3435581"/>
              <a:gd name="connsiteX0-191" fmla="*/ 217180 w 6927595"/>
              <a:gd name="connsiteY0-192" fmla="*/ 1369 h 3435581"/>
              <a:gd name="connsiteX1-193" fmla="*/ 3433404 w 6927595"/>
              <a:gd name="connsiteY1-194" fmla="*/ 1369 h 3435581"/>
              <a:gd name="connsiteX2-195" fmla="*/ 3441550 w 6927595"/>
              <a:gd name="connsiteY2-196" fmla="*/ 0 h 3435581"/>
              <a:gd name="connsiteX3-197" fmla="*/ 3441549 w 6927595"/>
              <a:gd name="connsiteY3-198" fmla="*/ 3435581 h 3435581"/>
              <a:gd name="connsiteX4-199" fmla="*/ 0 w 6927595"/>
              <a:gd name="connsiteY4-200" fmla="*/ 3435581 h 3435581"/>
              <a:gd name="connsiteX5-201" fmla="*/ 0 w 6927595"/>
              <a:gd name="connsiteY5-202" fmla="*/ 218549 h 3435581"/>
              <a:gd name="connsiteX6-203" fmla="*/ 217180 w 6927595"/>
              <a:gd name="connsiteY6-204" fmla="*/ 1369 h 3435581"/>
              <a:gd name="connsiteX7-205" fmla="*/ 3498758 w 6927595"/>
              <a:gd name="connsiteY7-206" fmla="*/ 1068 h 3435581"/>
              <a:gd name="connsiteX8-207" fmla="*/ 6927595 w 6927595"/>
              <a:gd name="connsiteY8-208" fmla="*/ 1068 h 3435581"/>
              <a:gd name="connsiteX9-209" fmla="*/ 6927595 w 6927595"/>
              <a:gd name="connsiteY9-210" fmla="*/ 3434830 h 3435581"/>
              <a:gd name="connsiteX10-211" fmla="*/ 3498758 w 6927595"/>
              <a:gd name="connsiteY10-212" fmla="*/ 3434830 h 3435581"/>
              <a:gd name="connsiteX11-213" fmla="*/ 3498758 w 6927595"/>
              <a:gd name="connsiteY11-214" fmla="*/ 1068 h 3435581"/>
              <a:gd name="connsiteX0-215" fmla="*/ 217180 w 6927595"/>
              <a:gd name="connsiteY0-216" fmla="*/ 1369 h 3435581"/>
              <a:gd name="connsiteX1-217" fmla="*/ 3433404 w 6927595"/>
              <a:gd name="connsiteY1-218" fmla="*/ 1369 h 3435581"/>
              <a:gd name="connsiteX2-219" fmla="*/ 3441550 w 6927595"/>
              <a:gd name="connsiteY2-220" fmla="*/ 0 h 3435581"/>
              <a:gd name="connsiteX3-221" fmla="*/ 3441549 w 6927595"/>
              <a:gd name="connsiteY3-222" fmla="*/ 3435581 h 3435581"/>
              <a:gd name="connsiteX4-223" fmla="*/ 0 w 6927595"/>
              <a:gd name="connsiteY4-224" fmla="*/ 3435581 h 3435581"/>
              <a:gd name="connsiteX5-225" fmla="*/ 0 w 6927595"/>
              <a:gd name="connsiteY5-226" fmla="*/ 218549 h 3435581"/>
              <a:gd name="connsiteX6-227" fmla="*/ 217180 w 6927595"/>
              <a:gd name="connsiteY6-228" fmla="*/ 1369 h 3435581"/>
              <a:gd name="connsiteX7-229" fmla="*/ 3503521 w 6927595"/>
              <a:gd name="connsiteY7-230" fmla="*/ 1068 h 3435581"/>
              <a:gd name="connsiteX8-231" fmla="*/ 6927595 w 6927595"/>
              <a:gd name="connsiteY8-232" fmla="*/ 1068 h 3435581"/>
              <a:gd name="connsiteX9-233" fmla="*/ 6927595 w 6927595"/>
              <a:gd name="connsiteY9-234" fmla="*/ 3434830 h 3435581"/>
              <a:gd name="connsiteX10-235" fmla="*/ 3498758 w 6927595"/>
              <a:gd name="connsiteY10-236" fmla="*/ 3434830 h 3435581"/>
              <a:gd name="connsiteX11-237" fmla="*/ 3503521 w 6927595"/>
              <a:gd name="connsiteY11-238" fmla="*/ 1068 h 3435581"/>
              <a:gd name="connsiteX0-239" fmla="*/ 217180 w 6927595"/>
              <a:gd name="connsiteY0-240" fmla="*/ 1369 h 3435581"/>
              <a:gd name="connsiteX1-241" fmla="*/ 3433404 w 6927595"/>
              <a:gd name="connsiteY1-242" fmla="*/ 1369 h 3435581"/>
              <a:gd name="connsiteX2-243" fmla="*/ 3441550 w 6927595"/>
              <a:gd name="connsiteY2-244" fmla="*/ 0 h 3435581"/>
              <a:gd name="connsiteX3-245" fmla="*/ 3441549 w 6927595"/>
              <a:gd name="connsiteY3-246" fmla="*/ 3435581 h 3435581"/>
              <a:gd name="connsiteX4-247" fmla="*/ 0 w 6927595"/>
              <a:gd name="connsiteY4-248" fmla="*/ 3435581 h 3435581"/>
              <a:gd name="connsiteX5-249" fmla="*/ 0 w 6927595"/>
              <a:gd name="connsiteY5-250" fmla="*/ 218549 h 3435581"/>
              <a:gd name="connsiteX6-251" fmla="*/ 217180 w 6927595"/>
              <a:gd name="connsiteY6-252" fmla="*/ 1369 h 3435581"/>
              <a:gd name="connsiteX7-253" fmla="*/ 3503521 w 6927595"/>
              <a:gd name="connsiteY7-254" fmla="*/ 1068 h 3435581"/>
              <a:gd name="connsiteX8-255" fmla="*/ 6927595 w 6927595"/>
              <a:gd name="connsiteY8-256" fmla="*/ 1068 h 3435581"/>
              <a:gd name="connsiteX9-257" fmla="*/ 6927595 w 6927595"/>
              <a:gd name="connsiteY9-258" fmla="*/ 3434830 h 3435581"/>
              <a:gd name="connsiteX10-259" fmla="*/ 3503522 w 6927595"/>
              <a:gd name="connsiteY10-260" fmla="*/ 3434830 h 3435581"/>
              <a:gd name="connsiteX11-261" fmla="*/ 3503521 w 6927595"/>
              <a:gd name="connsiteY11-262" fmla="*/ 1068 h 3435581"/>
              <a:gd name="connsiteX0-263" fmla="*/ 217180 w 6927595"/>
              <a:gd name="connsiteY0-264" fmla="*/ 1369 h 3435581"/>
              <a:gd name="connsiteX1-265" fmla="*/ 3433404 w 6927595"/>
              <a:gd name="connsiteY1-266" fmla="*/ 1369 h 3435581"/>
              <a:gd name="connsiteX2-267" fmla="*/ 3441550 w 6927595"/>
              <a:gd name="connsiteY2-268" fmla="*/ 0 h 3435581"/>
              <a:gd name="connsiteX3-269" fmla="*/ 3441549 w 6927595"/>
              <a:gd name="connsiteY3-270" fmla="*/ 3435581 h 3435581"/>
              <a:gd name="connsiteX4-271" fmla="*/ 0 w 6927595"/>
              <a:gd name="connsiteY4-272" fmla="*/ 3435581 h 3435581"/>
              <a:gd name="connsiteX5-273" fmla="*/ 0 w 6927595"/>
              <a:gd name="connsiteY5-274" fmla="*/ 218549 h 3435581"/>
              <a:gd name="connsiteX6-275" fmla="*/ 217180 w 6927595"/>
              <a:gd name="connsiteY6-276" fmla="*/ 1369 h 3435581"/>
              <a:gd name="connsiteX7-277" fmla="*/ 3503521 w 6927595"/>
              <a:gd name="connsiteY7-278" fmla="*/ 1068 h 3435581"/>
              <a:gd name="connsiteX8-279" fmla="*/ 6927595 w 6927595"/>
              <a:gd name="connsiteY8-280" fmla="*/ 1068 h 3435581"/>
              <a:gd name="connsiteX9-281" fmla="*/ 6927595 w 6927595"/>
              <a:gd name="connsiteY9-282" fmla="*/ 3434830 h 3435581"/>
              <a:gd name="connsiteX10-283" fmla="*/ 3501140 w 6927595"/>
              <a:gd name="connsiteY10-284" fmla="*/ 3434830 h 3435581"/>
              <a:gd name="connsiteX11-285" fmla="*/ 3503521 w 6927595"/>
              <a:gd name="connsiteY11-286" fmla="*/ 1068 h 34355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45" y="connsiteY11-46"/>
              </a:cxn>
            </a:cxnLst>
            <a:rect l="l" t="t" r="r" b="b"/>
            <a:pathLst>
              <a:path w="6927595" h="3435581">
                <a:moveTo>
                  <a:pt x="217180" y="1369"/>
                </a:moveTo>
                <a:lnTo>
                  <a:pt x="3433404" y="1369"/>
                </a:lnTo>
                <a:lnTo>
                  <a:pt x="3441550" y="0"/>
                </a:lnTo>
                <a:cubicBezTo>
                  <a:pt x="3440756" y="1145194"/>
                  <a:pt x="3442343" y="2290387"/>
                  <a:pt x="3441549" y="3435581"/>
                </a:cubicBezTo>
                <a:lnTo>
                  <a:pt x="0" y="3435581"/>
                </a:lnTo>
                <a:lnTo>
                  <a:pt x="0" y="218549"/>
                </a:lnTo>
                <a:cubicBezTo>
                  <a:pt x="0" y="98604"/>
                  <a:pt x="97235" y="1369"/>
                  <a:pt x="217180" y="1369"/>
                </a:cubicBezTo>
                <a:close/>
                <a:moveTo>
                  <a:pt x="3503521" y="1068"/>
                </a:moveTo>
                <a:lnTo>
                  <a:pt x="6927595" y="1068"/>
                </a:lnTo>
                <a:lnTo>
                  <a:pt x="6927595" y="3434830"/>
                </a:lnTo>
                <a:lnTo>
                  <a:pt x="3501140" y="3434830"/>
                </a:lnTo>
                <a:cubicBezTo>
                  <a:pt x="3502728" y="2290243"/>
                  <a:pt x="3501933" y="1145655"/>
                  <a:pt x="3503521" y="1068"/>
                </a:cubicBezTo>
                <a:close/>
              </a:path>
            </a:pathLst>
          </a:custGeom>
        </p:spPr>
        <p:txBody>
          <a:bodyPr rtlCol="0">
            <a:noAutofit/>
          </a:bodyPr>
          <a:lstStyle>
            <a:lvl1pPr marL="0" indent="0">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封面三">
    <p:spTree>
      <p:nvGrpSpPr>
        <p:cNvPr id="1" name=""/>
        <p:cNvGrpSpPr/>
        <p:nvPr/>
      </p:nvGrpSpPr>
      <p:grpSpPr>
        <a:xfrm>
          <a:off x="0" y="0"/>
          <a:ext cx="0" cy="0"/>
          <a:chOff x="0" y="0"/>
          <a:chExt cx="0" cy="0"/>
        </a:xfrm>
      </p:grpSpPr>
      <p:grpSp>
        <p:nvGrpSpPr>
          <p:cNvPr id="10" name="组合 9"/>
          <p:cNvGrpSpPr/>
          <p:nvPr userDrawn="1"/>
        </p:nvGrpSpPr>
        <p:grpSpPr>
          <a:xfrm flipV="1">
            <a:off x="817684" y="-1"/>
            <a:ext cx="10513872" cy="3596054"/>
            <a:chOff x="769935" y="364066"/>
            <a:chExt cx="7650601" cy="2616731"/>
          </a:xfrm>
        </p:grpSpPr>
        <p:sp>
          <p:nvSpPr>
            <p:cNvPr id="11" name="任意多边形 10"/>
            <p:cNvSpPr/>
            <p:nvPr userDrawn="1"/>
          </p:nvSpPr>
          <p:spPr>
            <a:xfrm>
              <a:off x="769935" y="364066"/>
              <a:ext cx="2531706" cy="2616731"/>
            </a:xfrm>
            <a:custGeom>
              <a:avLst/>
              <a:gdLst>
                <a:gd name="connsiteX0" fmla="*/ 239986 w 2506662"/>
                <a:gd name="connsiteY0" fmla="*/ 0 h 2616731"/>
                <a:gd name="connsiteX1" fmla="*/ 2506662 w 2506662"/>
                <a:gd name="connsiteY1" fmla="*/ 0 h 2616731"/>
                <a:gd name="connsiteX2" fmla="*/ 2506662 w 2506662"/>
                <a:gd name="connsiteY2" fmla="*/ 2616731 h 2616731"/>
                <a:gd name="connsiteX3" fmla="*/ 0 w 2506662"/>
                <a:gd name="connsiteY3" fmla="*/ 2616731 h 2616731"/>
                <a:gd name="connsiteX4" fmla="*/ 0 w 2506662"/>
                <a:gd name="connsiteY4" fmla="*/ 350053 h 2616731"/>
                <a:gd name="connsiteX5" fmla="*/ 239986 w 2506662"/>
                <a:gd name="connsiteY5" fmla="*/ 0 h 261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06662" h="2616731">
                  <a:moveTo>
                    <a:pt x="239986" y="0"/>
                  </a:moveTo>
                  <a:lnTo>
                    <a:pt x="2506662" y="0"/>
                  </a:lnTo>
                  <a:lnTo>
                    <a:pt x="2506662" y="2616731"/>
                  </a:lnTo>
                  <a:lnTo>
                    <a:pt x="0" y="2616731"/>
                  </a:lnTo>
                  <a:lnTo>
                    <a:pt x="0" y="350053"/>
                  </a:lnTo>
                  <a:cubicBezTo>
                    <a:pt x="0" y="109964"/>
                    <a:pt x="-103" y="0"/>
                    <a:pt x="239986" y="0"/>
                  </a:cubicBez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2" name="任意多边形 11"/>
            <p:cNvSpPr/>
            <p:nvPr userDrawn="1"/>
          </p:nvSpPr>
          <p:spPr>
            <a:xfrm>
              <a:off x="3343860" y="364066"/>
              <a:ext cx="2510520" cy="2616731"/>
            </a:xfrm>
            <a:custGeom>
              <a:avLst/>
              <a:gdLst>
                <a:gd name="connsiteX0" fmla="*/ 0 w 2506662"/>
                <a:gd name="connsiteY0" fmla="*/ 0 h 2616731"/>
                <a:gd name="connsiteX1" fmla="*/ 2506662 w 2506662"/>
                <a:gd name="connsiteY1" fmla="*/ 0 h 2616731"/>
                <a:gd name="connsiteX2" fmla="*/ 2506662 w 2506662"/>
                <a:gd name="connsiteY2" fmla="*/ 2616731 h 2616731"/>
                <a:gd name="connsiteX3" fmla="*/ 0 w 2506662"/>
                <a:gd name="connsiteY3" fmla="*/ 2616731 h 2616731"/>
                <a:gd name="connsiteX4" fmla="*/ 0 w 2506662"/>
                <a:gd name="connsiteY4" fmla="*/ 0 h 261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6662" h="2616731">
                  <a:moveTo>
                    <a:pt x="0" y="0"/>
                  </a:moveTo>
                  <a:lnTo>
                    <a:pt x="2506662" y="0"/>
                  </a:lnTo>
                  <a:lnTo>
                    <a:pt x="2506662" y="2616731"/>
                  </a:lnTo>
                  <a:lnTo>
                    <a:pt x="0" y="2616731"/>
                  </a:lnTo>
                  <a:lnTo>
                    <a:pt x="0"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任意多边形 12"/>
            <p:cNvSpPr/>
            <p:nvPr userDrawn="1"/>
          </p:nvSpPr>
          <p:spPr>
            <a:xfrm>
              <a:off x="5898143" y="364066"/>
              <a:ext cx="2522393" cy="2616731"/>
            </a:xfrm>
            <a:custGeom>
              <a:avLst/>
              <a:gdLst>
                <a:gd name="connsiteX0" fmla="*/ 0 w 2515238"/>
                <a:gd name="connsiteY0" fmla="*/ 0 h 2616731"/>
                <a:gd name="connsiteX1" fmla="*/ 2241386 w 2515238"/>
                <a:gd name="connsiteY1" fmla="*/ 0 h 2616731"/>
                <a:gd name="connsiteX2" fmla="*/ 2506771 w 2515238"/>
                <a:gd name="connsiteY2" fmla="*/ 333120 h 2616731"/>
                <a:gd name="connsiteX3" fmla="*/ 2515238 w 2515238"/>
                <a:gd name="connsiteY3" fmla="*/ 2616731 h 2616731"/>
                <a:gd name="connsiteX4" fmla="*/ 0 w 2515238"/>
                <a:gd name="connsiteY4" fmla="*/ 2616731 h 2616731"/>
                <a:gd name="connsiteX5" fmla="*/ 0 w 2515238"/>
                <a:gd name="connsiteY5" fmla="*/ 0 h 261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15238" h="2616731">
                  <a:moveTo>
                    <a:pt x="0" y="0"/>
                  </a:moveTo>
                  <a:lnTo>
                    <a:pt x="2241386" y="0"/>
                  </a:lnTo>
                  <a:cubicBezTo>
                    <a:pt x="2481475" y="0"/>
                    <a:pt x="2506771" y="93031"/>
                    <a:pt x="2506771" y="333120"/>
                  </a:cubicBezTo>
                  <a:cubicBezTo>
                    <a:pt x="2509593" y="1094324"/>
                    <a:pt x="2512416" y="1855527"/>
                    <a:pt x="2515238" y="2616731"/>
                  </a:cubicBezTo>
                  <a:lnTo>
                    <a:pt x="0" y="2616731"/>
                  </a:lnTo>
                  <a:lnTo>
                    <a:pt x="0" y="0"/>
                  </a:lnTo>
                  <a:close/>
                </a:path>
              </a:pathLst>
            </a:custGeom>
            <a:solidFill>
              <a:srgbClr val="00B3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pic>
        <p:nvPicPr>
          <p:cNvPr id="2" name="图片 1"/>
          <p:cNvPicPr>
            <a:picLocks noChangeAspect="1"/>
          </p:cNvPicPr>
          <p:nvPr userDrawn="1"/>
        </p:nvPicPr>
        <p:blipFill>
          <a:blip r:embed="rId2" cstate="screen"/>
          <a:stretch>
            <a:fillRect/>
          </a:stretch>
        </p:blipFill>
        <p:spPr>
          <a:xfrm>
            <a:off x="9797369" y="5984177"/>
            <a:ext cx="1534187" cy="498977"/>
          </a:xfrm>
          <a:prstGeom prst="rect">
            <a:avLst/>
          </a:prstGeom>
        </p:spPr>
      </p:pic>
      <p:sp>
        <p:nvSpPr>
          <p:cNvPr id="18" name="文本框 17"/>
          <p:cNvSpPr txBox="1"/>
          <p:nvPr userDrawn="1"/>
        </p:nvSpPr>
        <p:spPr>
          <a:xfrm>
            <a:off x="836421" y="6233666"/>
            <a:ext cx="3911069" cy="246221"/>
          </a:xfrm>
          <a:prstGeom prst="rect">
            <a:avLst/>
          </a:prstGeom>
          <a:noFill/>
        </p:spPr>
        <p:txBody>
          <a:bodyPr wrap="square" rtlCol="0">
            <a:spAutoFit/>
          </a:bodyPr>
          <a:lstStyle/>
          <a:p>
            <a:pPr>
              <a:buSzPct val="50000"/>
              <a:buFont typeface="Wingdings" panose="05000000000000000000" pitchFamily="2" charset="2"/>
              <a:buNone/>
            </a:pPr>
            <a:r>
              <a:rPr lang="en-US" altLang="zh-CN" sz="1000" dirty="0">
                <a:solidFill>
                  <a:srgbClr val="323232"/>
                </a:solidFill>
                <a:latin typeface="Verdana" panose="020B0604030504040204" charset="0"/>
              </a:rPr>
              <a:t>Copyright © 2022 </a:t>
            </a:r>
            <a:r>
              <a:rPr lang="en-US" altLang="zh-CN" sz="1000" dirty="0" err="1">
                <a:solidFill>
                  <a:srgbClr val="323232"/>
                </a:solidFill>
                <a:latin typeface="Verdana" panose="020B0604030504040204" charset="0"/>
              </a:rPr>
              <a:t>Neusoft</a:t>
            </a:r>
            <a:r>
              <a:rPr lang="en-US" altLang="zh-CN" sz="1000" dirty="0">
                <a:solidFill>
                  <a:srgbClr val="323232"/>
                </a:solidFill>
                <a:latin typeface="Verdana" panose="020B0604030504040204" charset="0"/>
              </a:rPr>
              <a:t> Corporation</a:t>
            </a:r>
            <a:endParaRPr lang="en-US" altLang="zh-CN" sz="1000" dirty="0">
              <a:solidFill>
                <a:srgbClr val="323232"/>
              </a:solidFill>
              <a:latin typeface="Verdana" panose="020B0604030504040204" charset="0"/>
            </a:endParaRPr>
          </a:p>
        </p:txBody>
      </p:sp>
      <p:sp>
        <p:nvSpPr>
          <p:cNvPr id="20" name="矩形 19"/>
          <p:cNvSpPr/>
          <p:nvPr userDrawn="1"/>
        </p:nvSpPr>
        <p:spPr>
          <a:xfrm>
            <a:off x="836421" y="6030540"/>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21" name="文本占位符 126"/>
          <p:cNvSpPr>
            <a:spLocks noGrp="1"/>
          </p:cNvSpPr>
          <p:nvPr>
            <p:ph type="body" sz="quarter" idx="19" hasCustomPrompt="1"/>
          </p:nvPr>
        </p:nvSpPr>
        <p:spPr>
          <a:xfrm>
            <a:off x="855662" y="4046218"/>
            <a:ext cx="6949343" cy="585866"/>
          </a:xfrm>
          <a:prstGeom prst="rect">
            <a:avLst/>
          </a:prstGeom>
          <a:noFill/>
        </p:spPr>
        <p:txBody>
          <a:bodyPr wrap="square" tIns="46800">
            <a:spAutoFit/>
          </a:bodyPr>
          <a:lstStyle>
            <a:lvl1pPr marL="0" indent="0">
              <a:lnSpc>
                <a:spcPct val="100000"/>
              </a:lnSpc>
              <a:spcBef>
                <a:spcPts val="0"/>
              </a:spcBef>
              <a:buNone/>
              <a:defRPr sz="1600">
                <a:solidFill>
                  <a:srgbClr val="323232"/>
                </a:solidFill>
                <a:latin typeface="Verdana" panose="020B0604030504040204" charset="0"/>
                <a:ea typeface="Microsoft YaHei" panose="020B0503020204020204" pitchFamily="34" charset="-122"/>
                <a:cs typeface="Verdana" panose="020B0604030504040204" charset="0"/>
              </a:defRPr>
            </a:lvl1pPr>
          </a:lstStyle>
          <a:p>
            <a:pPr lvl="0"/>
            <a:r>
              <a:rPr lang="zh-CN" altLang="en-US" dirty="0"/>
              <a:t>演讲人                </a:t>
            </a:r>
            <a:endParaRPr lang="en-US" altLang="zh-CN" dirty="0"/>
          </a:p>
          <a:p>
            <a:pPr lvl="0"/>
            <a:r>
              <a:rPr lang="en-US" altLang="zh-CN" dirty="0"/>
              <a:t>16pt </a:t>
            </a:r>
            <a:r>
              <a:rPr lang="zh-CN" altLang="en-US" dirty="0"/>
              <a:t>微软雅黑</a:t>
            </a:r>
            <a:endParaRPr lang="zh-CN" altLang="en-US" dirty="0"/>
          </a:p>
        </p:txBody>
      </p:sp>
      <p:sp>
        <p:nvSpPr>
          <p:cNvPr id="25" name="文本占位符 5"/>
          <p:cNvSpPr>
            <a:spLocks noGrp="1"/>
          </p:cNvSpPr>
          <p:nvPr>
            <p:ph type="body" sz="quarter" idx="14" hasCustomPrompt="1"/>
          </p:nvPr>
        </p:nvSpPr>
        <p:spPr>
          <a:xfrm>
            <a:off x="1245637" y="789128"/>
            <a:ext cx="6060772" cy="1938992"/>
          </a:xfrm>
          <a:prstGeom prst="rect">
            <a:avLst/>
          </a:prstGeom>
          <a:solidFill>
            <a:srgbClr val="005BAC"/>
          </a:solidFill>
        </p:spPr>
        <p:txBody>
          <a:bodyPr wrap="square">
            <a:spAutoFit/>
          </a:bodyPr>
          <a:lstStyle>
            <a:lvl1pPr marL="0" indent="0">
              <a:lnSpc>
                <a:spcPct val="100000"/>
              </a:lnSpc>
              <a:spcBef>
                <a:spcPts val="0"/>
              </a:spcBef>
              <a:buNone/>
              <a:defRPr sz="4000" b="1" baseline="0">
                <a:solidFill>
                  <a:schemeClr val="bg1"/>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40pt </a:t>
            </a:r>
            <a:r>
              <a:rPr lang="zh-CN" altLang="en-US" dirty="0"/>
              <a:t>加粗</a:t>
            </a:r>
            <a:endParaRPr lang="en-US" altLang="zh-CN" dirty="0"/>
          </a:p>
          <a:p>
            <a:r>
              <a:rPr lang="zh-CN" altLang="en-US" dirty="0"/>
              <a:t>此处为标题位</a:t>
            </a:r>
            <a:r>
              <a:rPr lang="en-US" altLang="zh-CN" dirty="0"/>
              <a:t> </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分隔页">
    <p:spTree>
      <p:nvGrpSpPr>
        <p:cNvPr id="1" name=""/>
        <p:cNvGrpSpPr/>
        <p:nvPr/>
      </p:nvGrpSpPr>
      <p:grpSpPr>
        <a:xfrm>
          <a:off x="0" y="0"/>
          <a:ext cx="0" cy="0"/>
          <a:chOff x="0" y="0"/>
          <a:chExt cx="0" cy="0"/>
        </a:xfrm>
      </p:grpSpPr>
      <p:sp>
        <p:nvSpPr>
          <p:cNvPr id="3" name="文本占位符 9"/>
          <p:cNvSpPr>
            <a:spLocks noGrp="1"/>
          </p:cNvSpPr>
          <p:nvPr>
            <p:ph type="body" sz="quarter" idx="10" hasCustomPrompt="1"/>
          </p:nvPr>
        </p:nvSpPr>
        <p:spPr>
          <a:xfrm>
            <a:off x="2972329" y="2789784"/>
            <a:ext cx="8305271" cy="1278432"/>
          </a:xfrm>
          <a:prstGeom prst="rect">
            <a:avLst/>
          </a:prstGeom>
        </p:spPr>
        <p:txBody>
          <a:bodyPr anchor="ctr">
            <a:normAutofit/>
          </a:bodyPr>
          <a:lstStyle>
            <a:lvl1pPr marL="0" indent="0">
              <a:lnSpc>
                <a:spcPct val="100000"/>
              </a:lnSpc>
              <a:spcBef>
                <a:spcPts val="0"/>
              </a:spcBef>
              <a:buNone/>
              <a:defRPr sz="3600" b="1">
                <a:solidFill>
                  <a:srgbClr val="005BAC"/>
                </a:solidFill>
                <a:latin typeface="Verdana" panose="020B0604030504040204" charset="0"/>
                <a:ea typeface="Microsoft YaHei" panose="020B0503020204020204" pitchFamily="34" charset="-122"/>
                <a:cs typeface="Verdana" panose="020B0604030504040204" charset="0"/>
              </a:defRPr>
            </a:lvl1pPr>
          </a:lstStyle>
          <a:p>
            <a:r>
              <a:rPr lang="zh-CN" altLang="en-US" dirty="0"/>
              <a:t>分隔页：</a:t>
            </a:r>
            <a:endParaRPr lang="en-US" altLang="zh-CN" dirty="0"/>
          </a:p>
          <a:p>
            <a:r>
              <a:rPr lang="zh-CN" altLang="en-US" dirty="0"/>
              <a:t>微软雅黑 </a:t>
            </a:r>
            <a:r>
              <a:rPr lang="en-US" altLang="zh-CN" dirty="0"/>
              <a:t>Verdana 36pt </a:t>
            </a:r>
            <a:r>
              <a:rPr lang="zh-CN" altLang="en-US" dirty="0"/>
              <a:t>加粗</a:t>
            </a:r>
            <a:endParaRPr lang="zh-CN" altLang="en-US" dirty="0"/>
          </a:p>
        </p:txBody>
      </p:sp>
      <p:grpSp>
        <p:nvGrpSpPr>
          <p:cNvPr id="4" name="组合 3"/>
          <p:cNvGrpSpPr/>
          <p:nvPr userDrawn="1"/>
        </p:nvGrpSpPr>
        <p:grpSpPr>
          <a:xfrm flipH="1">
            <a:off x="795943" y="1830878"/>
            <a:ext cx="1571106" cy="3196245"/>
            <a:chOff x="795943" y="1234670"/>
            <a:chExt cx="1571106" cy="3196245"/>
          </a:xfrm>
        </p:grpSpPr>
        <p:sp>
          <p:nvSpPr>
            <p:cNvPr id="5" name="单圆角矩形 4"/>
            <p:cNvSpPr/>
            <p:nvPr userDrawn="1"/>
          </p:nvSpPr>
          <p:spPr>
            <a:xfrm flipH="1">
              <a:off x="795943" y="1234670"/>
              <a:ext cx="1571106" cy="1571106"/>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单圆角矩形 5"/>
            <p:cNvSpPr/>
            <p:nvPr userDrawn="1"/>
          </p:nvSpPr>
          <p:spPr>
            <a:xfrm flipH="1" flipV="1">
              <a:off x="795943" y="2859809"/>
              <a:ext cx="1571106" cy="1571106"/>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正文页">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占位符 11"/>
          <p:cNvSpPr>
            <a:spLocks noGrp="1"/>
          </p:cNvSpPr>
          <p:nvPr>
            <p:ph type="body" sz="quarter" idx="15" hasCustomPrompt="1"/>
          </p:nvPr>
        </p:nvSpPr>
        <p:spPr>
          <a:xfrm>
            <a:off x="648000" y="1764000"/>
            <a:ext cx="10210271"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1" name="矩形 10"/>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2"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3"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正文页">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占位符 11"/>
          <p:cNvSpPr>
            <a:spLocks noGrp="1"/>
          </p:cNvSpPr>
          <p:nvPr>
            <p:ph type="body" sz="quarter" idx="15" hasCustomPrompt="1"/>
          </p:nvPr>
        </p:nvSpPr>
        <p:spPr>
          <a:xfrm>
            <a:off x="648000" y="1764000"/>
            <a:ext cx="10210271"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pPr lvl="0"/>
            <a:r>
              <a:rPr lang="zh-CN" altLang="en-US" dirty="0"/>
              <a:t>单击此处添加正文</a:t>
            </a:r>
            <a:endParaRPr lang="en-US" altLang="zh-CN" dirty="0"/>
          </a:p>
          <a:p>
            <a:pPr lvl="0"/>
            <a:endParaRPr lang="en-US" altLang="zh-CN" dirty="0"/>
          </a:p>
        </p:txBody>
      </p:sp>
      <p:sp>
        <p:nvSpPr>
          <p:cNvPr id="12"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3"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2" name="矩形 1"/>
          <p:cNvSpPr/>
          <p:nvPr userDrawn="1"/>
        </p:nvSpPr>
        <p:spPr>
          <a:xfrm>
            <a:off x="11722100" y="6451265"/>
            <a:ext cx="351378" cy="261610"/>
          </a:xfrm>
          <a:prstGeom prst="rect">
            <a:avLst/>
          </a:prstGeom>
        </p:spPr>
        <p:txBody>
          <a:bodyPr wrap="none">
            <a:spAutoFit/>
          </a:bodyPr>
          <a:lstStyle/>
          <a:p>
            <a:pPr lvl="0"/>
            <a:fld id="{44C2AFAB-CBD9-4DD3-8D3E-C2BD2E2F7351}" type="slidenum">
              <a:rPr lang="en-US" altLang="zh-CN" sz="1100" smtClean="0"/>
            </a:fld>
            <a:endParaRPr lang="en-US" altLang="zh-CN" sz="1100"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正文页 两栏">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6"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7" name="文本占位符 11"/>
          <p:cNvSpPr>
            <a:spLocks noGrp="1"/>
          </p:cNvSpPr>
          <p:nvPr>
            <p:ph type="body" sz="quarter" idx="15" hasCustomPrompt="1"/>
          </p:nvPr>
        </p:nvSpPr>
        <p:spPr>
          <a:xfrm>
            <a:off x="648001" y="1764000"/>
            <a:ext cx="4823886"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8" name="文本占位符 11"/>
          <p:cNvSpPr>
            <a:spLocks noGrp="1"/>
          </p:cNvSpPr>
          <p:nvPr>
            <p:ph type="body" sz="quarter" idx="16" hasCustomPrompt="1"/>
          </p:nvPr>
        </p:nvSpPr>
        <p:spPr>
          <a:xfrm>
            <a:off x="5894385" y="1764000"/>
            <a:ext cx="4963886"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两栏-左图右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1"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4"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20" name="文本占位符 11"/>
          <p:cNvSpPr>
            <a:spLocks noGrp="1"/>
          </p:cNvSpPr>
          <p:nvPr>
            <p:ph type="body" sz="quarter" idx="23" hasCustomPrompt="1"/>
          </p:nvPr>
        </p:nvSpPr>
        <p:spPr>
          <a:xfrm>
            <a:off x="648000" y="1764000"/>
            <a:ext cx="5854400"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8" name="图片占位符 7"/>
          <p:cNvSpPr>
            <a:spLocks noGrp="1" noChangeAspect="1"/>
          </p:cNvSpPr>
          <p:nvPr>
            <p:ph type="pic" sz="quarter" idx="24"/>
          </p:nvPr>
        </p:nvSpPr>
        <p:spPr>
          <a:xfrm>
            <a:off x="6923471" y="1764000"/>
            <a:ext cx="3934800" cy="3934800"/>
          </a:xfrm>
          <a:prstGeom prst="round1Rect">
            <a:avLst>
              <a:gd name="adj" fmla="val 6056"/>
            </a:avLst>
          </a:prstGeom>
        </p:spPr>
        <p:txBody>
          <a:bodyPr/>
          <a:lstStyle>
            <a:lvl1pPr marL="0" indent="0">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两栏-左字右图">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0"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4"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9" name="文本占位符 11"/>
          <p:cNvSpPr>
            <a:spLocks noGrp="1"/>
          </p:cNvSpPr>
          <p:nvPr>
            <p:ph type="body" sz="quarter" idx="22" hasCustomPrompt="1"/>
          </p:nvPr>
        </p:nvSpPr>
        <p:spPr>
          <a:xfrm>
            <a:off x="4992913" y="1764000"/>
            <a:ext cx="5865357"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22" name="图片占位符 18"/>
          <p:cNvSpPr>
            <a:spLocks noGrp="1" noChangeAspect="1"/>
          </p:cNvSpPr>
          <p:nvPr>
            <p:ph type="pic" sz="quarter" idx="27"/>
          </p:nvPr>
        </p:nvSpPr>
        <p:spPr>
          <a:xfrm>
            <a:off x="648000" y="1764000"/>
            <a:ext cx="3935455" cy="3934800"/>
          </a:xfrm>
          <a:custGeom>
            <a:avLst/>
            <a:gdLst>
              <a:gd name="connsiteX0" fmla="*/ 246590 w 3365500"/>
              <a:gd name="connsiteY0" fmla="*/ 0 h 3365500"/>
              <a:gd name="connsiteX1" fmla="*/ 3118910 w 3365500"/>
              <a:gd name="connsiteY1" fmla="*/ 0 h 3365500"/>
              <a:gd name="connsiteX2" fmla="*/ 3365500 w 3365500"/>
              <a:gd name="connsiteY2" fmla="*/ 246590 h 3365500"/>
              <a:gd name="connsiteX3" fmla="*/ 3365500 w 3365500"/>
              <a:gd name="connsiteY3" fmla="*/ 3365500 h 3365500"/>
              <a:gd name="connsiteX4" fmla="*/ 3365500 w 3365500"/>
              <a:gd name="connsiteY4" fmla="*/ 3365500 h 3365500"/>
              <a:gd name="connsiteX5" fmla="*/ 0 w 3365500"/>
              <a:gd name="connsiteY5" fmla="*/ 3365500 h 3365500"/>
              <a:gd name="connsiteX6" fmla="*/ 0 w 3365500"/>
              <a:gd name="connsiteY6" fmla="*/ 3365500 h 3365500"/>
              <a:gd name="connsiteX7" fmla="*/ 0 w 3365500"/>
              <a:gd name="connsiteY7" fmla="*/ 246590 h 3365500"/>
              <a:gd name="connsiteX8" fmla="*/ 246590 w 3365500"/>
              <a:gd name="connsiteY8" fmla="*/ 0 h 3365500"/>
              <a:gd name="connsiteX0-1" fmla="*/ 246590 w 3400346"/>
              <a:gd name="connsiteY0-2" fmla="*/ 0 h 3365500"/>
              <a:gd name="connsiteX1-3" fmla="*/ 3328460 w 3400346"/>
              <a:gd name="connsiteY1-4" fmla="*/ 0 h 3365500"/>
              <a:gd name="connsiteX2-5" fmla="*/ 3365500 w 3400346"/>
              <a:gd name="connsiteY2-6" fmla="*/ 246590 h 3365500"/>
              <a:gd name="connsiteX3-7" fmla="*/ 3365500 w 3400346"/>
              <a:gd name="connsiteY3-8" fmla="*/ 3365500 h 3365500"/>
              <a:gd name="connsiteX4-9" fmla="*/ 3365500 w 3400346"/>
              <a:gd name="connsiteY4-10" fmla="*/ 3365500 h 3365500"/>
              <a:gd name="connsiteX5-11" fmla="*/ 0 w 3400346"/>
              <a:gd name="connsiteY5-12" fmla="*/ 3365500 h 3365500"/>
              <a:gd name="connsiteX6-13" fmla="*/ 0 w 3400346"/>
              <a:gd name="connsiteY6-14" fmla="*/ 3365500 h 3365500"/>
              <a:gd name="connsiteX7-15" fmla="*/ 0 w 3400346"/>
              <a:gd name="connsiteY7-16" fmla="*/ 246590 h 3365500"/>
              <a:gd name="connsiteX8-17" fmla="*/ 246590 w 3400346"/>
              <a:gd name="connsiteY8-18" fmla="*/ 0 h 3365500"/>
              <a:gd name="connsiteX0-19" fmla="*/ 246590 w 3413081"/>
              <a:gd name="connsiteY0-20" fmla="*/ 0 h 3365500"/>
              <a:gd name="connsiteX1-21" fmla="*/ 3347510 w 3413081"/>
              <a:gd name="connsiteY1-22" fmla="*/ 0 h 3365500"/>
              <a:gd name="connsiteX2-23" fmla="*/ 3365500 w 3413081"/>
              <a:gd name="connsiteY2-24" fmla="*/ 246590 h 3365500"/>
              <a:gd name="connsiteX3-25" fmla="*/ 3365500 w 3413081"/>
              <a:gd name="connsiteY3-26" fmla="*/ 3365500 h 3365500"/>
              <a:gd name="connsiteX4-27" fmla="*/ 3365500 w 3413081"/>
              <a:gd name="connsiteY4-28" fmla="*/ 3365500 h 3365500"/>
              <a:gd name="connsiteX5-29" fmla="*/ 0 w 3413081"/>
              <a:gd name="connsiteY5-30" fmla="*/ 3365500 h 3365500"/>
              <a:gd name="connsiteX6-31" fmla="*/ 0 w 3413081"/>
              <a:gd name="connsiteY6-32" fmla="*/ 3365500 h 3365500"/>
              <a:gd name="connsiteX7-33" fmla="*/ 0 w 3413081"/>
              <a:gd name="connsiteY7-34" fmla="*/ 246590 h 3365500"/>
              <a:gd name="connsiteX8-35" fmla="*/ 246590 w 3413081"/>
              <a:gd name="connsiteY8-36" fmla="*/ 0 h 3365500"/>
              <a:gd name="connsiteX0-37" fmla="*/ 246590 w 3419838"/>
              <a:gd name="connsiteY0-38" fmla="*/ 0 h 3365500"/>
              <a:gd name="connsiteX1-39" fmla="*/ 3357035 w 3419838"/>
              <a:gd name="connsiteY1-40" fmla="*/ 0 h 3365500"/>
              <a:gd name="connsiteX2-41" fmla="*/ 3365500 w 3419838"/>
              <a:gd name="connsiteY2-42" fmla="*/ 246590 h 3365500"/>
              <a:gd name="connsiteX3-43" fmla="*/ 3365500 w 3419838"/>
              <a:gd name="connsiteY3-44" fmla="*/ 3365500 h 3365500"/>
              <a:gd name="connsiteX4-45" fmla="*/ 3365500 w 3419838"/>
              <a:gd name="connsiteY4-46" fmla="*/ 3365500 h 3365500"/>
              <a:gd name="connsiteX5-47" fmla="*/ 0 w 3419838"/>
              <a:gd name="connsiteY5-48" fmla="*/ 3365500 h 3365500"/>
              <a:gd name="connsiteX6-49" fmla="*/ 0 w 3419838"/>
              <a:gd name="connsiteY6-50" fmla="*/ 3365500 h 3365500"/>
              <a:gd name="connsiteX7-51" fmla="*/ 0 w 3419838"/>
              <a:gd name="connsiteY7-52" fmla="*/ 246590 h 3365500"/>
              <a:gd name="connsiteX8-53" fmla="*/ 246590 w 3419838"/>
              <a:gd name="connsiteY8-54" fmla="*/ 0 h 3365500"/>
              <a:gd name="connsiteX0-55" fmla="*/ 246590 w 3426814"/>
              <a:gd name="connsiteY0-56" fmla="*/ 0 h 3365500"/>
              <a:gd name="connsiteX1-57" fmla="*/ 3366560 w 3426814"/>
              <a:gd name="connsiteY1-58" fmla="*/ 0 h 3365500"/>
              <a:gd name="connsiteX2-59" fmla="*/ 3365500 w 3426814"/>
              <a:gd name="connsiteY2-60" fmla="*/ 246590 h 3365500"/>
              <a:gd name="connsiteX3-61" fmla="*/ 3365500 w 3426814"/>
              <a:gd name="connsiteY3-62" fmla="*/ 3365500 h 3365500"/>
              <a:gd name="connsiteX4-63" fmla="*/ 3365500 w 3426814"/>
              <a:gd name="connsiteY4-64" fmla="*/ 3365500 h 3365500"/>
              <a:gd name="connsiteX5-65" fmla="*/ 0 w 3426814"/>
              <a:gd name="connsiteY5-66" fmla="*/ 3365500 h 3365500"/>
              <a:gd name="connsiteX6-67" fmla="*/ 0 w 3426814"/>
              <a:gd name="connsiteY6-68" fmla="*/ 3365500 h 3365500"/>
              <a:gd name="connsiteX7-69" fmla="*/ 0 w 3426814"/>
              <a:gd name="connsiteY7-70" fmla="*/ 246590 h 3365500"/>
              <a:gd name="connsiteX8-71" fmla="*/ 246590 w 3426814"/>
              <a:gd name="connsiteY8-72" fmla="*/ 0 h 3365500"/>
              <a:gd name="connsiteX0-73" fmla="*/ 246590 w 3426814"/>
              <a:gd name="connsiteY0-74" fmla="*/ 0 h 3365500"/>
              <a:gd name="connsiteX1-75" fmla="*/ 3366560 w 3426814"/>
              <a:gd name="connsiteY1-76" fmla="*/ 0 h 3365500"/>
              <a:gd name="connsiteX2-77" fmla="*/ 3365500 w 3426814"/>
              <a:gd name="connsiteY2-78" fmla="*/ 246590 h 3365500"/>
              <a:gd name="connsiteX3-79" fmla="*/ 3367087 w 3426814"/>
              <a:gd name="connsiteY3-80" fmla="*/ 427037 h 3365500"/>
              <a:gd name="connsiteX4-81" fmla="*/ 3365500 w 3426814"/>
              <a:gd name="connsiteY4-82" fmla="*/ 3365500 h 3365500"/>
              <a:gd name="connsiteX5-83" fmla="*/ 3365500 w 3426814"/>
              <a:gd name="connsiteY5-84" fmla="*/ 3365500 h 3365500"/>
              <a:gd name="connsiteX6-85" fmla="*/ 0 w 3426814"/>
              <a:gd name="connsiteY6-86" fmla="*/ 3365500 h 3365500"/>
              <a:gd name="connsiteX7-87" fmla="*/ 0 w 3426814"/>
              <a:gd name="connsiteY7-88" fmla="*/ 3365500 h 3365500"/>
              <a:gd name="connsiteX8-89" fmla="*/ 0 w 3426814"/>
              <a:gd name="connsiteY8-90" fmla="*/ 246590 h 3365500"/>
              <a:gd name="connsiteX9" fmla="*/ 246590 w 3426814"/>
              <a:gd name="connsiteY9" fmla="*/ 0 h 3365500"/>
              <a:gd name="connsiteX0-91" fmla="*/ 246590 w 3599479"/>
              <a:gd name="connsiteY0-92" fmla="*/ 15825 h 3381325"/>
              <a:gd name="connsiteX1-93" fmla="*/ 3366560 w 3599479"/>
              <a:gd name="connsiteY1-94" fmla="*/ 15825 h 3381325"/>
              <a:gd name="connsiteX2-95" fmla="*/ 3371849 w 3599479"/>
              <a:gd name="connsiteY2-96" fmla="*/ 19000 h 3381325"/>
              <a:gd name="connsiteX3-97" fmla="*/ 3365500 w 3599479"/>
              <a:gd name="connsiteY3-98" fmla="*/ 262415 h 3381325"/>
              <a:gd name="connsiteX4-99" fmla="*/ 3367087 w 3599479"/>
              <a:gd name="connsiteY4-100" fmla="*/ 442862 h 3381325"/>
              <a:gd name="connsiteX5-101" fmla="*/ 3365500 w 3599479"/>
              <a:gd name="connsiteY5-102" fmla="*/ 3381325 h 3381325"/>
              <a:gd name="connsiteX6-103" fmla="*/ 3365500 w 3599479"/>
              <a:gd name="connsiteY6-104" fmla="*/ 3381325 h 3381325"/>
              <a:gd name="connsiteX7-105" fmla="*/ 0 w 3599479"/>
              <a:gd name="connsiteY7-106" fmla="*/ 3381325 h 3381325"/>
              <a:gd name="connsiteX8-107" fmla="*/ 0 w 3599479"/>
              <a:gd name="connsiteY8-108" fmla="*/ 3381325 h 3381325"/>
              <a:gd name="connsiteX9-109" fmla="*/ 0 w 3599479"/>
              <a:gd name="connsiteY9-110" fmla="*/ 262415 h 3381325"/>
              <a:gd name="connsiteX10" fmla="*/ 246590 w 3599479"/>
              <a:gd name="connsiteY10" fmla="*/ 15825 h 3381325"/>
              <a:gd name="connsiteX0-111" fmla="*/ 246590 w 3599419"/>
              <a:gd name="connsiteY0-112" fmla="*/ 29179 h 3394679"/>
              <a:gd name="connsiteX1-113" fmla="*/ 3366560 w 3599419"/>
              <a:gd name="connsiteY1-114" fmla="*/ 29179 h 3394679"/>
              <a:gd name="connsiteX2-115" fmla="*/ 3371849 w 3599419"/>
              <a:gd name="connsiteY2-116" fmla="*/ 32354 h 3394679"/>
              <a:gd name="connsiteX3-117" fmla="*/ 3367087 w 3599419"/>
              <a:gd name="connsiteY3-118" fmla="*/ 456216 h 3394679"/>
              <a:gd name="connsiteX4-119" fmla="*/ 3365500 w 3599419"/>
              <a:gd name="connsiteY4-120" fmla="*/ 3394679 h 3394679"/>
              <a:gd name="connsiteX5-121" fmla="*/ 3365500 w 3599419"/>
              <a:gd name="connsiteY5-122" fmla="*/ 3394679 h 3394679"/>
              <a:gd name="connsiteX6-123" fmla="*/ 0 w 3599419"/>
              <a:gd name="connsiteY6-124" fmla="*/ 3394679 h 3394679"/>
              <a:gd name="connsiteX7-125" fmla="*/ 0 w 3599419"/>
              <a:gd name="connsiteY7-126" fmla="*/ 3394679 h 3394679"/>
              <a:gd name="connsiteX8-127" fmla="*/ 0 w 3599419"/>
              <a:gd name="connsiteY8-128" fmla="*/ 275769 h 3394679"/>
              <a:gd name="connsiteX9-129" fmla="*/ 246590 w 3599419"/>
              <a:gd name="connsiteY9-130" fmla="*/ 29179 h 3394679"/>
              <a:gd name="connsiteX0-131" fmla="*/ 246590 w 3597884"/>
              <a:gd name="connsiteY0-132" fmla="*/ 0 h 3365500"/>
              <a:gd name="connsiteX1-133" fmla="*/ 3366560 w 3597884"/>
              <a:gd name="connsiteY1-134" fmla="*/ 0 h 3365500"/>
              <a:gd name="connsiteX2-135" fmla="*/ 3367087 w 3597884"/>
              <a:gd name="connsiteY2-136" fmla="*/ 427037 h 3365500"/>
              <a:gd name="connsiteX3-137" fmla="*/ 3365500 w 3597884"/>
              <a:gd name="connsiteY3-138" fmla="*/ 3365500 h 3365500"/>
              <a:gd name="connsiteX4-139" fmla="*/ 3365500 w 3597884"/>
              <a:gd name="connsiteY4-140" fmla="*/ 3365500 h 3365500"/>
              <a:gd name="connsiteX5-141" fmla="*/ 0 w 3597884"/>
              <a:gd name="connsiteY5-142" fmla="*/ 3365500 h 3365500"/>
              <a:gd name="connsiteX6-143" fmla="*/ 0 w 3597884"/>
              <a:gd name="connsiteY6-144" fmla="*/ 3365500 h 3365500"/>
              <a:gd name="connsiteX7-145" fmla="*/ 0 w 3597884"/>
              <a:gd name="connsiteY7-146" fmla="*/ 246590 h 3365500"/>
              <a:gd name="connsiteX8-147" fmla="*/ 246590 w 3597884"/>
              <a:gd name="connsiteY8-148" fmla="*/ 0 h 3365500"/>
              <a:gd name="connsiteX0-149" fmla="*/ 246590 w 3377753"/>
              <a:gd name="connsiteY0-150" fmla="*/ 16210 h 3381710"/>
              <a:gd name="connsiteX1-151" fmla="*/ 3366560 w 3377753"/>
              <a:gd name="connsiteY1-152" fmla="*/ 16210 h 3381710"/>
              <a:gd name="connsiteX2-153" fmla="*/ 3367087 w 3377753"/>
              <a:gd name="connsiteY2-154" fmla="*/ 443247 h 3381710"/>
              <a:gd name="connsiteX3-155" fmla="*/ 3365500 w 3377753"/>
              <a:gd name="connsiteY3-156" fmla="*/ 3381710 h 3381710"/>
              <a:gd name="connsiteX4-157" fmla="*/ 3365500 w 3377753"/>
              <a:gd name="connsiteY4-158" fmla="*/ 3381710 h 3381710"/>
              <a:gd name="connsiteX5-159" fmla="*/ 0 w 3377753"/>
              <a:gd name="connsiteY5-160" fmla="*/ 3381710 h 3381710"/>
              <a:gd name="connsiteX6-161" fmla="*/ 0 w 3377753"/>
              <a:gd name="connsiteY6-162" fmla="*/ 3381710 h 3381710"/>
              <a:gd name="connsiteX7-163" fmla="*/ 0 w 3377753"/>
              <a:gd name="connsiteY7-164" fmla="*/ 262800 h 3381710"/>
              <a:gd name="connsiteX8-165" fmla="*/ 246590 w 3377753"/>
              <a:gd name="connsiteY8-166" fmla="*/ 16210 h 3381710"/>
              <a:gd name="connsiteX0-167" fmla="*/ 246590 w 3367127"/>
              <a:gd name="connsiteY0-168" fmla="*/ 0 h 3365500"/>
              <a:gd name="connsiteX1-169" fmla="*/ 3366560 w 3367127"/>
              <a:gd name="connsiteY1-170" fmla="*/ 0 h 3365500"/>
              <a:gd name="connsiteX2-171" fmla="*/ 3367087 w 3367127"/>
              <a:gd name="connsiteY2-172" fmla="*/ 427037 h 3365500"/>
              <a:gd name="connsiteX3-173" fmla="*/ 3365500 w 3367127"/>
              <a:gd name="connsiteY3-174" fmla="*/ 3365500 h 3365500"/>
              <a:gd name="connsiteX4-175" fmla="*/ 3365500 w 3367127"/>
              <a:gd name="connsiteY4-176" fmla="*/ 3365500 h 3365500"/>
              <a:gd name="connsiteX5-177" fmla="*/ 0 w 3367127"/>
              <a:gd name="connsiteY5-178" fmla="*/ 3365500 h 3365500"/>
              <a:gd name="connsiteX6-179" fmla="*/ 0 w 3367127"/>
              <a:gd name="connsiteY6-180" fmla="*/ 3365500 h 3365500"/>
              <a:gd name="connsiteX7-181" fmla="*/ 0 w 3367127"/>
              <a:gd name="connsiteY7-182" fmla="*/ 246590 h 3365500"/>
              <a:gd name="connsiteX8-183" fmla="*/ 246590 w 3367127"/>
              <a:gd name="connsiteY8-184" fmla="*/ 0 h 3365500"/>
              <a:gd name="connsiteX0-185" fmla="*/ 246590 w 3367127"/>
              <a:gd name="connsiteY0-186" fmla="*/ 0 h 3365500"/>
              <a:gd name="connsiteX1-187" fmla="*/ 3366560 w 3367127"/>
              <a:gd name="connsiteY1-188" fmla="*/ 0 h 3365500"/>
              <a:gd name="connsiteX2-189" fmla="*/ 3367087 w 3367127"/>
              <a:gd name="connsiteY2-190" fmla="*/ 427037 h 3365500"/>
              <a:gd name="connsiteX3-191" fmla="*/ 3365500 w 3367127"/>
              <a:gd name="connsiteY3-192" fmla="*/ 3365500 h 3365500"/>
              <a:gd name="connsiteX4-193" fmla="*/ 3365500 w 3367127"/>
              <a:gd name="connsiteY4-194" fmla="*/ 3365500 h 3365500"/>
              <a:gd name="connsiteX5-195" fmla="*/ 0 w 3367127"/>
              <a:gd name="connsiteY5-196" fmla="*/ 3365500 h 3365500"/>
              <a:gd name="connsiteX6-197" fmla="*/ 0 w 3367127"/>
              <a:gd name="connsiteY6-198" fmla="*/ 3365500 h 3365500"/>
              <a:gd name="connsiteX7-199" fmla="*/ 0 w 3367127"/>
              <a:gd name="connsiteY7-200" fmla="*/ 246590 h 3365500"/>
              <a:gd name="connsiteX8-201" fmla="*/ 246590 w 3367127"/>
              <a:gd name="connsiteY8-202" fmla="*/ 0 h 3365500"/>
              <a:gd name="connsiteX0-203" fmla="*/ 246590 w 3597354"/>
              <a:gd name="connsiteY0-204" fmla="*/ 0 h 3365500"/>
              <a:gd name="connsiteX1-205" fmla="*/ 3366560 w 3597354"/>
              <a:gd name="connsiteY1-206" fmla="*/ 0 h 3365500"/>
              <a:gd name="connsiteX2-207" fmla="*/ 3365500 w 3597354"/>
              <a:gd name="connsiteY2-208" fmla="*/ 3365500 h 3365500"/>
              <a:gd name="connsiteX3-209" fmla="*/ 3365500 w 3597354"/>
              <a:gd name="connsiteY3-210" fmla="*/ 3365500 h 3365500"/>
              <a:gd name="connsiteX4-211" fmla="*/ 0 w 3597354"/>
              <a:gd name="connsiteY4-212" fmla="*/ 3365500 h 3365500"/>
              <a:gd name="connsiteX5-213" fmla="*/ 0 w 3597354"/>
              <a:gd name="connsiteY5-214" fmla="*/ 3365500 h 3365500"/>
              <a:gd name="connsiteX6-215" fmla="*/ 0 w 3597354"/>
              <a:gd name="connsiteY6-216" fmla="*/ 246590 h 3365500"/>
              <a:gd name="connsiteX7-217" fmla="*/ 246590 w 3597354"/>
              <a:gd name="connsiteY7-218" fmla="*/ 0 h 3365500"/>
              <a:gd name="connsiteX0-219" fmla="*/ 246590 w 3367119"/>
              <a:gd name="connsiteY0-220" fmla="*/ 0 h 3365500"/>
              <a:gd name="connsiteX1-221" fmla="*/ 3366560 w 3367119"/>
              <a:gd name="connsiteY1-222" fmla="*/ 0 h 3365500"/>
              <a:gd name="connsiteX2-223" fmla="*/ 3365500 w 3367119"/>
              <a:gd name="connsiteY2-224" fmla="*/ 3365500 h 3365500"/>
              <a:gd name="connsiteX3-225" fmla="*/ 3365500 w 3367119"/>
              <a:gd name="connsiteY3-226" fmla="*/ 3365500 h 3365500"/>
              <a:gd name="connsiteX4-227" fmla="*/ 0 w 3367119"/>
              <a:gd name="connsiteY4-228" fmla="*/ 3365500 h 3365500"/>
              <a:gd name="connsiteX5-229" fmla="*/ 0 w 3367119"/>
              <a:gd name="connsiteY5-230" fmla="*/ 3365500 h 3365500"/>
              <a:gd name="connsiteX6-231" fmla="*/ 0 w 3367119"/>
              <a:gd name="connsiteY6-232" fmla="*/ 246590 h 3365500"/>
              <a:gd name="connsiteX7-233" fmla="*/ 246590 w 3367119"/>
              <a:gd name="connsiteY7-234" fmla="*/ 0 h 3365500"/>
              <a:gd name="connsiteX0-235" fmla="*/ 246590 w 3366560"/>
              <a:gd name="connsiteY0-236" fmla="*/ 0 h 3365500"/>
              <a:gd name="connsiteX1-237" fmla="*/ 3366560 w 3366560"/>
              <a:gd name="connsiteY1-238" fmla="*/ 0 h 3365500"/>
              <a:gd name="connsiteX2-239" fmla="*/ 3365500 w 3366560"/>
              <a:gd name="connsiteY2-240" fmla="*/ 3365500 h 3365500"/>
              <a:gd name="connsiteX3-241" fmla="*/ 3365500 w 3366560"/>
              <a:gd name="connsiteY3-242" fmla="*/ 3365500 h 3365500"/>
              <a:gd name="connsiteX4-243" fmla="*/ 0 w 3366560"/>
              <a:gd name="connsiteY4-244" fmla="*/ 3365500 h 3365500"/>
              <a:gd name="connsiteX5-245" fmla="*/ 0 w 3366560"/>
              <a:gd name="connsiteY5-246" fmla="*/ 3365500 h 3365500"/>
              <a:gd name="connsiteX6-247" fmla="*/ 0 w 3366560"/>
              <a:gd name="connsiteY6-248" fmla="*/ 246590 h 3365500"/>
              <a:gd name="connsiteX7-249" fmla="*/ 246590 w 3366560"/>
              <a:gd name="connsiteY7-250" fmla="*/ 0 h 33655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3366560" h="3365500">
                <a:moveTo>
                  <a:pt x="246590" y="0"/>
                </a:moveTo>
                <a:lnTo>
                  <a:pt x="3366560" y="0"/>
                </a:lnTo>
                <a:cubicBezTo>
                  <a:pt x="3363456" y="57044"/>
                  <a:pt x="3365677" y="2804583"/>
                  <a:pt x="3365500" y="3365500"/>
                </a:cubicBezTo>
                <a:lnTo>
                  <a:pt x="3365500" y="3365500"/>
                </a:lnTo>
                <a:lnTo>
                  <a:pt x="0" y="3365500"/>
                </a:lnTo>
                <a:lnTo>
                  <a:pt x="0" y="3365500"/>
                </a:lnTo>
                <a:lnTo>
                  <a:pt x="0" y="246590"/>
                </a:lnTo>
                <a:cubicBezTo>
                  <a:pt x="0" y="110402"/>
                  <a:pt x="110402" y="0"/>
                  <a:pt x="246590" y="0"/>
                </a:cubicBezTo>
                <a:close/>
              </a:path>
            </a:pathLst>
          </a:cu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三栏-三图">
    <p:spTree>
      <p:nvGrpSpPr>
        <p:cNvPr id="1" name=""/>
        <p:cNvGrpSpPr/>
        <p:nvPr/>
      </p:nvGrpSpPr>
      <p:grpSpPr>
        <a:xfrm>
          <a:off x="0" y="0"/>
          <a:ext cx="0" cy="0"/>
          <a:chOff x="0" y="0"/>
          <a:chExt cx="0" cy="0"/>
        </a:xfrm>
      </p:grpSpPr>
      <p:sp>
        <p:nvSpPr>
          <p:cNvPr id="17" name="图片占位符 16"/>
          <p:cNvSpPr>
            <a:spLocks noGrp="1"/>
          </p:cNvSpPr>
          <p:nvPr>
            <p:ph type="pic" sz="quarter" idx="26"/>
          </p:nvPr>
        </p:nvSpPr>
        <p:spPr>
          <a:xfrm>
            <a:off x="7492771" y="1763713"/>
            <a:ext cx="3365500" cy="3365500"/>
          </a:xfrm>
          <a:prstGeom prst="round1Rect">
            <a:avLst>
              <a:gd name="adj" fmla="val 6761"/>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1"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5"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3" name="图片占位符 2"/>
          <p:cNvSpPr>
            <a:spLocks noGrp="1"/>
          </p:cNvSpPr>
          <p:nvPr>
            <p:ph type="pic" sz="quarter" idx="25"/>
          </p:nvPr>
        </p:nvSpPr>
        <p:spPr>
          <a:xfrm>
            <a:off x="4070516" y="1764000"/>
            <a:ext cx="3366000" cy="3366000"/>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19" name="图片占位符 18"/>
          <p:cNvSpPr>
            <a:spLocks noGrp="1"/>
          </p:cNvSpPr>
          <p:nvPr>
            <p:ph type="pic" sz="quarter" idx="27"/>
          </p:nvPr>
        </p:nvSpPr>
        <p:spPr>
          <a:xfrm>
            <a:off x="647700" y="1763713"/>
            <a:ext cx="3366560" cy="3365500"/>
          </a:xfrm>
          <a:custGeom>
            <a:avLst/>
            <a:gdLst>
              <a:gd name="connsiteX0" fmla="*/ 246590 w 3365500"/>
              <a:gd name="connsiteY0" fmla="*/ 0 h 3365500"/>
              <a:gd name="connsiteX1" fmla="*/ 3118910 w 3365500"/>
              <a:gd name="connsiteY1" fmla="*/ 0 h 3365500"/>
              <a:gd name="connsiteX2" fmla="*/ 3365500 w 3365500"/>
              <a:gd name="connsiteY2" fmla="*/ 246590 h 3365500"/>
              <a:gd name="connsiteX3" fmla="*/ 3365500 w 3365500"/>
              <a:gd name="connsiteY3" fmla="*/ 3365500 h 3365500"/>
              <a:gd name="connsiteX4" fmla="*/ 3365500 w 3365500"/>
              <a:gd name="connsiteY4" fmla="*/ 3365500 h 3365500"/>
              <a:gd name="connsiteX5" fmla="*/ 0 w 3365500"/>
              <a:gd name="connsiteY5" fmla="*/ 3365500 h 3365500"/>
              <a:gd name="connsiteX6" fmla="*/ 0 w 3365500"/>
              <a:gd name="connsiteY6" fmla="*/ 3365500 h 3365500"/>
              <a:gd name="connsiteX7" fmla="*/ 0 w 3365500"/>
              <a:gd name="connsiteY7" fmla="*/ 246590 h 3365500"/>
              <a:gd name="connsiteX8" fmla="*/ 246590 w 3365500"/>
              <a:gd name="connsiteY8" fmla="*/ 0 h 3365500"/>
              <a:gd name="connsiteX0-1" fmla="*/ 246590 w 3400346"/>
              <a:gd name="connsiteY0-2" fmla="*/ 0 h 3365500"/>
              <a:gd name="connsiteX1-3" fmla="*/ 3328460 w 3400346"/>
              <a:gd name="connsiteY1-4" fmla="*/ 0 h 3365500"/>
              <a:gd name="connsiteX2-5" fmla="*/ 3365500 w 3400346"/>
              <a:gd name="connsiteY2-6" fmla="*/ 246590 h 3365500"/>
              <a:gd name="connsiteX3-7" fmla="*/ 3365500 w 3400346"/>
              <a:gd name="connsiteY3-8" fmla="*/ 3365500 h 3365500"/>
              <a:gd name="connsiteX4-9" fmla="*/ 3365500 w 3400346"/>
              <a:gd name="connsiteY4-10" fmla="*/ 3365500 h 3365500"/>
              <a:gd name="connsiteX5-11" fmla="*/ 0 w 3400346"/>
              <a:gd name="connsiteY5-12" fmla="*/ 3365500 h 3365500"/>
              <a:gd name="connsiteX6-13" fmla="*/ 0 w 3400346"/>
              <a:gd name="connsiteY6-14" fmla="*/ 3365500 h 3365500"/>
              <a:gd name="connsiteX7-15" fmla="*/ 0 w 3400346"/>
              <a:gd name="connsiteY7-16" fmla="*/ 246590 h 3365500"/>
              <a:gd name="connsiteX8-17" fmla="*/ 246590 w 3400346"/>
              <a:gd name="connsiteY8-18" fmla="*/ 0 h 3365500"/>
              <a:gd name="connsiteX0-19" fmla="*/ 246590 w 3413081"/>
              <a:gd name="connsiteY0-20" fmla="*/ 0 h 3365500"/>
              <a:gd name="connsiteX1-21" fmla="*/ 3347510 w 3413081"/>
              <a:gd name="connsiteY1-22" fmla="*/ 0 h 3365500"/>
              <a:gd name="connsiteX2-23" fmla="*/ 3365500 w 3413081"/>
              <a:gd name="connsiteY2-24" fmla="*/ 246590 h 3365500"/>
              <a:gd name="connsiteX3-25" fmla="*/ 3365500 w 3413081"/>
              <a:gd name="connsiteY3-26" fmla="*/ 3365500 h 3365500"/>
              <a:gd name="connsiteX4-27" fmla="*/ 3365500 w 3413081"/>
              <a:gd name="connsiteY4-28" fmla="*/ 3365500 h 3365500"/>
              <a:gd name="connsiteX5-29" fmla="*/ 0 w 3413081"/>
              <a:gd name="connsiteY5-30" fmla="*/ 3365500 h 3365500"/>
              <a:gd name="connsiteX6-31" fmla="*/ 0 w 3413081"/>
              <a:gd name="connsiteY6-32" fmla="*/ 3365500 h 3365500"/>
              <a:gd name="connsiteX7-33" fmla="*/ 0 w 3413081"/>
              <a:gd name="connsiteY7-34" fmla="*/ 246590 h 3365500"/>
              <a:gd name="connsiteX8-35" fmla="*/ 246590 w 3413081"/>
              <a:gd name="connsiteY8-36" fmla="*/ 0 h 3365500"/>
              <a:gd name="connsiteX0-37" fmla="*/ 246590 w 3419838"/>
              <a:gd name="connsiteY0-38" fmla="*/ 0 h 3365500"/>
              <a:gd name="connsiteX1-39" fmla="*/ 3357035 w 3419838"/>
              <a:gd name="connsiteY1-40" fmla="*/ 0 h 3365500"/>
              <a:gd name="connsiteX2-41" fmla="*/ 3365500 w 3419838"/>
              <a:gd name="connsiteY2-42" fmla="*/ 246590 h 3365500"/>
              <a:gd name="connsiteX3-43" fmla="*/ 3365500 w 3419838"/>
              <a:gd name="connsiteY3-44" fmla="*/ 3365500 h 3365500"/>
              <a:gd name="connsiteX4-45" fmla="*/ 3365500 w 3419838"/>
              <a:gd name="connsiteY4-46" fmla="*/ 3365500 h 3365500"/>
              <a:gd name="connsiteX5-47" fmla="*/ 0 w 3419838"/>
              <a:gd name="connsiteY5-48" fmla="*/ 3365500 h 3365500"/>
              <a:gd name="connsiteX6-49" fmla="*/ 0 w 3419838"/>
              <a:gd name="connsiteY6-50" fmla="*/ 3365500 h 3365500"/>
              <a:gd name="connsiteX7-51" fmla="*/ 0 w 3419838"/>
              <a:gd name="connsiteY7-52" fmla="*/ 246590 h 3365500"/>
              <a:gd name="connsiteX8-53" fmla="*/ 246590 w 3419838"/>
              <a:gd name="connsiteY8-54" fmla="*/ 0 h 3365500"/>
              <a:gd name="connsiteX0-55" fmla="*/ 246590 w 3426814"/>
              <a:gd name="connsiteY0-56" fmla="*/ 0 h 3365500"/>
              <a:gd name="connsiteX1-57" fmla="*/ 3366560 w 3426814"/>
              <a:gd name="connsiteY1-58" fmla="*/ 0 h 3365500"/>
              <a:gd name="connsiteX2-59" fmla="*/ 3365500 w 3426814"/>
              <a:gd name="connsiteY2-60" fmla="*/ 246590 h 3365500"/>
              <a:gd name="connsiteX3-61" fmla="*/ 3365500 w 3426814"/>
              <a:gd name="connsiteY3-62" fmla="*/ 3365500 h 3365500"/>
              <a:gd name="connsiteX4-63" fmla="*/ 3365500 w 3426814"/>
              <a:gd name="connsiteY4-64" fmla="*/ 3365500 h 3365500"/>
              <a:gd name="connsiteX5-65" fmla="*/ 0 w 3426814"/>
              <a:gd name="connsiteY5-66" fmla="*/ 3365500 h 3365500"/>
              <a:gd name="connsiteX6-67" fmla="*/ 0 w 3426814"/>
              <a:gd name="connsiteY6-68" fmla="*/ 3365500 h 3365500"/>
              <a:gd name="connsiteX7-69" fmla="*/ 0 w 3426814"/>
              <a:gd name="connsiteY7-70" fmla="*/ 246590 h 3365500"/>
              <a:gd name="connsiteX8-71" fmla="*/ 246590 w 3426814"/>
              <a:gd name="connsiteY8-72" fmla="*/ 0 h 3365500"/>
              <a:gd name="connsiteX0-73" fmla="*/ 246590 w 3426814"/>
              <a:gd name="connsiteY0-74" fmla="*/ 0 h 3365500"/>
              <a:gd name="connsiteX1-75" fmla="*/ 3366560 w 3426814"/>
              <a:gd name="connsiteY1-76" fmla="*/ 0 h 3365500"/>
              <a:gd name="connsiteX2-77" fmla="*/ 3365500 w 3426814"/>
              <a:gd name="connsiteY2-78" fmla="*/ 246590 h 3365500"/>
              <a:gd name="connsiteX3-79" fmla="*/ 3367087 w 3426814"/>
              <a:gd name="connsiteY3-80" fmla="*/ 427037 h 3365500"/>
              <a:gd name="connsiteX4-81" fmla="*/ 3365500 w 3426814"/>
              <a:gd name="connsiteY4-82" fmla="*/ 3365500 h 3365500"/>
              <a:gd name="connsiteX5-83" fmla="*/ 3365500 w 3426814"/>
              <a:gd name="connsiteY5-84" fmla="*/ 3365500 h 3365500"/>
              <a:gd name="connsiteX6-85" fmla="*/ 0 w 3426814"/>
              <a:gd name="connsiteY6-86" fmla="*/ 3365500 h 3365500"/>
              <a:gd name="connsiteX7-87" fmla="*/ 0 w 3426814"/>
              <a:gd name="connsiteY7-88" fmla="*/ 3365500 h 3365500"/>
              <a:gd name="connsiteX8-89" fmla="*/ 0 w 3426814"/>
              <a:gd name="connsiteY8-90" fmla="*/ 246590 h 3365500"/>
              <a:gd name="connsiteX9" fmla="*/ 246590 w 3426814"/>
              <a:gd name="connsiteY9" fmla="*/ 0 h 3365500"/>
              <a:gd name="connsiteX0-91" fmla="*/ 246590 w 3599479"/>
              <a:gd name="connsiteY0-92" fmla="*/ 15825 h 3381325"/>
              <a:gd name="connsiteX1-93" fmla="*/ 3366560 w 3599479"/>
              <a:gd name="connsiteY1-94" fmla="*/ 15825 h 3381325"/>
              <a:gd name="connsiteX2-95" fmla="*/ 3371849 w 3599479"/>
              <a:gd name="connsiteY2-96" fmla="*/ 19000 h 3381325"/>
              <a:gd name="connsiteX3-97" fmla="*/ 3365500 w 3599479"/>
              <a:gd name="connsiteY3-98" fmla="*/ 262415 h 3381325"/>
              <a:gd name="connsiteX4-99" fmla="*/ 3367087 w 3599479"/>
              <a:gd name="connsiteY4-100" fmla="*/ 442862 h 3381325"/>
              <a:gd name="connsiteX5-101" fmla="*/ 3365500 w 3599479"/>
              <a:gd name="connsiteY5-102" fmla="*/ 3381325 h 3381325"/>
              <a:gd name="connsiteX6-103" fmla="*/ 3365500 w 3599479"/>
              <a:gd name="connsiteY6-104" fmla="*/ 3381325 h 3381325"/>
              <a:gd name="connsiteX7-105" fmla="*/ 0 w 3599479"/>
              <a:gd name="connsiteY7-106" fmla="*/ 3381325 h 3381325"/>
              <a:gd name="connsiteX8-107" fmla="*/ 0 w 3599479"/>
              <a:gd name="connsiteY8-108" fmla="*/ 3381325 h 3381325"/>
              <a:gd name="connsiteX9-109" fmla="*/ 0 w 3599479"/>
              <a:gd name="connsiteY9-110" fmla="*/ 262415 h 3381325"/>
              <a:gd name="connsiteX10" fmla="*/ 246590 w 3599479"/>
              <a:gd name="connsiteY10" fmla="*/ 15825 h 3381325"/>
              <a:gd name="connsiteX0-111" fmla="*/ 246590 w 3599419"/>
              <a:gd name="connsiteY0-112" fmla="*/ 29179 h 3394679"/>
              <a:gd name="connsiteX1-113" fmla="*/ 3366560 w 3599419"/>
              <a:gd name="connsiteY1-114" fmla="*/ 29179 h 3394679"/>
              <a:gd name="connsiteX2-115" fmla="*/ 3371849 w 3599419"/>
              <a:gd name="connsiteY2-116" fmla="*/ 32354 h 3394679"/>
              <a:gd name="connsiteX3-117" fmla="*/ 3367087 w 3599419"/>
              <a:gd name="connsiteY3-118" fmla="*/ 456216 h 3394679"/>
              <a:gd name="connsiteX4-119" fmla="*/ 3365500 w 3599419"/>
              <a:gd name="connsiteY4-120" fmla="*/ 3394679 h 3394679"/>
              <a:gd name="connsiteX5-121" fmla="*/ 3365500 w 3599419"/>
              <a:gd name="connsiteY5-122" fmla="*/ 3394679 h 3394679"/>
              <a:gd name="connsiteX6-123" fmla="*/ 0 w 3599419"/>
              <a:gd name="connsiteY6-124" fmla="*/ 3394679 h 3394679"/>
              <a:gd name="connsiteX7-125" fmla="*/ 0 w 3599419"/>
              <a:gd name="connsiteY7-126" fmla="*/ 3394679 h 3394679"/>
              <a:gd name="connsiteX8-127" fmla="*/ 0 w 3599419"/>
              <a:gd name="connsiteY8-128" fmla="*/ 275769 h 3394679"/>
              <a:gd name="connsiteX9-129" fmla="*/ 246590 w 3599419"/>
              <a:gd name="connsiteY9-130" fmla="*/ 29179 h 3394679"/>
              <a:gd name="connsiteX0-131" fmla="*/ 246590 w 3597884"/>
              <a:gd name="connsiteY0-132" fmla="*/ 0 h 3365500"/>
              <a:gd name="connsiteX1-133" fmla="*/ 3366560 w 3597884"/>
              <a:gd name="connsiteY1-134" fmla="*/ 0 h 3365500"/>
              <a:gd name="connsiteX2-135" fmla="*/ 3367087 w 3597884"/>
              <a:gd name="connsiteY2-136" fmla="*/ 427037 h 3365500"/>
              <a:gd name="connsiteX3-137" fmla="*/ 3365500 w 3597884"/>
              <a:gd name="connsiteY3-138" fmla="*/ 3365500 h 3365500"/>
              <a:gd name="connsiteX4-139" fmla="*/ 3365500 w 3597884"/>
              <a:gd name="connsiteY4-140" fmla="*/ 3365500 h 3365500"/>
              <a:gd name="connsiteX5-141" fmla="*/ 0 w 3597884"/>
              <a:gd name="connsiteY5-142" fmla="*/ 3365500 h 3365500"/>
              <a:gd name="connsiteX6-143" fmla="*/ 0 w 3597884"/>
              <a:gd name="connsiteY6-144" fmla="*/ 3365500 h 3365500"/>
              <a:gd name="connsiteX7-145" fmla="*/ 0 w 3597884"/>
              <a:gd name="connsiteY7-146" fmla="*/ 246590 h 3365500"/>
              <a:gd name="connsiteX8-147" fmla="*/ 246590 w 3597884"/>
              <a:gd name="connsiteY8-148" fmla="*/ 0 h 3365500"/>
              <a:gd name="connsiteX0-149" fmla="*/ 246590 w 3377753"/>
              <a:gd name="connsiteY0-150" fmla="*/ 16210 h 3381710"/>
              <a:gd name="connsiteX1-151" fmla="*/ 3366560 w 3377753"/>
              <a:gd name="connsiteY1-152" fmla="*/ 16210 h 3381710"/>
              <a:gd name="connsiteX2-153" fmla="*/ 3367087 w 3377753"/>
              <a:gd name="connsiteY2-154" fmla="*/ 443247 h 3381710"/>
              <a:gd name="connsiteX3-155" fmla="*/ 3365500 w 3377753"/>
              <a:gd name="connsiteY3-156" fmla="*/ 3381710 h 3381710"/>
              <a:gd name="connsiteX4-157" fmla="*/ 3365500 w 3377753"/>
              <a:gd name="connsiteY4-158" fmla="*/ 3381710 h 3381710"/>
              <a:gd name="connsiteX5-159" fmla="*/ 0 w 3377753"/>
              <a:gd name="connsiteY5-160" fmla="*/ 3381710 h 3381710"/>
              <a:gd name="connsiteX6-161" fmla="*/ 0 w 3377753"/>
              <a:gd name="connsiteY6-162" fmla="*/ 3381710 h 3381710"/>
              <a:gd name="connsiteX7-163" fmla="*/ 0 w 3377753"/>
              <a:gd name="connsiteY7-164" fmla="*/ 262800 h 3381710"/>
              <a:gd name="connsiteX8-165" fmla="*/ 246590 w 3377753"/>
              <a:gd name="connsiteY8-166" fmla="*/ 16210 h 3381710"/>
              <a:gd name="connsiteX0-167" fmla="*/ 246590 w 3367127"/>
              <a:gd name="connsiteY0-168" fmla="*/ 0 h 3365500"/>
              <a:gd name="connsiteX1-169" fmla="*/ 3366560 w 3367127"/>
              <a:gd name="connsiteY1-170" fmla="*/ 0 h 3365500"/>
              <a:gd name="connsiteX2-171" fmla="*/ 3367087 w 3367127"/>
              <a:gd name="connsiteY2-172" fmla="*/ 427037 h 3365500"/>
              <a:gd name="connsiteX3-173" fmla="*/ 3365500 w 3367127"/>
              <a:gd name="connsiteY3-174" fmla="*/ 3365500 h 3365500"/>
              <a:gd name="connsiteX4-175" fmla="*/ 3365500 w 3367127"/>
              <a:gd name="connsiteY4-176" fmla="*/ 3365500 h 3365500"/>
              <a:gd name="connsiteX5-177" fmla="*/ 0 w 3367127"/>
              <a:gd name="connsiteY5-178" fmla="*/ 3365500 h 3365500"/>
              <a:gd name="connsiteX6-179" fmla="*/ 0 w 3367127"/>
              <a:gd name="connsiteY6-180" fmla="*/ 3365500 h 3365500"/>
              <a:gd name="connsiteX7-181" fmla="*/ 0 w 3367127"/>
              <a:gd name="connsiteY7-182" fmla="*/ 246590 h 3365500"/>
              <a:gd name="connsiteX8-183" fmla="*/ 246590 w 3367127"/>
              <a:gd name="connsiteY8-184" fmla="*/ 0 h 3365500"/>
              <a:gd name="connsiteX0-185" fmla="*/ 246590 w 3367127"/>
              <a:gd name="connsiteY0-186" fmla="*/ 0 h 3365500"/>
              <a:gd name="connsiteX1-187" fmla="*/ 3366560 w 3367127"/>
              <a:gd name="connsiteY1-188" fmla="*/ 0 h 3365500"/>
              <a:gd name="connsiteX2-189" fmla="*/ 3367087 w 3367127"/>
              <a:gd name="connsiteY2-190" fmla="*/ 427037 h 3365500"/>
              <a:gd name="connsiteX3-191" fmla="*/ 3365500 w 3367127"/>
              <a:gd name="connsiteY3-192" fmla="*/ 3365500 h 3365500"/>
              <a:gd name="connsiteX4-193" fmla="*/ 3365500 w 3367127"/>
              <a:gd name="connsiteY4-194" fmla="*/ 3365500 h 3365500"/>
              <a:gd name="connsiteX5-195" fmla="*/ 0 w 3367127"/>
              <a:gd name="connsiteY5-196" fmla="*/ 3365500 h 3365500"/>
              <a:gd name="connsiteX6-197" fmla="*/ 0 w 3367127"/>
              <a:gd name="connsiteY6-198" fmla="*/ 3365500 h 3365500"/>
              <a:gd name="connsiteX7-199" fmla="*/ 0 w 3367127"/>
              <a:gd name="connsiteY7-200" fmla="*/ 246590 h 3365500"/>
              <a:gd name="connsiteX8-201" fmla="*/ 246590 w 3367127"/>
              <a:gd name="connsiteY8-202" fmla="*/ 0 h 3365500"/>
              <a:gd name="connsiteX0-203" fmla="*/ 246590 w 3597354"/>
              <a:gd name="connsiteY0-204" fmla="*/ 0 h 3365500"/>
              <a:gd name="connsiteX1-205" fmla="*/ 3366560 w 3597354"/>
              <a:gd name="connsiteY1-206" fmla="*/ 0 h 3365500"/>
              <a:gd name="connsiteX2-207" fmla="*/ 3365500 w 3597354"/>
              <a:gd name="connsiteY2-208" fmla="*/ 3365500 h 3365500"/>
              <a:gd name="connsiteX3-209" fmla="*/ 3365500 w 3597354"/>
              <a:gd name="connsiteY3-210" fmla="*/ 3365500 h 3365500"/>
              <a:gd name="connsiteX4-211" fmla="*/ 0 w 3597354"/>
              <a:gd name="connsiteY4-212" fmla="*/ 3365500 h 3365500"/>
              <a:gd name="connsiteX5-213" fmla="*/ 0 w 3597354"/>
              <a:gd name="connsiteY5-214" fmla="*/ 3365500 h 3365500"/>
              <a:gd name="connsiteX6-215" fmla="*/ 0 w 3597354"/>
              <a:gd name="connsiteY6-216" fmla="*/ 246590 h 3365500"/>
              <a:gd name="connsiteX7-217" fmla="*/ 246590 w 3597354"/>
              <a:gd name="connsiteY7-218" fmla="*/ 0 h 3365500"/>
              <a:gd name="connsiteX0-219" fmla="*/ 246590 w 3367119"/>
              <a:gd name="connsiteY0-220" fmla="*/ 0 h 3365500"/>
              <a:gd name="connsiteX1-221" fmla="*/ 3366560 w 3367119"/>
              <a:gd name="connsiteY1-222" fmla="*/ 0 h 3365500"/>
              <a:gd name="connsiteX2-223" fmla="*/ 3365500 w 3367119"/>
              <a:gd name="connsiteY2-224" fmla="*/ 3365500 h 3365500"/>
              <a:gd name="connsiteX3-225" fmla="*/ 3365500 w 3367119"/>
              <a:gd name="connsiteY3-226" fmla="*/ 3365500 h 3365500"/>
              <a:gd name="connsiteX4-227" fmla="*/ 0 w 3367119"/>
              <a:gd name="connsiteY4-228" fmla="*/ 3365500 h 3365500"/>
              <a:gd name="connsiteX5-229" fmla="*/ 0 w 3367119"/>
              <a:gd name="connsiteY5-230" fmla="*/ 3365500 h 3365500"/>
              <a:gd name="connsiteX6-231" fmla="*/ 0 w 3367119"/>
              <a:gd name="connsiteY6-232" fmla="*/ 246590 h 3365500"/>
              <a:gd name="connsiteX7-233" fmla="*/ 246590 w 3367119"/>
              <a:gd name="connsiteY7-234" fmla="*/ 0 h 3365500"/>
              <a:gd name="connsiteX0-235" fmla="*/ 246590 w 3366560"/>
              <a:gd name="connsiteY0-236" fmla="*/ 0 h 3365500"/>
              <a:gd name="connsiteX1-237" fmla="*/ 3366560 w 3366560"/>
              <a:gd name="connsiteY1-238" fmla="*/ 0 h 3365500"/>
              <a:gd name="connsiteX2-239" fmla="*/ 3365500 w 3366560"/>
              <a:gd name="connsiteY2-240" fmla="*/ 3365500 h 3365500"/>
              <a:gd name="connsiteX3-241" fmla="*/ 3365500 w 3366560"/>
              <a:gd name="connsiteY3-242" fmla="*/ 3365500 h 3365500"/>
              <a:gd name="connsiteX4-243" fmla="*/ 0 w 3366560"/>
              <a:gd name="connsiteY4-244" fmla="*/ 3365500 h 3365500"/>
              <a:gd name="connsiteX5-245" fmla="*/ 0 w 3366560"/>
              <a:gd name="connsiteY5-246" fmla="*/ 3365500 h 3365500"/>
              <a:gd name="connsiteX6-247" fmla="*/ 0 w 3366560"/>
              <a:gd name="connsiteY6-248" fmla="*/ 246590 h 3365500"/>
              <a:gd name="connsiteX7-249" fmla="*/ 246590 w 3366560"/>
              <a:gd name="connsiteY7-250" fmla="*/ 0 h 33655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3366560" h="3365500">
                <a:moveTo>
                  <a:pt x="246590" y="0"/>
                </a:moveTo>
                <a:lnTo>
                  <a:pt x="3366560" y="0"/>
                </a:lnTo>
                <a:cubicBezTo>
                  <a:pt x="3363456" y="57044"/>
                  <a:pt x="3365677" y="2804583"/>
                  <a:pt x="3365500" y="3365500"/>
                </a:cubicBezTo>
                <a:lnTo>
                  <a:pt x="3365500" y="3365500"/>
                </a:lnTo>
                <a:lnTo>
                  <a:pt x="0" y="3365500"/>
                </a:lnTo>
                <a:lnTo>
                  <a:pt x="0" y="3365500"/>
                </a:lnTo>
                <a:lnTo>
                  <a:pt x="0" y="246590"/>
                </a:lnTo>
                <a:cubicBezTo>
                  <a:pt x="0" y="110402"/>
                  <a:pt x="110402" y="0"/>
                  <a:pt x="246590" y="0"/>
                </a:cubicBezTo>
                <a:close/>
              </a:path>
            </a:pathLst>
          </a:cu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两栏-左字右四图">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矩形 13"/>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21"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22"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23" name="图片占位符 26"/>
          <p:cNvSpPr>
            <a:spLocks noGrp="1"/>
          </p:cNvSpPr>
          <p:nvPr>
            <p:ph type="pic" sz="quarter" idx="23"/>
          </p:nvPr>
        </p:nvSpPr>
        <p:spPr>
          <a:xfrm>
            <a:off x="6945807" y="1764001"/>
            <a:ext cx="1937400" cy="1951797"/>
          </a:xfrm>
          <a:custGeom>
            <a:avLst/>
            <a:gdLst>
              <a:gd name="connsiteX0" fmla="*/ 385763 w 1636713"/>
              <a:gd name="connsiteY0" fmla="*/ 0 h 1640417"/>
              <a:gd name="connsiteX1" fmla="*/ 1630363 w 1636713"/>
              <a:gd name="connsiteY1" fmla="*/ 0 h 1640417"/>
              <a:gd name="connsiteX2" fmla="*/ 1630363 w 1636713"/>
              <a:gd name="connsiteY2" fmla="*/ 88946 h 1640417"/>
              <a:gd name="connsiteX3" fmla="*/ 1636713 w 1636713"/>
              <a:gd name="connsiteY3" fmla="*/ 120398 h 1640417"/>
              <a:gd name="connsiteX4" fmla="*/ 1636713 w 1636713"/>
              <a:gd name="connsiteY4" fmla="*/ 1005418 h 1640417"/>
              <a:gd name="connsiteX5" fmla="*/ 1636713 w 1636713"/>
              <a:gd name="connsiteY5" fmla="*/ 1517904 h 1640417"/>
              <a:gd name="connsiteX6" fmla="*/ 1636713 w 1636713"/>
              <a:gd name="connsiteY6" fmla="*/ 1638831 h 1640417"/>
              <a:gd name="connsiteX7" fmla="*/ 1630363 w 1636713"/>
              <a:gd name="connsiteY7" fmla="*/ 1638831 h 1640417"/>
              <a:gd name="connsiteX8" fmla="*/ 1630363 w 1636713"/>
              <a:gd name="connsiteY8" fmla="*/ 1640417 h 1640417"/>
              <a:gd name="connsiteX9" fmla="*/ 385763 w 1636713"/>
              <a:gd name="connsiteY9" fmla="*/ 1640417 h 1640417"/>
              <a:gd name="connsiteX10" fmla="*/ 385763 w 1636713"/>
              <a:gd name="connsiteY10" fmla="*/ 1638831 h 1640417"/>
              <a:gd name="connsiteX11" fmla="*/ 0 w 1636713"/>
              <a:gd name="connsiteY11" fmla="*/ 1638831 h 1640417"/>
              <a:gd name="connsiteX12" fmla="*/ 0 w 1636713"/>
              <a:gd name="connsiteY12" fmla="*/ 1517904 h 1640417"/>
              <a:gd name="connsiteX13" fmla="*/ 0 w 1636713"/>
              <a:gd name="connsiteY13" fmla="*/ 1005418 h 1640417"/>
              <a:gd name="connsiteX14" fmla="*/ 0 w 1636713"/>
              <a:gd name="connsiteY14" fmla="*/ 120398 h 1640417"/>
              <a:gd name="connsiteX15" fmla="*/ 120397 w 1636713"/>
              <a:gd name="connsiteY15" fmla="*/ 1 h 1640417"/>
              <a:gd name="connsiteX16" fmla="*/ 385763 w 1636713"/>
              <a:gd name="connsiteY16" fmla="*/ 1 h 1640417"/>
              <a:gd name="connsiteX0-1" fmla="*/ 385763 w 1636713"/>
              <a:gd name="connsiteY0-2" fmla="*/ 0 h 1640417"/>
              <a:gd name="connsiteX1-3" fmla="*/ 1630363 w 1636713"/>
              <a:gd name="connsiteY1-4" fmla="*/ 0 h 1640417"/>
              <a:gd name="connsiteX2-5" fmla="*/ 1630363 w 1636713"/>
              <a:gd name="connsiteY2-6" fmla="*/ 88946 h 1640417"/>
              <a:gd name="connsiteX3-7" fmla="*/ 1636713 w 1636713"/>
              <a:gd name="connsiteY3-8" fmla="*/ 1005418 h 1640417"/>
              <a:gd name="connsiteX4-9" fmla="*/ 1636713 w 1636713"/>
              <a:gd name="connsiteY4-10" fmla="*/ 1517904 h 1640417"/>
              <a:gd name="connsiteX5-11" fmla="*/ 1636713 w 1636713"/>
              <a:gd name="connsiteY5-12" fmla="*/ 1638831 h 1640417"/>
              <a:gd name="connsiteX6-13" fmla="*/ 1630363 w 1636713"/>
              <a:gd name="connsiteY6-14" fmla="*/ 1638831 h 1640417"/>
              <a:gd name="connsiteX7-15" fmla="*/ 1630363 w 1636713"/>
              <a:gd name="connsiteY7-16" fmla="*/ 1640417 h 1640417"/>
              <a:gd name="connsiteX8-17" fmla="*/ 385763 w 1636713"/>
              <a:gd name="connsiteY8-18" fmla="*/ 1640417 h 1640417"/>
              <a:gd name="connsiteX9-19" fmla="*/ 385763 w 1636713"/>
              <a:gd name="connsiteY9-20" fmla="*/ 1638831 h 1640417"/>
              <a:gd name="connsiteX10-21" fmla="*/ 0 w 1636713"/>
              <a:gd name="connsiteY10-22" fmla="*/ 1638831 h 1640417"/>
              <a:gd name="connsiteX11-23" fmla="*/ 0 w 1636713"/>
              <a:gd name="connsiteY11-24" fmla="*/ 1517904 h 1640417"/>
              <a:gd name="connsiteX12-25" fmla="*/ 0 w 1636713"/>
              <a:gd name="connsiteY12-26" fmla="*/ 1005418 h 1640417"/>
              <a:gd name="connsiteX13-27" fmla="*/ 0 w 1636713"/>
              <a:gd name="connsiteY13-28" fmla="*/ 120398 h 1640417"/>
              <a:gd name="connsiteX14-29" fmla="*/ 120397 w 1636713"/>
              <a:gd name="connsiteY14-30" fmla="*/ 1 h 1640417"/>
              <a:gd name="connsiteX15-31" fmla="*/ 385763 w 1636713"/>
              <a:gd name="connsiteY15-32" fmla="*/ 1 h 1640417"/>
              <a:gd name="connsiteX16-33" fmla="*/ 385763 w 1636713"/>
              <a:gd name="connsiteY16-34" fmla="*/ 0 h 1640417"/>
              <a:gd name="connsiteX0-35" fmla="*/ 385763 w 1636713"/>
              <a:gd name="connsiteY0-36" fmla="*/ 0 h 1640417"/>
              <a:gd name="connsiteX1-37" fmla="*/ 1630363 w 1636713"/>
              <a:gd name="connsiteY1-38" fmla="*/ 0 h 1640417"/>
              <a:gd name="connsiteX2-39" fmla="*/ 1636713 w 1636713"/>
              <a:gd name="connsiteY2-40" fmla="*/ 1005418 h 1640417"/>
              <a:gd name="connsiteX3-41" fmla="*/ 1636713 w 1636713"/>
              <a:gd name="connsiteY3-42" fmla="*/ 1517904 h 1640417"/>
              <a:gd name="connsiteX4-43" fmla="*/ 1636713 w 1636713"/>
              <a:gd name="connsiteY4-44" fmla="*/ 1638831 h 1640417"/>
              <a:gd name="connsiteX5-45" fmla="*/ 1630363 w 1636713"/>
              <a:gd name="connsiteY5-46" fmla="*/ 1638831 h 1640417"/>
              <a:gd name="connsiteX6-47" fmla="*/ 1630363 w 1636713"/>
              <a:gd name="connsiteY6-48" fmla="*/ 1640417 h 1640417"/>
              <a:gd name="connsiteX7-49" fmla="*/ 385763 w 1636713"/>
              <a:gd name="connsiteY7-50" fmla="*/ 1640417 h 1640417"/>
              <a:gd name="connsiteX8-51" fmla="*/ 385763 w 1636713"/>
              <a:gd name="connsiteY8-52" fmla="*/ 1638831 h 1640417"/>
              <a:gd name="connsiteX9-53" fmla="*/ 0 w 1636713"/>
              <a:gd name="connsiteY9-54" fmla="*/ 1638831 h 1640417"/>
              <a:gd name="connsiteX10-55" fmla="*/ 0 w 1636713"/>
              <a:gd name="connsiteY10-56" fmla="*/ 1517904 h 1640417"/>
              <a:gd name="connsiteX11-57" fmla="*/ 0 w 1636713"/>
              <a:gd name="connsiteY11-58" fmla="*/ 1005418 h 1640417"/>
              <a:gd name="connsiteX12-59" fmla="*/ 0 w 1636713"/>
              <a:gd name="connsiteY12-60" fmla="*/ 120398 h 1640417"/>
              <a:gd name="connsiteX13-61" fmla="*/ 120397 w 1636713"/>
              <a:gd name="connsiteY13-62" fmla="*/ 1 h 1640417"/>
              <a:gd name="connsiteX14-63" fmla="*/ 385763 w 1636713"/>
              <a:gd name="connsiteY14-64" fmla="*/ 1 h 1640417"/>
              <a:gd name="connsiteX15-65" fmla="*/ 385763 w 1636713"/>
              <a:gd name="connsiteY15-66" fmla="*/ 0 h 1640417"/>
              <a:gd name="connsiteX0-67" fmla="*/ 385763 w 1653171"/>
              <a:gd name="connsiteY0-68" fmla="*/ 0 h 1640417"/>
              <a:gd name="connsiteX1-69" fmla="*/ 1653018 w 1653171"/>
              <a:gd name="connsiteY1-70" fmla="*/ 0 h 1640417"/>
              <a:gd name="connsiteX2-71" fmla="*/ 1636713 w 1653171"/>
              <a:gd name="connsiteY2-72" fmla="*/ 1005418 h 1640417"/>
              <a:gd name="connsiteX3-73" fmla="*/ 1636713 w 1653171"/>
              <a:gd name="connsiteY3-74" fmla="*/ 1517904 h 1640417"/>
              <a:gd name="connsiteX4-75" fmla="*/ 1636713 w 1653171"/>
              <a:gd name="connsiteY4-76" fmla="*/ 1638831 h 1640417"/>
              <a:gd name="connsiteX5-77" fmla="*/ 1630363 w 1653171"/>
              <a:gd name="connsiteY5-78" fmla="*/ 1638831 h 1640417"/>
              <a:gd name="connsiteX6-79" fmla="*/ 1630363 w 1653171"/>
              <a:gd name="connsiteY6-80" fmla="*/ 1640417 h 1640417"/>
              <a:gd name="connsiteX7-81" fmla="*/ 385763 w 1653171"/>
              <a:gd name="connsiteY7-82" fmla="*/ 1640417 h 1640417"/>
              <a:gd name="connsiteX8-83" fmla="*/ 385763 w 1653171"/>
              <a:gd name="connsiteY8-84" fmla="*/ 1638831 h 1640417"/>
              <a:gd name="connsiteX9-85" fmla="*/ 0 w 1653171"/>
              <a:gd name="connsiteY9-86" fmla="*/ 1638831 h 1640417"/>
              <a:gd name="connsiteX10-87" fmla="*/ 0 w 1653171"/>
              <a:gd name="connsiteY10-88" fmla="*/ 1517904 h 1640417"/>
              <a:gd name="connsiteX11-89" fmla="*/ 0 w 1653171"/>
              <a:gd name="connsiteY11-90" fmla="*/ 1005418 h 1640417"/>
              <a:gd name="connsiteX12-91" fmla="*/ 0 w 1653171"/>
              <a:gd name="connsiteY12-92" fmla="*/ 120398 h 1640417"/>
              <a:gd name="connsiteX13-93" fmla="*/ 120397 w 1653171"/>
              <a:gd name="connsiteY13-94" fmla="*/ 1 h 1640417"/>
              <a:gd name="connsiteX14-95" fmla="*/ 385763 w 1653171"/>
              <a:gd name="connsiteY14-96" fmla="*/ 1 h 1640417"/>
              <a:gd name="connsiteX15-97" fmla="*/ 385763 w 1653171"/>
              <a:gd name="connsiteY15-98" fmla="*/ 0 h 1640417"/>
              <a:gd name="connsiteX0-99" fmla="*/ 385763 w 1638414"/>
              <a:gd name="connsiteY0-100" fmla="*/ 0 h 1640417"/>
              <a:gd name="connsiteX1-101" fmla="*/ 1637915 w 1638414"/>
              <a:gd name="connsiteY1-102" fmla="*/ 0 h 1640417"/>
              <a:gd name="connsiteX2-103" fmla="*/ 1636713 w 1638414"/>
              <a:gd name="connsiteY2-104" fmla="*/ 1005418 h 1640417"/>
              <a:gd name="connsiteX3-105" fmla="*/ 1636713 w 1638414"/>
              <a:gd name="connsiteY3-106" fmla="*/ 1517904 h 1640417"/>
              <a:gd name="connsiteX4-107" fmla="*/ 1636713 w 1638414"/>
              <a:gd name="connsiteY4-108" fmla="*/ 1638831 h 1640417"/>
              <a:gd name="connsiteX5-109" fmla="*/ 1630363 w 1638414"/>
              <a:gd name="connsiteY5-110" fmla="*/ 1638831 h 1640417"/>
              <a:gd name="connsiteX6-111" fmla="*/ 1630363 w 1638414"/>
              <a:gd name="connsiteY6-112" fmla="*/ 1640417 h 1640417"/>
              <a:gd name="connsiteX7-113" fmla="*/ 385763 w 1638414"/>
              <a:gd name="connsiteY7-114" fmla="*/ 1640417 h 1640417"/>
              <a:gd name="connsiteX8-115" fmla="*/ 385763 w 1638414"/>
              <a:gd name="connsiteY8-116" fmla="*/ 1638831 h 1640417"/>
              <a:gd name="connsiteX9-117" fmla="*/ 0 w 1638414"/>
              <a:gd name="connsiteY9-118" fmla="*/ 1638831 h 1640417"/>
              <a:gd name="connsiteX10-119" fmla="*/ 0 w 1638414"/>
              <a:gd name="connsiteY10-120" fmla="*/ 1517904 h 1640417"/>
              <a:gd name="connsiteX11-121" fmla="*/ 0 w 1638414"/>
              <a:gd name="connsiteY11-122" fmla="*/ 1005418 h 1640417"/>
              <a:gd name="connsiteX12-123" fmla="*/ 0 w 1638414"/>
              <a:gd name="connsiteY12-124" fmla="*/ 120398 h 1640417"/>
              <a:gd name="connsiteX13-125" fmla="*/ 120397 w 1638414"/>
              <a:gd name="connsiteY13-126" fmla="*/ 1 h 1640417"/>
              <a:gd name="connsiteX14-127" fmla="*/ 385763 w 1638414"/>
              <a:gd name="connsiteY14-128" fmla="*/ 1 h 1640417"/>
              <a:gd name="connsiteX15-129" fmla="*/ 385763 w 1638414"/>
              <a:gd name="connsiteY15-130" fmla="*/ 0 h 1640417"/>
              <a:gd name="connsiteX0-131" fmla="*/ 385763 w 1636713"/>
              <a:gd name="connsiteY0-132" fmla="*/ 0 h 1640417"/>
              <a:gd name="connsiteX1-133" fmla="*/ 1635309 w 1636713"/>
              <a:gd name="connsiteY1-134" fmla="*/ 0 h 1640417"/>
              <a:gd name="connsiteX2-135" fmla="*/ 1636713 w 1636713"/>
              <a:gd name="connsiteY2-136" fmla="*/ 1005418 h 1640417"/>
              <a:gd name="connsiteX3-137" fmla="*/ 1636713 w 1636713"/>
              <a:gd name="connsiteY3-138" fmla="*/ 1517904 h 1640417"/>
              <a:gd name="connsiteX4-139" fmla="*/ 1636713 w 1636713"/>
              <a:gd name="connsiteY4-140" fmla="*/ 1638831 h 1640417"/>
              <a:gd name="connsiteX5-141" fmla="*/ 1630363 w 1636713"/>
              <a:gd name="connsiteY5-142" fmla="*/ 1638831 h 1640417"/>
              <a:gd name="connsiteX6-143" fmla="*/ 1630363 w 1636713"/>
              <a:gd name="connsiteY6-144" fmla="*/ 1640417 h 1640417"/>
              <a:gd name="connsiteX7-145" fmla="*/ 385763 w 1636713"/>
              <a:gd name="connsiteY7-146" fmla="*/ 1640417 h 1640417"/>
              <a:gd name="connsiteX8-147" fmla="*/ 385763 w 1636713"/>
              <a:gd name="connsiteY8-148" fmla="*/ 1638831 h 1640417"/>
              <a:gd name="connsiteX9-149" fmla="*/ 0 w 1636713"/>
              <a:gd name="connsiteY9-150" fmla="*/ 1638831 h 1640417"/>
              <a:gd name="connsiteX10-151" fmla="*/ 0 w 1636713"/>
              <a:gd name="connsiteY10-152" fmla="*/ 1517904 h 1640417"/>
              <a:gd name="connsiteX11-153" fmla="*/ 0 w 1636713"/>
              <a:gd name="connsiteY11-154" fmla="*/ 1005418 h 1640417"/>
              <a:gd name="connsiteX12-155" fmla="*/ 0 w 1636713"/>
              <a:gd name="connsiteY12-156" fmla="*/ 120398 h 1640417"/>
              <a:gd name="connsiteX13-157" fmla="*/ 120397 w 1636713"/>
              <a:gd name="connsiteY13-158" fmla="*/ 1 h 1640417"/>
              <a:gd name="connsiteX14-159" fmla="*/ 385763 w 1636713"/>
              <a:gd name="connsiteY14-160" fmla="*/ 1 h 1640417"/>
              <a:gd name="connsiteX15-161" fmla="*/ 385763 w 1636713"/>
              <a:gd name="connsiteY15-162" fmla="*/ 0 h 164041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1636713" h="1640417">
                <a:moveTo>
                  <a:pt x="385763" y="0"/>
                </a:moveTo>
                <a:lnTo>
                  <a:pt x="1635309" y="0"/>
                </a:lnTo>
                <a:cubicBezTo>
                  <a:pt x="1637426" y="335139"/>
                  <a:pt x="1634596" y="670279"/>
                  <a:pt x="1636713" y="1005418"/>
                </a:cubicBezTo>
                <a:lnTo>
                  <a:pt x="1636713" y="1517904"/>
                </a:lnTo>
                <a:lnTo>
                  <a:pt x="1636713" y="1638831"/>
                </a:lnTo>
                <a:lnTo>
                  <a:pt x="1630363" y="1638831"/>
                </a:lnTo>
                <a:lnTo>
                  <a:pt x="1630363" y="1640417"/>
                </a:lnTo>
                <a:lnTo>
                  <a:pt x="385763" y="1640417"/>
                </a:lnTo>
                <a:lnTo>
                  <a:pt x="385763" y="1638831"/>
                </a:lnTo>
                <a:lnTo>
                  <a:pt x="0" y="1638831"/>
                </a:lnTo>
                <a:lnTo>
                  <a:pt x="0" y="1517904"/>
                </a:lnTo>
                <a:lnTo>
                  <a:pt x="0" y="1005418"/>
                </a:lnTo>
                <a:lnTo>
                  <a:pt x="0" y="120398"/>
                </a:lnTo>
                <a:cubicBezTo>
                  <a:pt x="0" y="53905"/>
                  <a:pt x="53904" y="1"/>
                  <a:pt x="120397" y="1"/>
                </a:cubicBezTo>
                <a:lnTo>
                  <a:pt x="385763" y="1"/>
                </a:lnTo>
                <a:lnTo>
                  <a:pt x="385763" y="0"/>
                </a:lnTo>
                <a:close/>
              </a:path>
            </a:pathLst>
          </a:custGeom>
        </p:spPr>
        <p:txBody>
          <a:bodyPr wrap="square">
            <a:noAutofit/>
          </a:bodyPr>
          <a:lstStyle>
            <a:lvl1pPr marL="0" marR="0" indent="0" algn="l" defTabSz="914400" rtl="0" eaLnBrk="1" fontAlgn="auto" latinLnBrk="0" hangingPunct="1">
              <a:lnSpc>
                <a:spcPct val="100000"/>
              </a:lnSpc>
              <a:spcBef>
                <a:spcPts val="0"/>
              </a:spcBef>
              <a:spcAft>
                <a:spcPts val="0"/>
              </a:spcAft>
              <a:buClrTx/>
              <a:buSzTx/>
              <a:buFontTx/>
              <a:buNone/>
              <a:defRPr sz="1400">
                <a:solidFill>
                  <a:srgbClr val="323232"/>
                </a:solidFill>
                <a:latin typeface="Microsoft YaHei" panose="020B0503020204020204" pitchFamily="34" charset="-122"/>
                <a:ea typeface="Microsoft YaHei" panose="020B0503020204020204" pitchFamily="34" charset="-122"/>
              </a:defRPr>
            </a:lvl1pPr>
          </a:lstStyle>
          <a:p>
            <a:pPr lvl="0"/>
            <a:endParaRPr lang="zh-CN" altLang="en-US" noProof="0" dirty="0"/>
          </a:p>
        </p:txBody>
      </p:sp>
      <p:sp>
        <p:nvSpPr>
          <p:cNvPr id="24" name="图片占位符 33"/>
          <p:cNvSpPr>
            <a:spLocks noGrp="1"/>
          </p:cNvSpPr>
          <p:nvPr>
            <p:ph type="pic" sz="quarter" idx="21"/>
          </p:nvPr>
        </p:nvSpPr>
        <p:spPr>
          <a:xfrm>
            <a:off x="8920870" y="1763999"/>
            <a:ext cx="1937400" cy="1951799"/>
          </a:xfrm>
          <a:custGeom>
            <a:avLst/>
            <a:gdLst>
              <a:gd name="connsiteX0" fmla="*/ 111918 w 1636713"/>
              <a:gd name="connsiteY0" fmla="*/ 0 h 1639888"/>
              <a:gd name="connsiteX1" fmla="*/ 1524795 w 1636713"/>
              <a:gd name="connsiteY1" fmla="*/ 0 h 1639888"/>
              <a:gd name="connsiteX2" fmla="*/ 1636713 w 1636713"/>
              <a:gd name="connsiteY2" fmla="*/ 111918 h 1639888"/>
              <a:gd name="connsiteX3" fmla="*/ 1636713 w 1636713"/>
              <a:gd name="connsiteY3" fmla="*/ 688047 h 1639888"/>
              <a:gd name="connsiteX4" fmla="*/ 1636713 w 1636713"/>
              <a:gd name="connsiteY4" fmla="*/ 1527970 h 1639888"/>
              <a:gd name="connsiteX5" fmla="*/ 1636713 w 1636713"/>
              <a:gd name="connsiteY5" fmla="*/ 1639888 h 1639888"/>
              <a:gd name="connsiteX6" fmla="*/ 1524795 w 1636713"/>
              <a:gd name="connsiteY6" fmla="*/ 1639888 h 1639888"/>
              <a:gd name="connsiteX7" fmla="*/ 111918 w 1636713"/>
              <a:gd name="connsiteY7" fmla="*/ 1639888 h 1639888"/>
              <a:gd name="connsiteX8" fmla="*/ 0 w 1636713"/>
              <a:gd name="connsiteY8" fmla="*/ 1639888 h 1639888"/>
              <a:gd name="connsiteX9" fmla="*/ 0 w 1636713"/>
              <a:gd name="connsiteY9" fmla="*/ 1527970 h 1639888"/>
              <a:gd name="connsiteX10" fmla="*/ 0 w 1636713"/>
              <a:gd name="connsiteY10" fmla="*/ 1295865 h 1639888"/>
              <a:gd name="connsiteX11" fmla="*/ 0 w 1636713"/>
              <a:gd name="connsiteY11" fmla="*/ 688047 h 1639888"/>
              <a:gd name="connsiteX12" fmla="*/ 0 w 1636713"/>
              <a:gd name="connsiteY12" fmla="*/ 111918 h 1639888"/>
              <a:gd name="connsiteX13" fmla="*/ 0 w 1636713"/>
              <a:gd name="connsiteY13" fmla="*/ 1 h 1639888"/>
              <a:gd name="connsiteX14" fmla="*/ 111913 w 1636713"/>
              <a:gd name="connsiteY14" fmla="*/ 1 h 1639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6713" h="1639888">
                <a:moveTo>
                  <a:pt x="111918" y="0"/>
                </a:moveTo>
                <a:lnTo>
                  <a:pt x="1524795" y="0"/>
                </a:lnTo>
                <a:cubicBezTo>
                  <a:pt x="1586606" y="0"/>
                  <a:pt x="1636713" y="50107"/>
                  <a:pt x="1636713" y="111918"/>
                </a:cubicBezTo>
                <a:lnTo>
                  <a:pt x="1636713" y="688047"/>
                </a:lnTo>
                <a:lnTo>
                  <a:pt x="1636713" y="1527970"/>
                </a:lnTo>
                <a:lnTo>
                  <a:pt x="1636713" y="1639888"/>
                </a:lnTo>
                <a:lnTo>
                  <a:pt x="1524795" y="1639888"/>
                </a:lnTo>
                <a:lnTo>
                  <a:pt x="111918" y="1639888"/>
                </a:lnTo>
                <a:lnTo>
                  <a:pt x="0" y="1639888"/>
                </a:lnTo>
                <a:lnTo>
                  <a:pt x="0" y="1527970"/>
                </a:lnTo>
                <a:lnTo>
                  <a:pt x="0" y="1295865"/>
                </a:lnTo>
                <a:lnTo>
                  <a:pt x="0" y="688047"/>
                </a:lnTo>
                <a:lnTo>
                  <a:pt x="0" y="111918"/>
                </a:lnTo>
                <a:lnTo>
                  <a:pt x="0" y="1"/>
                </a:lnTo>
                <a:lnTo>
                  <a:pt x="111913" y="1"/>
                </a:lnTo>
                <a:close/>
              </a:path>
            </a:pathLst>
          </a:custGeom>
        </p:spPr>
        <p:txBody>
          <a:bodyPr wrap="square">
            <a:noAutofit/>
          </a:bodyPr>
          <a:lstStyle>
            <a:lvl1pPr marL="0" marR="0" indent="0" algn="l" defTabSz="914400" rtl="0" eaLnBrk="1" fontAlgn="auto" latinLnBrk="0" hangingPunct="1">
              <a:lnSpc>
                <a:spcPct val="100000"/>
              </a:lnSpc>
              <a:spcBef>
                <a:spcPts val="0"/>
              </a:spcBef>
              <a:spcAft>
                <a:spcPts val="0"/>
              </a:spcAft>
              <a:buClrTx/>
              <a:buSzTx/>
              <a:buFontTx/>
              <a:buNone/>
              <a:defRPr sz="1400">
                <a:solidFill>
                  <a:srgbClr val="323232"/>
                </a:solidFill>
                <a:latin typeface="Microsoft YaHei" panose="020B0503020204020204" pitchFamily="34" charset="-122"/>
                <a:ea typeface="Microsoft YaHei" panose="020B0503020204020204" pitchFamily="34" charset="-122"/>
              </a:defRPr>
            </a:lvl1pPr>
          </a:lstStyle>
          <a:p>
            <a:pPr lvl="0"/>
            <a:endParaRPr lang="zh-CN" altLang="en-US" noProof="0" dirty="0"/>
          </a:p>
        </p:txBody>
      </p:sp>
      <p:sp>
        <p:nvSpPr>
          <p:cNvPr id="25" name="图片占位符 38"/>
          <p:cNvSpPr>
            <a:spLocks noGrp="1"/>
          </p:cNvSpPr>
          <p:nvPr>
            <p:ph type="pic" sz="quarter" idx="24"/>
          </p:nvPr>
        </p:nvSpPr>
        <p:spPr>
          <a:xfrm>
            <a:off x="6945807" y="3758225"/>
            <a:ext cx="1937400" cy="1941159"/>
          </a:xfrm>
          <a:custGeom>
            <a:avLst/>
            <a:gdLst>
              <a:gd name="connsiteX0" fmla="*/ 1 w 1636713"/>
              <a:gd name="connsiteY0" fmla="*/ 0 h 1639888"/>
              <a:gd name="connsiteX1" fmla="*/ 111918 w 1636713"/>
              <a:gd name="connsiteY1" fmla="*/ 0 h 1639888"/>
              <a:gd name="connsiteX2" fmla="*/ 535891 w 1636713"/>
              <a:gd name="connsiteY2" fmla="*/ 0 h 1639888"/>
              <a:gd name="connsiteX3" fmla="*/ 1524795 w 1636713"/>
              <a:gd name="connsiteY3" fmla="*/ 0 h 1639888"/>
              <a:gd name="connsiteX4" fmla="*/ 1636713 w 1636713"/>
              <a:gd name="connsiteY4" fmla="*/ 0 h 1639888"/>
              <a:gd name="connsiteX5" fmla="*/ 1636713 w 1636713"/>
              <a:gd name="connsiteY5" fmla="*/ 111918 h 1639888"/>
              <a:gd name="connsiteX6" fmla="*/ 1636713 w 1636713"/>
              <a:gd name="connsiteY6" fmla="*/ 1051455 h 1639888"/>
              <a:gd name="connsiteX7" fmla="*/ 1636713 w 1636713"/>
              <a:gd name="connsiteY7" fmla="*/ 1527970 h 1639888"/>
              <a:gd name="connsiteX8" fmla="*/ 1636713 w 1636713"/>
              <a:gd name="connsiteY8" fmla="*/ 1639888 h 1639888"/>
              <a:gd name="connsiteX9" fmla="*/ 1524795 w 1636713"/>
              <a:gd name="connsiteY9" fmla="*/ 1639888 h 1639888"/>
              <a:gd name="connsiteX10" fmla="*/ 535891 w 1636713"/>
              <a:gd name="connsiteY10" fmla="*/ 1639888 h 1639888"/>
              <a:gd name="connsiteX11" fmla="*/ 111918 w 1636713"/>
              <a:gd name="connsiteY11" fmla="*/ 1639888 h 1639888"/>
              <a:gd name="connsiteX12" fmla="*/ 0 w 1636713"/>
              <a:gd name="connsiteY12" fmla="*/ 1527970 h 1639888"/>
              <a:gd name="connsiteX13" fmla="*/ 0 w 1636713"/>
              <a:gd name="connsiteY13" fmla="*/ 111918 h 1639888"/>
              <a:gd name="connsiteX14" fmla="*/ 1 w 1636713"/>
              <a:gd name="connsiteY14" fmla="*/ 111913 h 1639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6713" h="1639888">
                <a:moveTo>
                  <a:pt x="1" y="0"/>
                </a:moveTo>
                <a:lnTo>
                  <a:pt x="111918" y="0"/>
                </a:lnTo>
                <a:lnTo>
                  <a:pt x="535891" y="0"/>
                </a:lnTo>
                <a:lnTo>
                  <a:pt x="1524795" y="0"/>
                </a:lnTo>
                <a:lnTo>
                  <a:pt x="1636713" y="0"/>
                </a:lnTo>
                <a:lnTo>
                  <a:pt x="1636713" y="111918"/>
                </a:lnTo>
                <a:lnTo>
                  <a:pt x="1636713" y="1051455"/>
                </a:lnTo>
                <a:lnTo>
                  <a:pt x="1636713" y="1527970"/>
                </a:lnTo>
                <a:lnTo>
                  <a:pt x="1636713" y="1639888"/>
                </a:lnTo>
                <a:lnTo>
                  <a:pt x="1524795" y="1639888"/>
                </a:lnTo>
                <a:lnTo>
                  <a:pt x="535891" y="1639888"/>
                </a:lnTo>
                <a:lnTo>
                  <a:pt x="111918" y="1639888"/>
                </a:lnTo>
                <a:cubicBezTo>
                  <a:pt x="50107" y="1639888"/>
                  <a:pt x="0" y="1589781"/>
                  <a:pt x="0" y="1527970"/>
                </a:cubicBezTo>
                <a:lnTo>
                  <a:pt x="0" y="111918"/>
                </a:lnTo>
                <a:lnTo>
                  <a:pt x="1" y="111913"/>
                </a:lnTo>
                <a:close/>
              </a:path>
            </a:pathLst>
          </a:custGeom>
        </p:spPr>
        <p:txBody>
          <a:bodyPr wrap="square">
            <a:noAutofit/>
          </a:bodyPr>
          <a:lstStyle>
            <a:lvl1pPr marL="0" marR="0" indent="0" algn="l" defTabSz="914400" rtl="0" eaLnBrk="1" fontAlgn="auto" latinLnBrk="0" hangingPunct="1">
              <a:lnSpc>
                <a:spcPct val="100000"/>
              </a:lnSpc>
              <a:spcBef>
                <a:spcPts val="0"/>
              </a:spcBef>
              <a:spcAft>
                <a:spcPts val="0"/>
              </a:spcAft>
              <a:buClrTx/>
              <a:buSzTx/>
              <a:buFontTx/>
              <a:buNone/>
              <a:defRPr sz="1400">
                <a:solidFill>
                  <a:srgbClr val="323232"/>
                </a:solidFill>
                <a:latin typeface="Microsoft YaHei" panose="020B0503020204020204" pitchFamily="34" charset="-122"/>
                <a:ea typeface="Microsoft YaHei" panose="020B0503020204020204" pitchFamily="34" charset="-122"/>
              </a:defRPr>
            </a:lvl1pPr>
          </a:lstStyle>
          <a:p>
            <a:pPr lvl="0"/>
            <a:endParaRPr lang="zh-CN" altLang="en-US" noProof="0" dirty="0"/>
          </a:p>
        </p:txBody>
      </p:sp>
      <p:sp>
        <p:nvSpPr>
          <p:cNvPr id="26" name="图片占位符 48"/>
          <p:cNvSpPr>
            <a:spLocks noGrp="1"/>
          </p:cNvSpPr>
          <p:nvPr>
            <p:ph type="pic" sz="quarter" idx="27"/>
          </p:nvPr>
        </p:nvSpPr>
        <p:spPr>
          <a:xfrm>
            <a:off x="8920867" y="3758225"/>
            <a:ext cx="1937403" cy="1941159"/>
          </a:xfrm>
          <a:custGeom>
            <a:avLst/>
            <a:gdLst>
              <a:gd name="connsiteX0" fmla="*/ 0 w 1636714"/>
              <a:gd name="connsiteY0" fmla="*/ 0 h 1639888"/>
              <a:gd name="connsiteX1" fmla="*/ 111918 w 1636714"/>
              <a:gd name="connsiteY1" fmla="*/ 0 h 1639888"/>
              <a:gd name="connsiteX2" fmla="*/ 1524795 w 1636714"/>
              <a:gd name="connsiteY2" fmla="*/ 0 h 1639888"/>
              <a:gd name="connsiteX3" fmla="*/ 1636714 w 1636714"/>
              <a:gd name="connsiteY3" fmla="*/ 0 h 1639888"/>
              <a:gd name="connsiteX4" fmla="*/ 1636714 w 1636714"/>
              <a:gd name="connsiteY4" fmla="*/ 784485 h 1639888"/>
              <a:gd name="connsiteX5" fmla="*/ 1636713 w 1636714"/>
              <a:gd name="connsiteY5" fmla="*/ 784485 h 1639888"/>
              <a:gd name="connsiteX6" fmla="*/ 1636713 w 1636714"/>
              <a:gd name="connsiteY6" fmla="*/ 1527970 h 1639888"/>
              <a:gd name="connsiteX7" fmla="*/ 1524795 w 1636714"/>
              <a:gd name="connsiteY7" fmla="*/ 1639888 h 1639888"/>
              <a:gd name="connsiteX8" fmla="*/ 1122891 w 1636714"/>
              <a:gd name="connsiteY8" fmla="*/ 1639888 h 1639888"/>
              <a:gd name="connsiteX9" fmla="*/ 111918 w 1636714"/>
              <a:gd name="connsiteY9" fmla="*/ 1639888 h 1639888"/>
              <a:gd name="connsiteX10" fmla="*/ 0 w 1636714"/>
              <a:gd name="connsiteY10" fmla="*/ 1639888 h 1639888"/>
              <a:gd name="connsiteX11" fmla="*/ 0 w 1636714"/>
              <a:gd name="connsiteY11" fmla="*/ 1527970 h 1639888"/>
              <a:gd name="connsiteX12" fmla="*/ 0 w 1636714"/>
              <a:gd name="connsiteY12" fmla="*/ 831845 h 1639888"/>
              <a:gd name="connsiteX13" fmla="*/ 0 w 1636714"/>
              <a:gd name="connsiteY13" fmla="*/ 784485 h 1639888"/>
              <a:gd name="connsiteX14" fmla="*/ 0 w 1636714"/>
              <a:gd name="connsiteY14" fmla="*/ 111918 h 1639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6714" h="1639888">
                <a:moveTo>
                  <a:pt x="0" y="0"/>
                </a:moveTo>
                <a:lnTo>
                  <a:pt x="111918" y="0"/>
                </a:lnTo>
                <a:lnTo>
                  <a:pt x="1524795" y="0"/>
                </a:lnTo>
                <a:lnTo>
                  <a:pt x="1636714" y="0"/>
                </a:lnTo>
                <a:lnTo>
                  <a:pt x="1636714" y="784485"/>
                </a:lnTo>
                <a:lnTo>
                  <a:pt x="1636713" y="784485"/>
                </a:lnTo>
                <a:lnTo>
                  <a:pt x="1636713" y="1527970"/>
                </a:lnTo>
                <a:cubicBezTo>
                  <a:pt x="1636713" y="1589781"/>
                  <a:pt x="1586606" y="1639888"/>
                  <a:pt x="1524795" y="1639888"/>
                </a:cubicBezTo>
                <a:lnTo>
                  <a:pt x="1122891" y="1639888"/>
                </a:lnTo>
                <a:lnTo>
                  <a:pt x="111918" y="1639888"/>
                </a:lnTo>
                <a:lnTo>
                  <a:pt x="0" y="1639888"/>
                </a:lnTo>
                <a:lnTo>
                  <a:pt x="0" y="1527970"/>
                </a:lnTo>
                <a:lnTo>
                  <a:pt x="0" y="831845"/>
                </a:lnTo>
                <a:lnTo>
                  <a:pt x="0" y="784485"/>
                </a:lnTo>
                <a:lnTo>
                  <a:pt x="0" y="111918"/>
                </a:lnTo>
                <a:close/>
              </a:path>
            </a:pathLst>
          </a:custGeom>
        </p:spPr>
        <p:txBody>
          <a:bodyPr wrap="square">
            <a:noAutofit/>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pPr lvl="0"/>
            <a:endParaRPr lang="zh-CN" altLang="en-US" noProof="0" dirty="0"/>
          </a:p>
        </p:txBody>
      </p:sp>
      <p:sp>
        <p:nvSpPr>
          <p:cNvPr id="27" name="文本占位符 11"/>
          <p:cNvSpPr>
            <a:spLocks noGrp="1"/>
          </p:cNvSpPr>
          <p:nvPr>
            <p:ph type="body" sz="quarter" idx="22" hasCustomPrompt="1"/>
          </p:nvPr>
        </p:nvSpPr>
        <p:spPr>
          <a:xfrm>
            <a:off x="648000" y="1764000"/>
            <a:ext cx="5854400"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左字右表">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6"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7" name="图表占位符 13"/>
          <p:cNvSpPr>
            <a:spLocks noGrp="1"/>
          </p:cNvSpPr>
          <p:nvPr>
            <p:ph type="chart" sz="quarter" idx="15"/>
          </p:nvPr>
        </p:nvSpPr>
        <p:spPr>
          <a:xfrm>
            <a:off x="6945807" y="1764000"/>
            <a:ext cx="3912464" cy="3935384"/>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18" name="文本占位符 11"/>
          <p:cNvSpPr>
            <a:spLocks noGrp="1"/>
          </p:cNvSpPr>
          <p:nvPr>
            <p:ph type="body" sz="quarter" idx="22" hasCustomPrompt="1"/>
          </p:nvPr>
        </p:nvSpPr>
        <p:spPr>
          <a:xfrm>
            <a:off x="648000" y="1764000"/>
            <a:ext cx="5854400"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左表右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6"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7" name="文本占位符 11"/>
          <p:cNvSpPr>
            <a:spLocks noGrp="1"/>
          </p:cNvSpPr>
          <p:nvPr>
            <p:ph type="body" sz="quarter" idx="22" hasCustomPrompt="1"/>
          </p:nvPr>
        </p:nvSpPr>
        <p:spPr>
          <a:xfrm>
            <a:off x="5023527" y="1764000"/>
            <a:ext cx="5834744"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8" name="图表占位符 13"/>
          <p:cNvSpPr>
            <a:spLocks noGrp="1"/>
          </p:cNvSpPr>
          <p:nvPr>
            <p:ph type="chart" sz="quarter" idx="15"/>
          </p:nvPr>
        </p:nvSpPr>
        <p:spPr>
          <a:xfrm>
            <a:off x="648000" y="1764000"/>
            <a:ext cx="3969915" cy="3935384"/>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上表下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9"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4"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5" name="图表占位符 13"/>
          <p:cNvSpPr>
            <a:spLocks noGrp="1"/>
          </p:cNvSpPr>
          <p:nvPr>
            <p:ph type="chart" sz="quarter" idx="15"/>
          </p:nvPr>
        </p:nvSpPr>
        <p:spPr>
          <a:xfrm>
            <a:off x="648000" y="1764000"/>
            <a:ext cx="10210270" cy="3935384"/>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双表下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7"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9" name="图表占位符 13"/>
          <p:cNvSpPr>
            <a:spLocks noGrp="1"/>
          </p:cNvSpPr>
          <p:nvPr>
            <p:ph type="chart" sz="quarter" idx="15"/>
          </p:nvPr>
        </p:nvSpPr>
        <p:spPr>
          <a:xfrm>
            <a:off x="648000" y="1764000"/>
            <a:ext cx="5003272" cy="2774928"/>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0" name="图表占位符 13"/>
          <p:cNvSpPr>
            <a:spLocks noGrp="1"/>
          </p:cNvSpPr>
          <p:nvPr>
            <p:ph type="chart" sz="quarter" idx="23"/>
          </p:nvPr>
        </p:nvSpPr>
        <p:spPr>
          <a:xfrm>
            <a:off x="5930900" y="1764000"/>
            <a:ext cx="4927370" cy="2774928"/>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1" name="文本占位符 11"/>
          <p:cNvSpPr>
            <a:spLocks noGrp="1"/>
          </p:cNvSpPr>
          <p:nvPr>
            <p:ph type="body" sz="quarter" idx="26" hasCustomPrompt="1"/>
          </p:nvPr>
        </p:nvSpPr>
        <p:spPr>
          <a:xfrm>
            <a:off x="648000" y="4838526"/>
            <a:ext cx="10210270" cy="860858"/>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三表下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9"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20" name="图表占位符 13"/>
          <p:cNvSpPr>
            <a:spLocks noGrp="1"/>
          </p:cNvSpPr>
          <p:nvPr>
            <p:ph type="chart" sz="quarter" idx="15"/>
          </p:nvPr>
        </p:nvSpPr>
        <p:spPr>
          <a:xfrm>
            <a:off x="648001" y="1764000"/>
            <a:ext cx="6654500" cy="2774928"/>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1" name="图表占位符 13"/>
          <p:cNvSpPr>
            <a:spLocks noGrp="1"/>
          </p:cNvSpPr>
          <p:nvPr>
            <p:ph type="chart" sz="quarter" idx="23"/>
          </p:nvPr>
        </p:nvSpPr>
        <p:spPr>
          <a:xfrm>
            <a:off x="7607072" y="1764000"/>
            <a:ext cx="3251199" cy="1236375"/>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2" name="图表占位符 13"/>
          <p:cNvSpPr>
            <a:spLocks noGrp="1"/>
          </p:cNvSpPr>
          <p:nvPr>
            <p:ph type="chart" sz="quarter" idx="25"/>
          </p:nvPr>
        </p:nvSpPr>
        <p:spPr>
          <a:xfrm>
            <a:off x="7607072" y="3299973"/>
            <a:ext cx="3251199" cy="1238955"/>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3" name="文本占位符 11"/>
          <p:cNvSpPr>
            <a:spLocks noGrp="1"/>
          </p:cNvSpPr>
          <p:nvPr>
            <p:ph type="body" sz="quarter" idx="26" hasCustomPrompt="1"/>
          </p:nvPr>
        </p:nvSpPr>
        <p:spPr>
          <a:xfrm>
            <a:off x="648000" y="4838526"/>
            <a:ext cx="10210270" cy="860858"/>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三表下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9"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grpSp>
        <p:nvGrpSpPr>
          <p:cNvPr id="45" name="组合 44"/>
          <p:cNvGrpSpPr/>
          <p:nvPr userDrawn="1"/>
        </p:nvGrpSpPr>
        <p:grpSpPr>
          <a:xfrm>
            <a:off x="9109729" y="2112864"/>
            <a:ext cx="1762683" cy="1762683"/>
            <a:chOff x="5074007" y="2605210"/>
            <a:chExt cx="1376915" cy="1376915"/>
          </a:xfrm>
        </p:grpSpPr>
        <p:sp>
          <p:nvSpPr>
            <p:cNvPr id="46" name="矩形 45"/>
            <p:cNvSpPr/>
            <p:nvPr/>
          </p:nvSpPr>
          <p:spPr>
            <a:xfrm>
              <a:off x="5074007" y="2605210"/>
              <a:ext cx="1376915" cy="1376915"/>
            </a:xfrm>
            <a:prstGeom prst="rect">
              <a:avLst/>
            </a:prstGeom>
            <a:solidFill>
              <a:srgbClr val="6294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sp>
          <p:nvSpPr>
            <p:cNvPr id="47" name="Freeform 19"/>
            <p:cNvSpPr/>
            <p:nvPr/>
          </p:nvSpPr>
          <p:spPr bwMode="auto">
            <a:xfrm>
              <a:off x="6145159" y="3078509"/>
              <a:ext cx="150832" cy="145379"/>
            </a:xfrm>
            <a:custGeom>
              <a:avLst/>
              <a:gdLst>
                <a:gd name="T0" fmla="*/ 83 w 83"/>
                <a:gd name="T1" fmla="*/ 26 h 80"/>
                <a:gd name="T2" fmla="*/ 57 w 83"/>
                <a:gd name="T3" fmla="*/ 26 h 80"/>
                <a:gd name="T4" fmla="*/ 57 w 83"/>
                <a:gd name="T5" fmla="*/ 0 h 80"/>
                <a:gd name="T6" fmla="*/ 29 w 83"/>
                <a:gd name="T7" fmla="*/ 0 h 80"/>
                <a:gd name="T8" fmla="*/ 29 w 83"/>
                <a:gd name="T9" fmla="*/ 26 h 80"/>
                <a:gd name="T10" fmla="*/ 0 w 83"/>
                <a:gd name="T11" fmla="*/ 26 h 80"/>
                <a:gd name="T12" fmla="*/ 0 w 83"/>
                <a:gd name="T13" fmla="*/ 54 h 80"/>
                <a:gd name="T14" fmla="*/ 29 w 83"/>
                <a:gd name="T15" fmla="*/ 54 h 80"/>
                <a:gd name="T16" fmla="*/ 29 w 83"/>
                <a:gd name="T17" fmla="*/ 80 h 80"/>
                <a:gd name="T18" fmla="*/ 57 w 83"/>
                <a:gd name="T19" fmla="*/ 80 h 80"/>
                <a:gd name="T20" fmla="*/ 57 w 83"/>
                <a:gd name="T21" fmla="*/ 54 h 80"/>
                <a:gd name="T22" fmla="*/ 83 w 83"/>
                <a:gd name="T23" fmla="*/ 54 h 80"/>
                <a:gd name="T24" fmla="*/ 83 w 83"/>
                <a:gd name="T25" fmla="*/ 2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80">
                  <a:moveTo>
                    <a:pt x="83" y="26"/>
                  </a:moveTo>
                  <a:lnTo>
                    <a:pt x="57" y="26"/>
                  </a:lnTo>
                  <a:lnTo>
                    <a:pt x="57" y="0"/>
                  </a:lnTo>
                  <a:lnTo>
                    <a:pt x="29" y="0"/>
                  </a:lnTo>
                  <a:lnTo>
                    <a:pt x="29" y="26"/>
                  </a:lnTo>
                  <a:lnTo>
                    <a:pt x="0" y="26"/>
                  </a:lnTo>
                  <a:lnTo>
                    <a:pt x="0" y="54"/>
                  </a:lnTo>
                  <a:lnTo>
                    <a:pt x="29" y="54"/>
                  </a:lnTo>
                  <a:lnTo>
                    <a:pt x="29" y="80"/>
                  </a:lnTo>
                  <a:lnTo>
                    <a:pt x="57" y="80"/>
                  </a:lnTo>
                  <a:lnTo>
                    <a:pt x="57" y="54"/>
                  </a:lnTo>
                  <a:lnTo>
                    <a:pt x="83" y="54"/>
                  </a:lnTo>
                  <a:lnTo>
                    <a:pt x="83" y="26"/>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48" name="Freeform 20"/>
            <p:cNvSpPr/>
            <p:nvPr/>
          </p:nvSpPr>
          <p:spPr bwMode="auto">
            <a:xfrm>
              <a:off x="6099726" y="3274770"/>
              <a:ext cx="143562" cy="243510"/>
            </a:xfrm>
            <a:custGeom>
              <a:avLst/>
              <a:gdLst>
                <a:gd name="T0" fmla="*/ 17 w 25"/>
                <a:gd name="T1" fmla="*/ 25 h 42"/>
                <a:gd name="T2" fmla="*/ 8 w 25"/>
                <a:gd name="T3" fmla="*/ 34 h 42"/>
                <a:gd name="T4" fmla="*/ 5 w 25"/>
                <a:gd name="T5" fmla="*/ 34 h 42"/>
                <a:gd name="T6" fmla="*/ 0 w 25"/>
                <a:gd name="T7" fmla="*/ 38 h 42"/>
                <a:gd name="T8" fmla="*/ 5 w 25"/>
                <a:gd name="T9" fmla="*/ 42 h 42"/>
                <a:gd name="T10" fmla="*/ 8 w 25"/>
                <a:gd name="T11" fmla="*/ 42 h 42"/>
                <a:gd name="T12" fmla="*/ 25 w 25"/>
                <a:gd name="T13" fmla="*/ 25 h 42"/>
                <a:gd name="T14" fmla="*/ 25 w 25"/>
                <a:gd name="T15" fmla="*/ 0 h 42"/>
                <a:gd name="T16" fmla="*/ 17 w 25"/>
                <a:gd name="T17" fmla="*/ 0 h 42"/>
                <a:gd name="T18" fmla="*/ 17 w 25"/>
                <a:gd name="T19"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42">
                  <a:moveTo>
                    <a:pt x="17" y="25"/>
                  </a:moveTo>
                  <a:cubicBezTo>
                    <a:pt x="17" y="30"/>
                    <a:pt x="13" y="34"/>
                    <a:pt x="8" y="34"/>
                  </a:cubicBezTo>
                  <a:cubicBezTo>
                    <a:pt x="5" y="34"/>
                    <a:pt x="5" y="34"/>
                    <a:pt x="5" y="34"/>
                  </a:cubicBezTo>
                  <a:cubicBezTo>
                    <a:pt x="2" y="34"/>
                    <a:pt x="0" y="36"/>
                    <a:pt x="0" y="38"/>
                  </a:cubicBezTo>
                  <a:cubicBezTo>
                    <a:pt x="0" y="41"/>
                    <a:pt x="2" y="42"/>
                    <a:pt x="5" y="42"/>
                  </a:cubicBezTo>
                  <a:cubicBezTo>
                    <a:pt x="8" y="42"/>
                    <a:pt x="8" y="42"/>
                    <a:pt x="8" y="42"/>
                  </a:cubicBezTo>
                  <a:cubicBezTo>
                    <a:pt x="18" y="42"/>
                    <a:pt x="25" y="35"/>
                    <a:pt x="25" y="25"/>
                  </a:cubicBezTo>
                  <a:cubicBezTo>
                    <a:pt x="25" y="0"/>
                    <a:pt x="25" y="0"/>
                    <a:pt x="25" y="0"/>
                  </a:cubicBezTo>
                  <a:cubicBezTo>
                    <a:pt x="17" y="0"/>
                    <a:pt x="17" y="0"/>
                    <a:pt x="17" y="0"/>
                  </a:cubicBezTo>
                  <a:lnTo>
                    <a:pt x="17" y="25"/>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49" name="Freeform 21"/>
            <p:cNvSpPr/>
            <p:nvPr/>
          </p:nvSpPr>
          <p:spPr bwMode="auto">
            <a:xfrm>
              <a:off x="5076621" y="2847719"/>
              <a:ext cx="1166668" cy="179908"/>
            </a:xfrm>
            <a:custGeom>
              <a:avLst/>
              <a:gdLst>
                <a:gd name="T0" fmla="*/ 186 w 203"/>
                <a:gd name="T1" fmla="*/ 0 h 31"/>
                <a:gd name="T2" fmla="*/ 0 w 203"/>
                <a:gd name="T3" fmla="*/ 0 h 31"/>
                <a:gd name="T4" fmla="*/ 0 w 203"/>
                <a:gd name="T5" fmla="*/ 9 h 31"/>
                <a:gd name="T6" fmla="*/ 186 w 203"/>
                <a:gd name="T7" fmla="*/ 9 h 31"/>
                <a:gd name="T8" fmla="*/ 195 w 203"/>
                <a:gd name="T9" fmla="*/ 17 h 31"/>
                <a:gd name="T10" fmla="*/ 195 w 203"/>
                <a:gd name="T11" fmla="*/ 31 h 31"/>
                <a:gd name="T12" fmla="*/ 203 w 203"/>
                <a:gd name="T13" fmla="*/ 31 h 31"/>
                <a:gd name="T14" fmla="*/ 203 w 203"/>
                <a:gd name="T15" fmla="*/ 17 h 31"/>
                <a:gd name="T16" fmla="*/ 186 w 20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 h="31">
                  <a:moveTo>
                    <a:pt x="186" y="0"/>
                  </a:moveTo>
                  <a:cubicBezTo>
                    <a:pt x="0" y="0"/>
                    <a:pt x="0" y="0"/>
                    <a:pt x="0" y="0"/>
                  </a:cubicBezTo>
                  <a:cubicBezTo>
                    <a:pt x="0" y="9"/>
                    <a:pt x="0" y="9"/>
                    <a:pt x="0" y="9"/>
                  </a:cubicBezTo>
                  <a:cubicBezTo>
                    <a:pt x="186" y="9"/>
                    <a:pt x="186" y="9"/>
                    <a:pt x="186" y="9"/>
                  </a:cubicBezTo>
                  <a:cubicBezTo>
                    <a:pt x="191" y="9"/>
                    <a:pt x="195" y="13"/>
                    <a:pt x="195" y="17"/>
                  </a:cubicBezTo>
                  <a:cubicBezTo>
                    <a:pt x="195" y="31"/>
                    <a:pt x="195" y="31"/>
                    <a:pt x="195" y="31"/>
                  </a:cubicBezTo>
                  <a:cubicBezTo>
                    <a:pt x="203" y="31"/>
                    <a:pt x="203" y="31"/>
                    <a:pt x="203" y="31"/>
                  </a:cubicBezTo>
                  <a:cubicBezTo>
                    <a:pt x="203" y="17"/>
                    <a:pt x="203" y="17"/>
                    <a:pt x="203" y="17"/>
                  </a:cubicBezTo>
                  <a:cubicBezTo>
                    <a:pt x="203" y="8"/>
                    <a:pt x="196" y="0"/>
                    <a:pt x="186"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0" name="Freeform 22"/>
            <p:cNvSpPr>
              <a:spLocks noEditPoints="1"/>
            </p:cNvSpPr>
            <p:nvPr/>
          </p:nvSpPr>
          <p:spPr bwMode="auto">
            <a:xfrm>
              <a:off x="5278335" y="3580066"/>
              <a:ext cx="648756" cy="278039"/>
            </a:xfrm>
            <a:custGeom>
              <a:avLst/>
              <a:gdLst>
                <a:gd name="T0" fmla="*/ 113 w 113"/>
                <a:gd name="T1" fmla="*/ 31 h 48"/>
                <a:gd name="T2" fmla="*/ 95 w 113"/>
                <a:gd name="T3" fmla="*/ 12 h 48"/>
                <a:gd name="T4" fmla="*/ 70 w 113"/>
                <a:gd name="T5" fmla="*/ 2 h 48"/>
                <a:gd name="T6" fmla="*/ 55 w 113"/>
                <a:gd name="T7" fmla="*/ 0 h 48"/>
                <a:gd name="T8" fmla="*/ 42 w 113"/>
                <a:gd name="T9" fmla="*/ 2 h 48"/>
                <a:gd name="T10" fmla="*/ 18 w 113"/>
                <a:gd name="T11" fmla="*/ 12 h 48"/>
                <a:gd name="T12" fmla="*/ 0 w 113"/>
                <a:gd name="T13" fmla="*/ 31 h 48"/>
                <a:gd name="T14" fmla="*/ 1 w 113"/>
                <a:gd name="T15" fmla="*/ 34 h 48"/>
                <a:gd name="T16" fmla="*/ 58 w 113"/>
                <a:gd name="T17" fmla="*/ 48 h 48"/>
                <a:gd name="T18" fmla="*/ 110 w 113"/>
                <a:gd name="T19" fmla="*/ 38 h 48"/>
                <a:gd name="T20" fmla="*/ 113 w 113"/>
                <a:gd name="T21" fmla="*/ 32 h 48"/>
                <a:gd name="T22" fmla="*/ 113 w 113"/>
                <a:gd name="T23" fmla="*/ 31 h 48"/>
                <a:gd name="T24" fmla="*/ 58 w 113"/>
                <a:gd name="T25" fmla="*/ 40 h 48"/>
                <a:gd name="T26" fmla="*/ 9 w 113"/>
                <a:gd name="T27" fmla="*/ 31 h 48"/>
                <a:gd name="T28" fmla="*/ 22 w 113"/>
                <a:gd name="T29" fmla="*/ 19 h 48"/>
                <a:gd name="T30" fmla="*/ 44 w 113"/>
                <a:gd name="T31" fmla="*/ 10 h 48"/>
                <a:gd name="T32" fmla="*/ 45 w 113"/>
                <a:gd name="T33" fmla="*/ 10 h 48"/>
                <a:gd name="T34" fmla="*/ 55 w 113"/>
                <a:gd name="T35" fmla="*/ 9 h 48"/>
                <a:gd name="T36" fmla="*/ 69 w 113"/>
                <a:gd name="T37" fmla="*/ 10 h 48"/>
                <a:gd name="T38" fmla="*/ 90 w 113"/>
                <a:gd name="T39" fmla="*/ 19 h 48"/>
                <a:gd name="T40" fmla="*/ 104 w 113"/>
                <a:gd name="T41" fmla="*/ 32 h 48"/>
                <a:gd name="T42" fmla="*/ 58 w 113"/>
                <a:gd name="T43" fmla="*/ 4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3" h="48">
                  <a:moveTo>
                    <a:pt x="113" y="31"/>
                  </a:moveTo>
                  <a:cubicBezTo>
                    <a:pt x="111" y="24"/>
                    <a:pt x="105" y="18"/>
                    <a:pt x="95" y="12"/>
                  </a:cubicBezTo>
                  <a:cubicBezTo>
                    <a:pt x="86" y="6"/>
                    <a:pt x="75" y="3"/>
                    <a:pt x="70" y="2"/>
                  </a:cubicBezTo>
                  <a:cubicBezTo>
                    <a:pt x="65" y="1"/>
                    <a:pt x="60" y="0"/>
                    <a:pt x="55" y="0"/>
                  </a:cubicBezTo>
                  <a:cubicBezTo>
                    <a:pt x="48" y="0"/>
                    <a:pt x="43" y="1"/>
                    <a:pt x="42" y="2"/>
                  </a:cubicBezTo>
                  <a:cubicBezTo>
                    <a:pt x="37" y="3"/>
                    <a:pt x="27" y="7"/>
                    <a:pt x="18" y="12"/>
                  </a:cubicBezTo>
                  <a:cubicBezTo>
                    <a:pt x="8" y="18"/>
                    <a:pt x="2" y="24"/>
                    <a:pt x="0" y="31"/>
                  </a:cubicBezTo>
                  <a:cubicBezTo>
                    <a:pt x="0" y="32"/>
                    <a:pt x="0" y="33"/>
                    <a:pt x="1" y="34"/>
                  </a:cubicBezTo>
                  <a:cubicBezTo>
                    <a:pt x="2" y="36"/>
                    <a:pt x="10" y="48"/>
                    <a:pt x="58" y="48"/>
                  </a:cubicBezTo>
                  <a:cubicBezTo>
                    <a:pt x="86" y="48"/>
                    <a:pt x="104" y="45"/>
                    <a:pt x="110" y="38"/>
                  </a:cubicBezTo>
                  <a:cubicBezTo>
                    <a:pt x="113" y="35"/>
                    <a:pt x="113" y="32"/>
                    <a:pt x="113" y="32"/>
                  </a:cubicBezTo>
                  <a:cubicBezTo>
                    <a:pt x="113" y="31"/>
                    <a:pt x="113" y="31"/>
                    <a:pt x="113" y="31"/>
                  </a:cubicBezTo>
                  <a:close/>
                  <a:moveTo>
                    <a:pt x="58" y="40"/>
                  </a:moveTo>
                  <a:cubicBezTo>
                    <a:pt x="24" y="40"/>
                    <a:pt x="13" y="34"/>
                    <a:pt x="9" y="31"/>
                  </a:cubicBezTo>
                  <a:cubicBezTo>
                    <a:pt x="11" y="28"/>
                    <a:pt x="14" y="24"/>
                    <a:pt x="22" y="19"/>
                  </a:cubicBezTo>
                  <a:cubicBezTo>
                    <a:pt x="31" y="14"/>
                    <a:pt x="41" y="10"/>
                    <a:pt x="44" y="10"/>
                  </a:cubicBezTo>
                  <a:cubicBezTo>
                    <a:pt x="44" y="10"/>
                    <a:pt x="44" y="10"/>
                    <a:pt x="45" y="10"/>
                  </a:cubicBezTo>
                  <a:cubicBezTo>
                    <a:pt x="45" y="10"/>
                    <a:pt x="48" y="9"/>
                    <a:pt x="55" y="9"/>
                  </a:cubicBezTo>
                  <a:cubicBezTo>
                    <a:pt x="59" y="9"/>
                    <a:pt x="64" y="9"/>
                    <a:pt x="69" y="10"/>
                  </a:cubicBezTo>
                  <a:cubicBezTo>
                    <a:pt x="72" y="11"/>
                    <a:pt x="82" y="14"/>
                    <a:pt x="90" y="19"/>
                  </a:cubicBezTo>
                  <a:cubicBezTo>
                    <a:pt x="99" y="25"/>
                    <a:pt x="103" y="29"/>
                    <a:pt x="104" y="32"/>
                  </a:cubicBezTo>
                  <a:cubicBezTo>
                    <a:pt x="102" y="34"/>
                    <a:pt x="94" y="40"/>
                    <a:pt x="58" y="4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1" name="Freeform 23"/>
            <p:cNvSpPr>
              <a:spLocks noEditPoints="1"/>
            </p:cNvSpPr>
            <p:nvPr/>
          </p:nvSpPr>
          <p:spPr bwMode="auto">
            <a:xfrm>
              <a:off x="5450971" y="3263867"/>
              <a:ext cx="298027" cy="305295"/>
            </a:xfrm>
            <a:custGeom>
              <a:avLst/>
              <a:gdLst>
                <a:gd name="T0" fmla="*/ 0 w 52"/>
                <a:gd name="T1" fmla="*/ 26 h 53"/>
                <a:gd name="T2" fmla="*/ 26 w 52"/>
                <a:gd name="T3" fmla="*/ 53 h 53"/>
                <a:gd name="T4" fmla="*/ 52 w 52"/>
                <a:gd name="T5" fmla="*/ 26 h 53"/>
                <a:gd name="T6" fmla="*/ 26 w 52"/>
                <a:gd name="T7" fmla="*/ 0 h 53"/>
                <a:gd name="T8" fmla="*/ 0 w 52"/>
                <a:gd name="T9" fmla="*/ 26 h 53"/>
                <a:gd name="T10" fmla="*/ 26 w 52"/>
                <a:gd name="T11" fmla="*/ 9 h 53"/>
                <a:gd name="T12" fmla="*/ 44 w 52"/>
                <a:gd name="T13" fmla="*/ 26 h 53"/>
                <a:gd name="T14" fmla="*/ 26 w 52"/>
                <a:gd name="T15" fmla="*/ 44 h 53"/>
                <a:gd name="T16" fmla="*/ 9 w 52"/>
                <a:gd name="T17" fmla="*/ 26 h 53"/>
                <a:gd name="T18" fmla="*/ 26 w 52"/>
                <a:gd name="T19"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53">
                  <a:moveTo>
                    <a:pt x="0" y="26"/>
                  </a:moveTo>
                  <a:cubicBezTo>
                    <a:pt x="0" y="41"/>
                    <a:pt x="12" y="53"/>
                    <a:pt x="26" y="53"/>
                  </a:cubicBezTo>
                  <a:cubicBezTo>
                    <a:pt x="41" y="53"/>
                    <a:pt x="52" y="41"/>
                    <a:pt x="52" y="26"/>
                  </a:cubicBezTo>
                  <a:cubicBezTo>
                    <a:pt x="52" y="12"/>
                    <a:pt x="41" y="0"/>
                    <a:pt x="26" y="0"/>
                  </a:cubicBezTo>
                  <a:cubicBezTo>
                    <a:pt x="12" y="0"/>
                    <a:pt x="0" y="12"/>
                    <a:pt x="0" y="26"/>
                  </a:cubicBezTo>
                  <a:close/>
                  <a:moveTo>
                    <a:pt x="26" y="9"/>
                  </a:moveTo>
                  <a:cubicBezTo>
                    <a:pt x="36" y="9"/>
                    <a:pt x="44" y="17"/>
                    <a:pt x="44" y="26"/>
                  </a:cubicBezTo>
                  <a:cubicBezTo>
                    <a:pt x="44" y="36"/>
                    <a:pt x="36" y="44"/>
                    <a:pt x="26" y="44"/>
                  </a:cubicBezTo>
                  <a:cubicBezTo>
                    <a:pt x="17" y="44"/>
                    <a:pt x="9" y="36"/>
                    <a:pt x="9" y="26"/>
                  </a:cubicBezTo>
                  <a:cubicBezTo>
                    <a:pt x="9" y="17"/>
                    <a:pt x="17" y="9"/>
                    <a:pt x="26" y="9"/>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2" name="Freeform 24"/>
            <p:cNvSpPr>
              <a:spLocks noEditPoints="1"/>
            </p:cNvSpPr>
            <p:nvPr/>
          </p:nvSpPr>
          <p:spPr bwMode="auto">
            <a:xfrm>
              <a:off x="5076621" y="3229341"/>
              <a:ext cx="408879" cy="461578"/>
            </a:xfrm>
            <a:custGeom>
              <a:avLst/>
              <a:gdLst>
                <a:gd name="T0" fmla="*/ 69 w 71"/>
                <a:gd name="T1" fmla="*/ 53 h 80"/>
                <a:gd name="T2" fmla="*/ 46 w 71"/>
                <a:gd name="T3" fmla="*/ 43 h 80"/>
                <a:gd name="T4" fmla="*/ 38 w 71"/>
                <a:gd name="T5" fmla="*/ 42 h 80"/>
                <a:gd name="T6" fmla="*/ 56 w 71"/>
                <a:gd name="T7" fmla="*/ 21 h 80"/>
                <a:gd name="T8" fmla="*/ 36 w 71"/>
                <a:gd name="T9" fmla="*/ 0 h 80"/>
                <a:gd name="T10" fmla="*/ 15 w 71"/>
                <a:gd name="T11" fmla="*/ 21 h 80"/>
                <a:gd name="T12" fmla="*/ 33 w 71"/>
                <a:gd name="T13" fmla="*/ 42 h 80"/>
                <a:gd name="T14" fmla="*/ 25 w 71"/>
                <a:gd name="T15" fmla="*/ 43 h 80"/>
                <a:gd name="T16" fmla="*/ 6 w 71"/>
                <a:gd name="T17" fmla="*/ 51 h 80"/>
                <a:gd name="T18" fmla="*/ 0 w 71"/>
                <a:gd name="T19" fmla="*/ 55 h 80"/>
                <a:gd name="T20" fmla="*/ 0 w 71"/>
                <a:gd name="T21" fmla="*/ 74 h 80"/>
                <a:gd name="T22" fmla="*/ 38 w 71"/>
                <a:gd name="T23" fmla="*/ 80 h 80"/>
                <a:gd name="T24" fmla="*/ 42 w 71"/>
                <a:gd name="T25" fmla="*/ 76 h 80"/>
                <a:gd name="T26" fmla="*/ 38 w 71"/>
                <a:gd name="T27" fmla="*/ 71 h 80"/>
                <a:gd name="T28" fmla="*/ 2 w 71"/>
                <a:gd name="T29" fmla="*/ 66 h 80"/>
                <a:gd name="T30" fmla="*/ 11 w 71"/>
                <a:gd name="T31" fmla="*/ 58 h 80"/>
                <a:gd name="T32" fmla="*/ 26 w 71"/>
                <a:gd name="T33" fmla="*/ 51 h 80"/>
                <a:gd name="T34" fmla="*/ 27 w 71"/>
                <a:gd name="T35" fmla="*/ 51 h 80"/>
                <a:gd name="T36" fmla="*/ 45 w 71"/>
                <a:gd name="T37" fmla="*/ 51 h 80"/>
                <a:gd name="T38" fmla="*/ 64 w 71"/>
                <a:gd name="T39" fmla="*/ 60 h 80"/>
                <a:gd name="T40" fmla="*/ 70 w 71"/>
                <a:gd name="T41" fmla="*/ 59 h 80"/>
                <a:gd name="T42" fmla="*/ 69 w 71"/>
                <a:gd name="T43" fmla="*/ 53 h 80"/>
                <a:gd name="T44" fmla="*/ 23 w 71"/>
                <a:gd name="T45" fmla="*/ 21 h 80"/>
                <a:gd name="T46" fmla="*/ 36 w 71"/>
                <a:gd name="T47" fmla="*/ 9 h 80"/>
                <a:gd name="T48" fmla="*/ 48 w 71"/>
                <a:gd name="T49" fmla="*/ 21 h 80"/>
                <a:gd name="T50" fmla="*/ 36 w 71"/>
                <a:gd name="T51" fmla="*/ 33 h 80"/>
                <a:gd name="T52" fmla="*/ 23 w 71"/>
                <a:gd name="T53" fmla="*/ 2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 h="80">
                  <a:moveTo>
                    <a:pt x="69" y="53"/>
                  </a:moveTo>
                  <a:cubicBezTo>
                    <a:pt x="61" y="48"/>
                    <a:pt x="50" y="43"/>
                    <a:pt x="46" y="43"/>
                  </a:cubicBezTo>
                  <a:cubicBezTo>
                    <a:pt x="43" y="42"/>
                    <a:pt x="40" y="42"/>
                    <a:pt x="38" y="42"/>
                  </a:cubicBezTo>
                  <a:cubicBezTo>
                    <a:pt x="48" y="41"/>
                    <a:pt x="56" y="32"/>
                    <a:pt x="56" y="21"/>
                  </a:cubicBezTo>
                  <a:cubicBezTo>
                    <a:pt x="56" y="10"/>
                    <a:pt x="47" y="0"/>
                    <a:pt x="36" y="0"/>
                  </a:cubicBezTo>
                  <a:cubicBezTo>
                    <a:pt x="24" y="0"/>
                    <a:pt x="15" y="10"/>
                    <a:pt x="15" y="21"/>
                  </a:cubicBezTo>
                  <a:cubicBezTo>
                    <a:pt x="15" y="32"/>
                    <a:pt x="23" y="40"/>
                    <a:pt x="33" y="42"/>
                  </a:cubicBezTo>
                  <a:cubicBezTo>
                    <a:pt x="29" y="42"/>
                    <a:pt x="26" y="42"/>
                    <a:pt x="25" y="43"/>
                  </a:cubicBezTo>
                  <a:cubicBezTo>
                    <a:pt x="21" y="43"/>
                    <a:pt x="13" y="47"/>
                    <a:pt x="6" y="51"/>
                  </a:cubicBezTo>
                  <a:cubicBezTo>
                    <a:pt x="4" y="52"/>
                    <a:pt x="1" y="54"/>
                    <a:pt x="0" y="55"/>
                  </a:cubicBezTo>
                  <a:cubicBezTo>
                    <a:pt x="0" y="74"/>
                    <a:pt x="0" y="74"/>
                    <a:pt x="0" y="74"/>
                  </a:cubicBezTo>
                  <a:cubicBezTo>
                    <a:pt x="6" y="77"/>
                    <a:pt x="17" y="80"/>
                    <a:pt x="38" y="80"/>
                  </a:cubicBezTo>
                  <a:cubicBezTo>
                    <a:pt x="40" y="80"/>
                    <a:pt x="42" y="78"/>
                    <a:pt x="42" y="76"/>
                  </a:cubicBezTo>
                  <a:cubicBezTo>
                    <a:pt x="42" y="73"/>
                    <a:pt x="40" y="71"/>
                    <a:pt x="38" y="71"/>
                  </a:cubicBezTo>
                  <a:cubicBezTo>
                    <a:pt x="14" y="71"/>
                    <a:pt x="5" y="68"/>
                    <a:pt x="2" y="66"/>
                  </a:cubicBezTo>
                  <a:cubicBezTo>
                    <a:pt x="3" y="64"/>
                    <a:pt x="5" y="61"/>
                    <a:pt x="11" y="58"/>
                  </a:cubicBezTo>
                  <a:cubicBezTo>
                    <a:pt x="17" y="54"/>
                    <a:pt x="24" y="51"/>
                    <a:pt x="26" y="51"/>
                  </a:cubicBezTo>
                  <a:cubicBezTo>
                    <a:pt x="27" y="51"/>
                    <a:pt x="27" y="51"/>
                    <a:pt x="27" y="51"/>
                  </a:cubicBezTo>
                  <a:cubicBezTo>
                    <a:pt x="27" y="51"/>
                    <a:pt x="33" y="49"/>
                    <a:pt x="45" y="51"/>
                  </a:cubicBezTo>
                  <a:cubicBezTo>
                    <a:pt x="47" y="51"/>
                    <a:pt x="57" y="55"/>
                    <a:pt x="64" y="60"/>
                  </a:cubicBezTo>
                  <a:cubicBezTo>
                    <a:pt x="66" y="61"/>
                    <a:pt x="69" y="61"/>
                    <a:pt x="70" y="59"/>
                  </a:cubicBezTo>
                  <a:cubicBezTo>
                    <a:pt x="71" y="57"/>
                    <a:pt x="71" y="54"/>
                    <a:pt x="69" y="53"/>
                  </a:cubicBezTo>
                  <a:close/>
                  <a:moveTo>
                    <a:pt x="23" y="21"/>
                  </a:moveTo>
                  <a:cubicBezTo>
                    <a:pt x="23" y="14"/>
                    <a:pt x="29" y="9"/>
                    <a:pt x="36" y="9"/>
                  </a:cubicBezTo>
                  <a:cubicBezTo>
                    <a:pt x="42" y="9"/>
                    <a:pt x="48" y="14"/>
                    <a:pt x="48" y="21"/>
                  </a:cubicBezTo>
                  <a:cubicBezTo>
                    <a:pt x="48" y="28"/>
                    <a:pt x="42" y="33"/>
                    <a:pt x="36" y="33"/>
                  </a:cubicBezTo>
                  <a:cubicBezTo>
                    <a:pt x="29" y="33"/>
                    <a:pt x="23" y="28"/>
                    <a:pt x="23" y="21"/>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3" name="Freeform 25"/>
            <p:cNvSpPr>
              <a:spLocks noEditPoints="1"/>
            </p:cNvSpPr>
            <p:nvPr/>
          </p:nvSpPr>
          <p:spPr bwMode="auto">
            <a:xfrm>
              <a:off x="5738096" y="3229341"/>
              <a:ext cx="425234" cy="461578"/>
            </a:xfrm>
            <a:custGeom>
              <a:avLst/>
              <a:gdLst>
                <a:gd name="T0" fmla="*/ 60 w 74"/>
                <a:gd name="T1" fmla="*/ 51 h 80"/>
                <a:gd name="T2" fmla="*/ 42 w 74"/>
                <a:gd name="T3" fmla="*/ 43 h 80"/>
                <a:gd name="T4" fmla="*/ 33 w 74"/>
                <a:gd name="T5" fmla="*/ 42 h 80"/>
                <a:gd name="T6" fmla="*/ 51 w 74"/>
                <a:gd name="T7" fmla="*/ 21 h 80"/>
                <a:gd name="T8" fmla="*/ 31 w 74"/>
                <a:gd name="T9" fmla="*/ 0 h 80"/>
                <a:gd name="T10" fmla="*/ 10 w 74"/>
                <a:gd name="T11" fmla="*/ 21 h 80"/>
                <a:gd name="T12" fmla="*/ 28 w 74"/>
                <a:gd name="T13" fmla="*/ 42 h 80"/>
                <a:gd name="T14" fmla="*/ 20 w 74"/>
                <a:gd name="T15" fmla="*/ 43 h 80"/>
                <a:gd name="T16" fmla="*/ 2 w 74"/>
                <a:gd name="T17" fmla="*/ 50 h 80"/>
                <a:gd name="T18" fmla="*/ 1 w 74"/>
                <a:gd name="T19" fmla="*/ 56 h 80"/>
                <a:gd name="T20" fmla="*/ 7 w 74"/>
                <a:gd name="T21" fmla="*/ 57 h 80"/>
                <a:gd name="T22" fmla="*/ 21 w 74"/>
                <a:gd name="T23" fmla="*/ 51 h 80"/>
                <a:gd name="T24" fmla="*/ 39 w 74"/>
                <a:gd name="T25" fmla="*/ 51 h 80"/>
                <a:gd name="T26" fmla="*/ 40 w 74"/>
                <a:gd name="T27" fmla="*/ 51 h 80"/>
                <a:gd name="T28" fmla="*/ 56 w 74"/>
                <a:gd name="T29" fmla="*/ 58 h 80"/>
                <a:gd name="T30" fmla="*/ 65 w 74"/>
                <a:gd name="T31" fmla="*/ 66 h 80"/>
                <a:gd name="T32" fmla="*/ 35 w 74"/>
                <a:gd name="T33" fmla="*/ 71 h 80"/>
                <a:gd name="T34" fmla="*/ 31 w 74"/>
                <a:gd name="T35" fmla="*/ 76 h 80"/>
                <a:gd name="T36" fmla="*/ 35 w 74"/>
                <a:gd name="T37" fmla="*/ 80 h 80"/>
                <a:gd name="T38" fmla="*/ 35 w 74"/>
                <a:gd name="T39" fmla="*/ 80 h 80"/>
                <a:gd name="T40" fmla="*/ 74 w 74"/>
                <a:gd name="T41" fmla="*/ 68 h 80"/>
                <a:gd name="T42" fmla="*/ 74 w 74"/>
                <a:gd name="T43" fmla="*/ 65 h 80"/>
                <a:gd name="T44" fmla="*/ 60 w 74"/>
                <a:gd name="T45" fmla="*/ 51 h 80"/>
                <a:gd name="T46" fmla="*/ 18 w 74"/>
                <a:gd name="T47" fmla="*/ 21 h 80"/>
                <a:gd name="T48" fmla="*/ 31 w 74"/>
                <a:gd name="T49" fmla="*/ 9 h 80"/>
                <a:gd name="T50" fmla="*/ 43 w 74"/>
                <a:gd name="T51" fmla="*/ 21 h 80"/>
                <a:gd name="T52" fmla="*/ 31 w 74"/>
                <a:gd name="T53" fmla="*/ 33 h 80"/>
                <a:gd name="T54" fmla="*/ 18 w 74"/>
                <a:gd name="T55" fmla="*/ 2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80">
                  <a:moveTo>
                    <a:pt x="60" y="51"/>
                  </a:moveTo>
                  <a:cubicBezTo>
                    <a:pt x="53" y="47"/>
                    <a:pt x="45" y="43"/>
                    <a:pt x="42" y="43"/>
                  </a:cubicBezTo>
                  <a:cubicBezTo>
                    <a:pt x="40" y="42"/>
                    <a:pt x="38" y="42"/>
                    <a:pt x="33" y="42"/>
                  </a:cubicBezTo>
                  <a:cubicBezTo>
                    <a:pt x="43" y="40"/>
                    <a:pt x="51" y="32"/>
                    <a:pt x="51" y="21"/>
                  </a:cubicBezTo>
                  <a:cubicBezTo>
                    <a:pt x="51" y="10"/>
                    <a:pt x="42" y="0"/>
                    <a:pt x="31" y="0"/>
                  </a:cubicBezTo>
                  <a:cubicBezTo>
                    <a:pt x="19" y="0"/>
                    <a:pt x="10" y="10"/>
                    <a:pt x="10" y="21"/>
                  </a:cubicBezTo>
                  <a:cubicBezTo>
                    <a:pt x="10" y="32"/>
                    <a:pt x="18" y="41"/>
                    <a:pt x="28" y="42"/>
                  </a:cubicBezTo>
                  <a:cubicBezTo>
                    <a:pt x="26" y="42"/>
                    <a:pt x="23" y="42"/>
                    <a:pt x="20" y="43"/>
                  </a:cubicBezTo>
                  <a:cubicBezTo>
                    <a:pt x="17" y="43"/>
                    <a:pt x="10" y="46"/>
                    <a:pt x="2" y="50"/>
                  </a:cubicBezTo>
                  <a:cubicBezTo>
                    <a:pt x="0" y="51"/>
                    <a:pt x="0" y="54"/>
                    <a:pt x="1" y="56"/>
                  </a:cubicBezTo>
                  <a:cubicBezTo>
                    <a:pt x="2" y="58"/>
                    <a:pt x="5" y="59"/>
                    <a:pt x="7" y="57"/>
                  </a:cubicBezTo>
                  <a:cubicBezTo>
                    <a:pt x="13" y="54"/>
                    <a:pt x="19" y="51"/>
                    <a:pt x="21" y="51"/>
                  </a:cubicBezTo>
                  <a:cubicBezTo>
                    <a:pt x="33" y="49"/>
                    <a:pt x="39" y="51"/>
                    <a:pt x="39" y="51"/>
                  </a:cubicBezTo>
                  <a:cubicBezTo>
                    <a:pt x="39" y="51"/>
                    <a:pt x="40" y="51"/>
                    <a:pt x="40" y="51"/>
                  </a:cubicBezTo>
                  <a:cubicBezTo>
                    <a:pt x="42" y="51"/>
                    <a:pt x="49" y="54"/>
                    <a:pt x="56" y="58"/>
                  </a:cubicBezTo>
                  <a:cubicBezTo>
                    <a:pt x="61" y="61"/>
                    <a:pt x="64" y="64"/>
                    <a:pt x="65" y="66"/>
                  </a:cubicBezTo>
                  <a:cubicBezTo>
                    <a:pt x="62" y="67"/>
                    <a:pt x="55" y="71"/>
                    <a:pt x="35" y="71"/>
                  </a:cubicBezTo>
                  <a:cubicBezTo>
                    <a:pt x="32" y="71"/>
                    <a:pt x="31" y="73"/>
                    <a:pt x="31" y="76"/>
                  </a:cubicBezTo>
                  <a:cubicBezTo>
                    <a:pt x="31" y="78"/>
                    <a:pt x="32" y="80"/>
                    <a:pt x="35" y="80"/>
                  </a:cubicBezTo>
                  <a:cubicBezTo>
                    <a:pt x="35" y="80"/>
                    <a:pt x="35" y="80"/>
                    <a:pt x="35" y="80"/>
                  </a:cubicBezTo>
                  <a:cubicBezTo>
                    <a:pt x="68" y="79"/>
                    <a:pt x="73" y="70"/>
                    <a:pt x="74" y="68"/>
                  </a:cubicBezTo>
                  <a:cubicBezTo>
                    <a:pt x="74" y="67"/>
                    <a:pt x="74" y="66"/>
                    <a:pt x="74" y="65"/>
                  </a:cubicBezTo>
                  <a:cubicBezTo>
                    <a:pt x="72" y="60"/>
                    <a:pt x="68" y="55"/>
                    <a:pt x="60" y="51"/>
                  </a:cubicBezTo>
                  <a:close/>
                  <a:moveTo>
                    <a:pt x="18" y="21"/>
                  </a:moveTo>
                  <a:cubicBezTo>
                    <a:pt x="18" y="14"/>
                    <a:pt x="24" y="9"/>
                    <a:pt x="31" y="9"/>
                  </a:cubicBezTo>
                  <a:cubicBezTo>
                    <a:pt x="37" y="9"/>
                    <a:pt x="43" y="14"/>
                    <a:pt x="43" y="21"/>
                  </a:cubicBezTo>
                  <a:cubicBezTo>
                    <a:pt x="43" y="28"/>
                    <a:pt x="37" y="33"/>
                    <a:pt x="31" y="33"/>
                  </a:cubicBezTo>
                  <a:cubicBezTo>
                    <a:pt x="24" y="33"/>
                    <a:pt x="18" y="28"/>
                    <a:pt x="18" y="21"/>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grpSp>
      <p:grpSp>
        <p:nvGrpSpPr>
          <p:cNvPr id="54" name="组合 53"/>
          <p:cNvGrpSpPr/>
          <p:nvPr userDrawn="1"/>
        </p:nvGrpSpPr>
        <p:grpSpPr>
          <a:xfrm>
            <a:off x="6325263" y="2118575"/>
            <a:ext cx="1762683" cy="1762683"/>
            <a:chOff x="7254587" y="2605210"/>
            <a:chExt cx="1376915" cy="1376915"/>
          </a:xfrm>
        </p:grpSpPr>
        <p:sp>
          <p:nvSpPr>
            <p:cNvPr id="55" name="矩形 54"/>
            <p:cNvSpPr/>
            <p:nvPr/>
          </p:nvSpPr>
          <p:spPr>
            <a:xfrm>
              <a:off x="7254587" y="2605210"/>
              <a:ext cx="1376915" cy="1376915"/>
            </a:xfrm>
            <a:prstGeom prst="rect">
              <a:avLst/>
            </a:prstGeom>
            <a:solidFill>
              <a:srgbClr val="A1A1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grpSp>
          <p:nvGrpSpPr>
            <p:cNvPr id="56" name="组合 55"/>
            <p:cNvGrpSpPr/>
            <p:nvPr/>
          </p:nvGrpSpPr>
          <p:grpSpPr>
            <a:xfrm>
              <a:off x="7254587" y="2789568"/>
              <a:ext cx="1090344" cy="1010387"/>
              <a:chOff x="7255368" y="2789568"/>
              <a:chExt cx="1090344" cy="1010387"/>
            </a:xfrm>
          </p:grpSpPr>
          <p:sp>
            <p:nvSpPr>
              <p:cNvPr id="57" name="Freeform 11"/>
              <p:cNvSpPr/>
              <p:nvPr/>
            </p:nvSpPr>
            <p:spPr bwMode="auto">
              <a:xfrm>
                <a:off x="7255368" y="3547358"/>
                <a:ext cx="556074" cy="67239"/>
              </a:xfrm>
              <a:custGeom>
                <a:avLst/>
                <a:gdLst>
                  <a:gd name="T0" fmla="*/ 75 w 75"/>
                  <a:gd name="T1" fmla="*/ 9 h 9"/>
                  <a:gd name="T2" fmla="*/ 75 w 75"/>
                  <a:gd name="T3" fmla="*/ 1 h 9"/>
                  <a:gd name="T4" fmla="*/ 7 w 75"/>
                  <a:gd name="T5" fmla="*/ 1 h 9"/>
                  <a:gd name="T6" fmla="*/ 0 w 75"/>
                  <a:gd name="T7" fmla="*/ 0 h 9"/>
                  <a:gd name="T8" fmla="*/ 0 w 75"/>
                  <a:gd name="T9" fmla="*/ 7 h 9"/>
                  <a:gd name="T10" fmla="*/ 7 w 75"/>
                  <a:gd name="T11" fmla="*/ 9 h 9"/>
                  <a:gd name="T12" fmla="*/ 75 w 75"/>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75" h="9">
                    <a:moveTo>
                      <a:pt x="75" y="9"/>
                    </a:moveTo>
                    <a:cubicBezTo>
                      <a:pt x="75" y="1"/>
                      <a:pt x="75" y="1"/>
                      <a:pt x="75" y="1"/>
                    </a:cubicBezTo>
                    <a:cubicBezTo>
                      <a:pt x="7" y="1"/>
                      <a:pt x="7" y="1"/>
                      <a:pt x="7" y="1"/>
                    </a:cubicBezTo>
                    <a:cubicBezTo>
                      <a:pt x="4" y="1"/>
                      <a:pt x="2" y="1"/>
                      <a:pt x="0" y="0"/>
                    </a:cubicBezTo>
                    <a:cubicBezTo>
                      <a:pt x="0" y="7"/>
                      <a:pt x="0" y="7"/>
                      <a:pt x="0" y="7"/>
                    </a:cubicBezTo>
                    <a:cubicBezTo>
                      <a:pt x="2" y="8"/>
                      <a:pt x="4" y="9"/>
                      <a:pt x="7" y="9"/>
                    </a:cubicBezTo>
                    <a:lnTo>
                      <a:pt x="75" y="9"/>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8" name="Freeform 12"/>
              <p:cNvSpPr>
                <a:spLocks noEditPoints="1"/>
              </p:cNvSpPr>
              <p:nvPr/>
            </p:nvSpPr>
            <p:spPr bwMode="auto">
              <a:xfrm>
                <a:off x="7582471" y="3027628"/>
                <a:ext cx="318017" cy="356178"/>
              </a:xfrm>
              <a:custGeom>
                <a:avLst/>
                <a:gdLst>
                  <a:gd name="T0" fmla="*/ 43 w 43"/>
                  <a:gd name="T1" fmla="*/ 23 h 48"/>
                  <a:gd name="T2" fmla="*/ 43 w 43"/>
                  <a:gd name="T3" fmla="*/ 22 h 48"/>
                  <a:gd name="T4" fmla="*/ 43 w 43"/>
                  <a:gd name="T5" fmla="*/ 22 h 48"/>
                  <a:gd name="T6" fmla="*/ 42 w 43"/>
                  <a:gd name="T7" fmla="*/ 22 h 48"/>
                  <a:gd name="T8" fmla="*/ 42 w 43"/>
                  <a:gd name="T9" fmla="*/ 21 h 48"/>
                  <a:gd name="T10" fmla="*/ 42 w 43"/>
                  <a:gd name="T11" fmla="*/ 21 h 48"/>
                  <a:gd name="T12" fmla="*/ 5 w 43"/>
                  <a:gd name="T13" fmla="*/ 0 h 48"/>
                  <a:gd name="T14" fmla="*/ 5 w 43"/>
                  <a:gd name="T15" fmla="*/ 0 h 48"/>
                  <a:gd name="T16" fmla="*/ 4 w 43"/>
                  <a:gd name="T17" fmla="*/ 0 h 48"/>
                  <a:gd name="T18" fmla="*/ 3 w 43"/>
                  <a:gd name="T19" fmla="*/ 0 h 48"/>
                  <a:gd name="T20" fmla="*/ 3 w 43"/>
                  <a:gd name="T21" fmla="*/ 0 h 48"/>
                  <a:gd name="T22" fmla="*/ 3 w 43"/>
                  <a:gd name="T23" fmla="*/ 0 h 48"/>
                  <a:gd name="T24" fmla="*/ 2 w 43"/>
                  <a:gd name="T25" fmla="*/ 0 h 48"/>
                  <a:gd name="T26" fmla="*/ 1 w 43"/>
                  <a:gd name="T27" fmla="*/ 0 h 48"/>
                  <a:gd name="T28" fmla="*/ 1 w 43"/>
                  <a:gd name="T29" fmla="*/ 1 h 48"/>
                  <a:gd name="T30" fmla="*/ 0 w 43"/>
                  <a:gd name="T31" fmla="*/ 1 h 48"/>
                  <a:gd name="T32" fmla="*/ 0 w 43"/>
                  <a:gd name="T33" fmla="*/ 2 h 48"/>
                  <a:gd name="T34" fmla="*/ 0 w 43"/>
                  <a:gd name="T35" fmla="*/ 2 h 48"/>
                  <a:gd name="T36" fmla="*/ 0 w 43"/>
                  <a:gd name="T37" fmla="*/ 2 h 48"/>
                  <a:gd name="T38" fmla="*/ 0 w 43"/>
                  <a:gd name="T39" fmla="*/ 3 h 48"/>
                  <a:gd name="T40" fmla="*/ 0 w 43"/>
                  <a:gd name="T41" fmla="*/ 3 h 48"/>
                  <a:gd name="T42" fmla="*/ 0 w 43"/>
                  <a:gd name="T43" fmla="*/ 45 h 48"/>
                  <a:gd name="T44" fmla="*/ 0 w 43"/>
                  <a:gd name="T45" fmla="*/ 45 h 48"/>
                  <a:gd name="T46" fmla="*/ 0 w 43"/>
                  <a:gd name="T47" fmla="*/ 46 h 48"/>
                  <a:gd name="T48" fmla="*/ 0 w 43"/>
                  <a:gd name="T49" fmla="*/ 46 h 48"/>
                  <a:gd name="T50" fmla="*/ 0 w 43"/>
                  <a:gd name="T51" fmla="*/ 47 h 48"/>
                  <a:gd name="T52" fmla="*/ 2 w 43"/>
                  <a:gd name="T53" fmla="*/ 48 h 48"/>
                  <a:gd name="T54" fmla="*/ 2 w 43"/>
                  <a:gd name="T55" fmla="*/ 48 h 48"/>
                  <a:gd name="T56" fmla="*/ 3 w 43"/>
                  <a:gd name="T57" fmla="*/ 48 h 48"/>
                  <a:gd name="T58" fmla="*/ 3 w 43"/>
                  <a:gd name="T59" fmla="*/ 48 h 48"/>
                  <a:gd name="T60" fmla="*/ 3 w 43"/>
                  <a:gd name="T61" fmla="*/ 48 h 48"/>
                  <a:gd name="T62" fmla="*/ 3 w 43"/>
                  <a:gd name="T63" fmla="*/ 48 h 48"/>
                  <a:gd name="T64" fmla="*/ 4 w 43"/>
                  <a:gd name="T65" fmla="*/ 48 h 48"/>
                  <a:gd name="T66" fmla="*/ 5 w 43"/>
                  <a:gd name="T67" fmla="*/ 48 h 48"/>
                  <a:gd name="T68" fmla="*/ 5 w 43"/>
                  <a:gd name="T69" fmla="*/ 48 h 48"/>
                  <a:gd name="T70" fmla="*/ 42 w 43"/>
                  <a:gd name="T71" fmla="*/ 27 h 48"/>
                  <a:gd name="T72" fmla="*/ 42 w 43"/>
                  <a:gd name="T73" fmla="*/ 27 h 48"/>
                  <a:gd name="T74" fmla="*/ 43 w 43"/>
                  <a:gd name="T75" fmla="*/ 26 h 48"/>
                  <a:gd name="T76" fmla="*/ 43 w 43"/>
                  <a:gd name="T77" fmla="*/ 26 h 48"/>
                  <a:gd name="T78" fmla="*/ 43 w 43"/>
                  <a:gd name="T79" fmla="*/ 26 h 48"/>
                  <a:gd name="T80" fmla="*/ 43 w 43"/>
                  <a:gd name="T81" fmla="*/ 25 h 48"/>
                  <a:gd name="T82" fmla="*/ 43 w 43"/>
                  <a:gd name="T83" fmla="*/ 25 h 48"/>
                  <a:gd name="T84" fmla="*/ 43 w 43"/>
                  <a:gd name="T85" fmla="*/ 24 h 48"/>
                  <a:gd name="T86" fmla="*/ 43 w 43"/>
                  <a:gd name="T87" fmla="*/ 23 h 48"/>
                  <a:gd name="T88" fmla="*/ 43 w 43"/>
                  <a:gd name="T89" fmla="*/ 23 h 48"/>
                  <a:gd name="T90" fmla="*/ 7 w 43"/>
                  <a:gd name="T91" fmla="*/ 39 h 48"/>
                  <a:gd name="T92" fmla="*/ 7 w 43"/>
                  <a:gd name="T93" fmla="*/ 9 h 48"/>
                  <a:gd name="T94" fmla="*/ 33 w 43"/>
                  <a:gd name="T95" fmla="*/ 24 h 48"/>
                  <a:gd name="T96" fmla="*/ 7 w 43"/>
                  <a:gd name="T97" fmla="*/ 3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3" h="48">
                    <a:moveTo>
                      <a:pt x="43" y="23"/>
                    </a:moveTo>
                    <a:cubicBezTo>
                      <a:pt x="43" y="23"/>
                      <a:pt x="43" y="22"/>
                      <a:pt x="43" y="22"/>
                    </a:cubicBezTo>
                    <a:cubicBezTo>
                      <a:pt x="43" y="22"/>
                      <a:pt x="43" y="22"/>
                      <a:pt x="43" y="22"/>
                    </a:cubicBezTo>
                    <a:cubicBezTo>
                      <a:pt x="43" y="22"/>
                      <a:pt x="43" y="22"/>
                      <a:pt x="42" y="22"/>
                    </a:cubicBezTo>
                    <a:cubicBezTo>
                      <a:pt x="42" y="21"/>
                      <a:pt x="42" y="21"/>
                      <a:pt x="42" y="21"/>
                    </a:cubicBezTo>
                    <a:cubicBezTo>
                      <a:pt x="42" y="21"/>
                      <a:pt x="42" y="21"/>
                      <a:pt x="42" y="21"/>
                    </a:cubicBezTo>
                    <a:cubicBezTo>
                      <a:pt x="5" y="0"/>
                      <a:pt x="5" y="0"/>
                      <a:pt x="5" y="0"/>
                    </a:cubicBezTo>
                    <a:cubicBezTo>
                      <a:pt x="5" y="0"/>
                      <a:pt x="5" y="0"/>
                      <a:pt x="5" y="0"/>
                    </a:cubicBezTo>
                    <a:cubicBezTo>
                      <a:pt x="5" y="0"/>
                      <a:pt x="4" y="0"/>
                      <a:pt x="4" y="0"/>
                    </a:cubicBezTo>
                    <a:cubicBezTo>
                      <a:pt x="4" y="0"/>
                      <a:pt x="4" y="0"/>
                      <a:pt x="3" y="0"/>
                    </a:cubicBezTo>
                    <a:cubicBezTo>
                      <a:pt x="3" y="0"/>
                      <a:pt x="3" y="0"/>
                      <a:pt x="3" y="0"/>
                    </a:cubicBezTo>
                    <a:cubicBezTo>
                      <a:pt x="3" y="0"/>
                      <a:pt x="3" y="0"/>
                      <a:pt x="3" y="0"/>
                    </a:cubicBezTo>
                    <a:cubicBezTo>
                      <a:pt x="3" y="0"/>
                      <a:pt x="2" y="0"/>
                      <a:pt x="2" y="0"/>
                    </a:cubicBezTo>
                    <a:cubicBezTo>
                      <a:pt x="2" y="0"/>
                      <a:pt x="2" y="0"/>
                      <a:pt x="1" y="0"/>
                    </a:cubicBezTo>
                    <a:cubicBezTo>
                      <a:pt x="1" y="0"/>
                      <a:pt x="1" y="0"/>
                      <a:pt x="1" y="1"/>
                    </a:cubicBezTo>
                    <a:cubicBezTo>
                      <a:pt x="1" y="1"/>
                      <a:pt x="1" y="1"/>
                      <a:pt x="0" y="1"/>
                    </a:cubicBezTo>
                    <a:cubicBezTo>
                      <a:pt x="0" y="1"/>
                      <a:pt x="0" y="1"/>
                      <a:pt x="0" y="2"/>
                    </a:cubicBezTo>
                    <a:cubicBezTo>
                      <a:pt x="0" y="2"/>
                      <a:pt x="0" y="2"/>
                      <a:pt x="0" y="2"/>
                    </a:cubicBezTo>
                    <a:cubicBezTo>
                      <a:pt x="0" y="2"/>
                      <a:pt x="0" y="2"/>
                      <a:pt x="0" y="2"/>
                    </a:cubicBezTo>
                    <a:cubicBezTo>
                      <a:pt x="0" y="3"/>
                      <a:pt x="0" y="3"/>
                      <a:pt x="0" y="3"/>
                    </a:cubicBezTo>
                    <a:cubicBezTo>
                      <a:pt x="0" y="3"/>
                      <a:pt x="0" y="3"/>
                      <a:pt x="0" y="3"/>
                    </a:cubicBezTo>
                    <a:cubicBezTo>
                      <a:pt x="0" y="45"/>
                      <a:pt x="0" y="45"/>
                      <a:pt x="0" y="45"/>
                    </a:cubicBezTo>
                    <a:cubicBezTo>
                      <a:pt x="0" y="45"/>
                      <a:pt x="0" y="45"/>
                      <a:pt x="0" y="45"/>
                    </a:cubicBezTo>
                    <a:cubicBezTo>
                      <a:pt x="0" y="45"/>
                      <a:pt x="0" y="45"/>
                      <a:pt x="0" y="46"/>
                    </a:cubicBezTo>
                    <a:cubicBezTo>
                      <a:pt x="0" y="46"/>
                      <a:pt x="0" y="46"/>
                      <a:pt x="0" y="46"/>
                    </a:cubicBezTo>
                    <a:cubicBezTo>
                      <a:pt x="0" y="46"/>
                      <a:pt x="0" y="46"/>
                      <a:pt x="0" y="47"/>
                    </a:cubicBezTo>
                    <a:cubicBezTo>
                      <a:pt x="1" y="47"/>
                      <a:pt x="1" y="48"/>
                      <a:pt x="2" y="48"/>
                    </a:cubicBezTo>
                    <a:cubicBezTo>
                      <a:pt x="2" y="48"/>
                      <a:pt x="2" y="48"/>
                      <a:pt x="2" y="48"/>
                    </a:cubicBezTo>
                    <a:cubicBezTo>
                      <a:pt x="2" y="48"/>
                      <a:pt x="3" y="48"/>
                      <a:pt x="3" y="48"/>
                    </a:cubicBezTo>
                    <a:cubicBezTo>
                      <a:pt x="3" y="48"/>
                      <a:pt x="3" y="48"/>
                      <a:pt x="3" y="48"/>
                    </a:cubicBezTo>
                    <a:cubicBezTo>
                      <a:pt x="3" y="48"/>
                      <a:pt x="3" y="48"/>
                      <a:pt x="3" y="48"/>
                    </a:cubicBezTo>
                    <a:cubicBezTo>
                      <a:pt x="3" y="48"/>
                      <a:pt x="3" y="48"/>
                      <a:pt x="3" y="48"/>
                    </a:cubicBezTo>
                    <a:cubicBezTo>
                      <a:pt x="4" y="48"/>
                      <a:pt x="4" y="48"/>
                      <a:pt x="4" y="48"/>
                    </a:cubicBezTo>
                    <a:cubicBezTo>
                      <a:pt x="5" y="48"/>
                      <a:pt x="5" y="48"/>
                      <a:pt x="5" y="48"/>
                    </a:cubicBezTo>
                    <a:cubicBezTo>
                      <a:pt x="5" y="48"/>
                      <a:pt x="5" y="48"/>
                      <a:pt x="5" y="48"/>
                    </a:cubicBezTo>
                    <a:cubicBezTo>
                      <a:pt x="42" y="27"/>
                      <a:pt x="42" y="27"/>
                      <a:pt x="42" y="27"/>
                    </a:cubicBezTo>
                    <a:cubicBezTo>
                      <a:pt x="42" y="27"/>
                      <a:pt x="42" y="27"/>
                      <a:pt x="42" y="27"/>
                    </a:cubicBezTo>
                    <a:cubicBezTo>
                      <a:pt x="42" y="27"/>
                      <a:pt x="42" y="27"/>
                      <a:pt x="43" y="26"/>
                    </a:cubicBezTo>
                    <a:cubicBezTo>
                      <a:pt x="43" y="26"/>
                      <a:pt x="43" y="26"/>
                      <a:pt x="43" y="26"/>
                    </a:cubicBezTo>
                    <a:cubicBezTo>
                      <a:pt x="43" y="26"/>
                      <a:pt x="43" y="26"/>
                      <a:pt x="43" y="26"/>
                    </a:cubicBezTo>
                    <a:cubicBezTo>
                      <a:pt x="43" y="26"/>
                      <a:pt x="43" y="26"/>
                      <a:pt x="43" y="25"/>
                    </a:cubicBezTo>
                    <a:cubicBezTo>
                      <a:pt x="43" y="25"/>
                      <a:pt x="43" y="25"/>
                      <a:pt x="43" y="25"/>
                    </a:cubicBezTo>
                    <a:cubicBezTo>
                      <a:pt x="43" y="24"/>
                      <a:pt x="43" y="24"/>
                      <a:pt x="43" y="24"/>
                    </a:cubicBezTo>
                    <a:cubicBezTo>
                      <a:pt x="43" y="24"/>
                      <a:pt x="43" y="24"/>
                      <a:pt x="43" y="23"/>
                    </a:cubicBezTo>
                    <a:cubicBezTo>
                      <a:pt x="43" y="23"/>
                      <a:pt x="43" y="23"/>
                      <a:pt x="43" y="23"/>
                    </a:cubicBezTo>
                    <a:close/>
                    <a:moveTo>
                      <a:pt x="7" y="39"/>
                    </a:moveTo>
                    <a:cubicBezTo>
                      <a:pt x="7" y="9"/>
                      <a:pt x="7" y="9"/>
                      <a:pt x="7" y="9"/>
                    </a:cubicBezTo>
                    <a:cubicBezTo>
                      <a:pt x="33" y="24"/>
                      <a:pt x="33" y="24"/>
                      <a:pt x="33" y="24"/>
                    </a:cubicBezTo>
                    <a:lnTo>
                      <a:pt x="7" y="39"/>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9" name="Freeform 13"/>
              <p:cNvSpPr/>
              <p:nvPr/>
            </p:nvSpPr>
            <p:spPr bwMode="auto">
              <a:xfrm>
                <a:off x="7277177" y="3739985"/>
                <a:ext cx="928609" cy="59970"/>
              </a:xfrm>
              <a:custGeom>
                <a:avLst/>
                <a:gdLst>
                  <a:gd name="T0" fmla="*/ 121 w 125"/>
                  <a:gd name="T1" fmla="*/ 0 h 8"/>
                  <a:gd name="T2" fmla="*/ 4 w 125"/>
                  <a:gd name="T3" fmla="*/ 0 h 8"/>
                  <a:gd name="T4" fmla="*/ 0 w 125"/>
                  <a:gd name="T5" fmla="*/ 4 h 8"/>
                  <a:gd name="T6" fmla="*/ 4 w 125"/>
                  <a:gd name="T7" fmla="*/ 8 h 8"/>
                  <a:gd name="T8" fmla="*/ 121 w 125"/>
                  <a:gd name="T9" fmla="*/ 8 h 8"/>
                  <a:gd name="T10" fmla="*/ 125 w 125"/>
                  <a:gd name="T11" fmla="*/ 4 h 8"/>
                  <a:gd name="T12" fmla="*/ 121 w 125"/>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5" h="8">
                    <a:moveTo>
                      <a:pt x="121" y="0"/>
                    </a:moveTo>
                    <a:cubicBezTo>
                      <a:pt x="4" y="0"/>
                      <a:pt x="4" y="0"/>
                      <a:pt x="4" y="0"/>
                    </a:cubicBezTo>
                    <a:cubicBezTo>
                      <a:pt x="2" y="0"/>
                      <a:pt x="0" y="2"/>
                      <a:pt x="0" y="4"/>
                    </a:cubicBezTo>
                    <a:cubicBezTo>
                      <a:pt x="0" y="6"/>
                      <a:pt x="2" y="8"/>
                      <a:pt x="4" y="8"/>
                    </a:cubicBezTo>
                    <a:cubicBezTo>
                      <a:pt x="121" y="8"/>
                      <a:pt x="121" y="8"/>
                      <a:pt x="121" y="8"/>
                    </a:cubicBezTo>
                    <a:cubicBezTo>
                      <a:pt x="123" y="8"/>
                      <a:pt x="125" y="6"/>
                      <a:pt x="125" y="4"/>
                    </a:cubicBezTo>
                    <a:cubicBezTo>
                      <a:pt x="125" y="2"/>
                      <a:pt x="123" y="0"/>
                      <a:pt x="121"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60" name="Freeform 14"/>
              <p:cNvSpPr/>
              <p:nvPr/>
            </p:nvSpPr>
            <p:spPr bwMode="auto">
              <a:xfrm>
                <a:off x="7864145" y="3501926"/>
                <a:ext cx="154466" cy="163552"/>
              </a:xfrm>
              <a:custGeom>
                <a:avLst/>
                <a:gdLst>
                  <a:gd name="T0" fmla="*/ 28 w 85"/>
                  <a:gd name="T1" fmla="*/ 0 h 90"/>
                  <a:gd name="T2" fmla="*/ 28 w 85"/>
                  <a:gd name="T3" fmla="*/ 29 h 90"/>
                  <a:gd name="T4" fmla="*/ 0 w 85"/>
                  <a:gd name="T5" fmla="*/ 29 h 90"/>
                  <a:gd name="T6" fmla="*/ 0 w 85"/>
                  <a:gd name="T7" fmla="*/ 29 h 90"/>
                  <a:gd name="T8" fmla="*/ 0 w 85"/>
                  <a:gd name="T9" fmla="*/ 58 h 90"/>
                  <a:gd name="T10" fmla="*/ 0 w 85"/>
                  <a:gd name="T11" fmla="*/ 62 h 90"/>
                  <a:gd name="T12" fmla="*/ 28 w 85"/>
                  <a:gd name="T13" fmla="*/ 62 h 90"/>
                  <a:gd name="T14" fmla="*/ 28 w 85"/>
                  <a:gd name="T15" fmla="*/ 90 h 90"/>
                  <a:gd name="T16" fmla="*/ 57 w 85"/>
                  <a:gd name="T17" fmla="*/ 90 h 90"/>
                  <a:gd name="T18" fmla="*/ 57 w 85"/>
                  <a:gd name="T19" fmla="*/ 62 h 90"/>
                  <a:gd name="T20" fmla="*/ 85 w 85"/>
                  <a:gd name="T21" fmla="*/ 62 h 90"/>
                  <a:gd name="T22" fmla="*/ 85 w 85"/>
                  <a:gd name="T23" fmla="*/ 58 h 90"/>
                  <a:gd name="T24" fmla="*/ 85 w 85"/>
                  <a:gd name="T25" fmla="*/ 29 h 90"/>
                  <a:gd name="T26" fmla="*/ 85 w 85"/>
                  <a:gd name="T27" fmla="*/ 29 h 90"/>
                  <a:gd name="T28" fmla="*/ 57 w 85"/>
                  <a:gd name="T29" fmla="*/ 29 h 90"/>
                  <a:gd name="T30" fmla="*/ 57 w 85"/>
                  <a:gd name="T31" fmla="*/ 0 h 90"/>
                  <a:gd name="T32" fmla="*/ 28 w 85"/>
                  <a:gd name="T33"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90">
                    <a:moveTo>
                      <a:pt x="28" y="0"/>
                    </a:moveTo>
                    <a:lnTo>
                      <a:pt x="28" y="29"/>
                    </a:lnTo>
                    <a:lnTo>
                      <a:pt x="0" y="29"/>
                    </a:lnTo>
                    <a:lnTo>
                      <a:pt x="0" y="29"/>
                    </a:lnTo>
                    <a:lnTo>
                      <a:pt x="0" y="58"/>
                    </a:lnTo>
                    <a:lnTo>
                      <a:pt x="0" y="62"/>
                    </a:lnTo>
                    <a:lnTo>
                      <a:pt x="28" y="62"/>
                    </a:lnTo>
                    <a:lnTo>
                      <a:pt x="28" y="90"/>
                    </a:lnTo>
                    <a:lnTo>
                      <a:pt x="57" y="90"/>
                    </a:lnTo>
                    <a:lnTo>
                      <a:pt x="57" y="62"/>
                    </a:lnTo>
                    <a:lnTo>
                      <a:pt x="85" y="62"/>
                    </a:lnTo>
                    <a:lnTo>
                      <a:pt x="85" y="58"/>
                    </a:lnTo>
                    <a:lnTo>
                      <a:pt x="85" y="29"/>
                    </a:lnTo>
                    <a:lnTo>
                      <a:pt x="85" y="29"/>
                    </a:lnTo>
                    <a:lnTo>
                      <a:pt x="57" y="29"/>
                    </a:lnTo>
                    <a:lnTo>
                      <a:pt x="57" y="0"/>
                    </a:lnTo>
                    <a:lnTo>
                      <a:pt x="28" y="0"/>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61" name="Freeform 15"/>
              <p:cNvSpPr/>
              <p:nvPr/>
            </p:nvSpPr>
            <p:spPr bwMode="auto">
              <a:xfrm>
                <a:off x="7255368" y="2789568"/>
                <a:ext cx="1090344" cy="825027"/>
              </a:xfrm>
              <a:custGeom>
                <a:avLst/>
                <a:gdLst>
                  <a:gd name="T0" fmla="*/ 125 w 147"/>
                  <a:gd name="T1" fmla="*/ 0 h 111"/>
                  <a:gd name="T2" fmla="*/ 125 w 147"/>
                  <a:gd name="T3" fmla="*/ 0 h 111"/>
                  <a:gd name="T4" fmla="*/ 7 w 147"/>
                  <a:gd name="T5" fmla="*/ 0 h 111"/>
                  <a:gd name="T6" fmla="*/ 0 w 147"/>
                  <a:gd name="T7" fmla="*/ 1 h 111"/>
                  <a:gd name="T8" fmla="*/ 0 w 147"/>
                  <a:gd name="T9" fmla="*/ 9 h 111"/>
                  <a:gd name="T10" fmla="*/ 7 w 147"/>
                  <a:gd name="T11" fmla="*/ 7 h 111"/>
                  <a:gd name="T12" fmla="*/ 124 w 147"/>
                  <a:gd name="T13" fmla="*/ 7 h 111"/>
                  <a:gd name="T14" fmla="*/ 140 w 147"/>
                  <a:gd name="T15" fmla="*/ 23 h 111"/>
                  <a:gd name="T16" fmla="*/ 140 w 147"/>
                  <a:gd name="T17" fmla="*/ 88 h 111"/>
                  <a:gd name="T18" fmla="*/ 124 w 147"/>
                  <a:gd name="T19" fmla="*/ 103 h 111"/>
                  <a:gd name="T20" fmla="*/ 111 w 147"/>
                  <a:gd name="T21" fmla="*/ 103 h 111"/>
                  <a:gd name="T22" fmla="*/ 111 w 147"/>
                  <a:gd name="T23" fmla="*/ 111 h 111"/>
                  <a:gd name="T24" fmla="*/ 125 w 147"/>
                  <a:gd name="T25" fmla="*/ 111 h 111"/>
                  <a:gd name="T26" fmla="*/ 125 w 147"/>
                  <a:gd name="T27" fmla="*/ 110 h 111"/>
                  <a:gd name="T28" fmla="*/ 147 w 147"/>
                  <a:gd name="T29" fmla="*/ 88 h 111"/>
                  <a:gd name="T30" fmla="*/ 147 w 147"/>
                  <a:gd name="T31" fmla="*/ 23 h 111"/>
                  <a:gd name="T32" fmla="*/ 125 w 147"/>
                  <a:gd name="T3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7" h="111">
                    <a:moveTo>
                      <a:pt x="125" y="0"/>
                    </a:moveTo>
                    <a:cubicBezTo>
                      <a:pt x="125" y="0"/>
                      <a:pt x="125" y="0"/>
                      <a:pt x="125" y="0"/>
                    </a:cubicBezTo>
                    <a:cubicBezTo>
                      <a:pt x="7" y="0"/>
                      <a:pt x="7" y="0"/>
                      <a:pt x="7" y="0"/>
                    </a:cubicBezTo>
                    <a:cubicBezTo>
                      <a:pt x="4" y="0"/>
                      <a:pt x="2" y="1"/>
                      <a:pt x="0" y="1"/>
                    </a:cubicBezTo>
                    <a:cubicBezTo>
                      <a:pt x="0" y="9"/>
                      <a:pt x="0" y="9"/>
                      <a:pt x="0" y="9"/>
                    </a:cubicBezTo>
                    <a:cubicBezTo>
                      <a:pt x="2" y="8"/>
                      <a:pt x="4" y="7"/>
                      <a:pt x="7" y="7"/>
                    </a:cubicBezTo>
                    <a:cubicBezTo>
                      <a:pt x="124" y="7"/>
                      <a:pt x="124" y="7"/>
                      <a:pt x="124" y="7"/>
                    </a:cubicBezTo>
                    <a:cubicBezTo>
                      <a:pt x="133" y="7"/>
                      <a:pt x="140" y="14"/>
                      <a:pt x="140" y="23"/>
                    </a:cubicBezTo>
                    <a:cubicBezTo>
                      <a:pt x="140" y="88"/>
                      <a:pt x="140" y="88"/>
                      <a:pt x="140" y="88"/>
                    </a:cubicBezTo>
                    <a:cubicBezTo>
                      <a:pt x="140" y="96"/>
                      <a:pt x="133" y="103"/>
                      <a:pt x="124" y="103"/>
                    </a:cubicBezTo>
                    <a:cubicBezTo>
                      <a:pt x="111" y="103"/>
                      <a:pt x="111" y="103"/>
                      <a:pt x="111" y="103"/>
                    </a:cubicBezTo>
                    <a:cubicBezTo>
                      <a:pt x="111" y="111"/>
                      <a:pt x="111" y="111"/>
                      <a:pt x="111" y="111"/>
                    </a:cubicBezTo>
                    <a:cubicBezTo>
                      <a:pt x="125" y="111"/>
                      <a:pt x="125" y="111"/>
                      <a:pt x="125" y="111"/>
                    </a:cubicBezTo>
                    <a:cubicBezTo>
                      <a:pt x="125" y="110"/>
                      <a:pt x="125" y="110"/>
                      <a:pt x="125" y="110"/>
                    </a:cubicBezTo>
                    <a:cubicBezTo>
                      <a:pt x="137" y="110"/>
                      <a:pt x="147" y="100"/>
                      <a:pt x="147" y="88"/>
                    </a:cubicBezTo>
                    <a:cubicBezTo>
                      <a:pt x="147" y="23"/>
                      <a:pt x="147" y="23"/>
                      <a:pt x="147" y="23"/>
                    </a:cubicBezTo>
                    <a:cubicBezTo>
                      <a:pt x="147" y="11"/>
                      <a:pt x="137" y="1"/>
                      <a:pt x="125"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grpSp>
      </p:grpSp>
      <p:grpSp>
        <p:nvGrpSpPr>
          <p:cNvPr id="62" name="组合 61"/>
          <p:cNvGrpSpPr/>
          <p:nvPr userDrawn="1"/>
        </p:nvGrpSpPr>
        <p:grpSpPr>
          <a:xfrm>
            <a:off x="756325" y="2112864"/>
            <a:ext cx="1762686" cy="1762683"/>
            <a:chOff x="1507108" y="2100648"/>
            <a:chExt cx="1627763" cy="1627761"/>
          </a:xfrm>
        </p:grpSpPr>
        <p:sp>
          <p:nvSpPr>
            <p:cNvPr id="63" name="矩形 62"/>
            <p:cNvSpPr/>
            <p:nvPr/>
          </p:nvSpPr>
          <p:spPr>
            <a:xfrm>
              <a:off x="1507110" y="2100648"/>
              <a:ext cx="1627761" cy="1627761"/>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grpSp>
          <p:nvGrpSpPr>
            <p:cNvPr id="64" name="组合 63"/>
            <p:cNvGrpSpPr/>
            <p:nvPr/>
          </p:nvGrpSpPr>
          <p:grpSpPr>
            <a:xfrm>
              <a:off x="1507108" y="2201164"/>
              <a:ext cx="1384865" cy="1466956"/>
              <a:chOff x="1550988" y="1668463"/>
              <a:chExt cx="615950" cy="652462"/>
            </a:xfrm>
          </p:grpSpPr>
          <p:sp>
            <p:nvSpPr>
              <p:cNvPr id="65" name="Freeform 5"/>
              <p:cNvSpPr/>
              <p:nvPr/>
            </p:nvSpPr>
            <p:spPr bwMode="auto">
              <a:xfrm>
                <a:off x="1550988" y="1962150"/>
                <a:ext cx="585788" cy="358775"/>
              </a:xfrm>
              <a:custGeom>
                <a:avLst/>
                <a:gdLst>
                  <a:gd name="T0" fmla="*/ 62 w 153"/>
                  <a:gd name="T1" fmla="*/ 94 h 94"/>
                  <a:gd name="T2" fmla="*/ 69 w 153"/>
                  <a:gd name="T3" fmla="*/ 91 h 94"/>
                  <a:gd name="T4" fmla="*/ 139 w 153"/>
                  <a:gd name="T5" fmla="*/ 22 h 94"/>
                  <a:gd name="T6" fmla="*/ 153 w 153"/>
                  <a:gd name="T7" fmla="*/ 0 h 94"/>
                  <a:gd name="T8" fmla="*/ 145 w 153"/>
                  <a:gd name="T9" fmla="*/ 0 h 94"/>
                  <a:gd name="T10" fmla="*/ 134 w 153"/>
                  <a:gd name="T11" fmla="*/ 16 h 94"/>
                  <a:gd name="T12" fmla="*/ 64 w 153"/>
                  <a:gd name="T13" fmla="*/ 86 h 94"/>
                  <a:gd name="T14" fmla="*/ 62 w 153"/>
                  <a:gd name="T15" fmla="*/ 87 h 94"/>
                  <a:gd name="T16" fmla="*/ 59 w 153"/>
                  <a:gd name="T17" fmla="*/ 86 h 94"/>
                  <a:gd name="T18" fmla="*/ 0 w 153"/>
                  <a:gd name="T19" fmla="*/ 27 h 94"/>
                  <a:gd name="T20" fmla="*/ 0 w 153"/>
                  <a:gd name="T21" fmla="*/ 36 h 94"/>
                  <a:gd name="T22" fmla="*/ 54 w 153"/>
                  <a:gd name="T23" fmla="*/ 91 h 94"/>
                  <a:gd name="T24" fmla="*/ 62 w 153"/>
                  <a:gd name="T25"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 h="94">
                    <a:moveTo>
                      <a:pt x="62" y="94"/>
                    </a:moveTo>
                    <a:cubicBezTo>
                      <a:pt x="64" y="94"/>
                      <a:pt x="67" y="93"/>
                      <a:pt x="69" y="91"/>
                    </a:cubicBezTo>
                    <a:cubicBezTo>
                      <a:pt x="139" y="22"/>
                      <a:pt x="139" y="22"/>
                      <a:pt x="139" y="22"/>
                    </a:cubicBezTo>
                    <a:cubicBezTo>
                      <a:pt x="145" y="15"/>
                      <a:pt x="150" y="8"/>
                      <a:pt x="153" y="0"/>
                    </a:cubicBezTo>
                    <a:cubicBezTo>
                      <a:pt x="145" y="0"/>
                      <a:pt x="145" y="0"/>
                      <a:pt x="145" y="0"/>
                    </a:cubicBezTo>
                    <a:cubicBezTo>
                      <a:pt x="142" y="6"/>
                      <a:pt x="139" y="12"/>
                      <a:pt x="134" y="16"/>
                    </a:cubicBezTo>
                    <a:cubicBezTo>
                      <a:pt x="64" y="86"/>
                      <a:pt x="64" y="86"/>
                      <a:pt x="64" y="86"/>
                    </a:cubicBezTo>
                    <a:cubicBezTo>
                      <a:pt x="63" y="87"/>
                      <a:pt x="62" y="87"/>
                      <a:pt x="62" y="87"/>
                    </a:cubicBezTo>
                    <a:cubicBezTo>
                      <a:pt x="61" y="87"/>
                      <a:pt x="60" y="87"/>
                      <a:pt x="59" y="86"/>
                    </a:cubicBezTo>
                    <a:cubicBezTo>
                      <a:pt x="0" y="27"/>
                      <a:pt x="0" y="27"/>
                      <a:pt x="0" y="27"/>
                    </a:cubicBezTo>
                    <a:cubicBezTo>
                      <a:pt x="0" y="36"/>
                      <a:pt x="0" y="36"/>
                      <a:pt x="0" y="36"/>
                    </a:cubicBezTo>
                    <a:cubicBezTo>
                      <a:pt x="54" y="91"/>
                      <a:pt x="54" y="91"/>
                      <a:pt x="54" y="91"/>
                    </a:cubicBezTo>
                    <a:cubicBezTo>
                      <a:pt x="56" y="93"/>
                      <a:pt x="59" y="94"/>
                      <a:pt x="62" y="9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797" tIns="45899" rIns="91797" bIns="45899" numCol="1" anchor="t" anchorCtr="0" compatLnSpc="1"/>
              <a:lstStyle/>
              <a:p>
                <a:endParaRPr lang="zh-CN" altLang="en-US" sz="1805">
                  <a:solidFill>
                    <a:prstClr val="black"/>
                  </a:solidFill>
                </a:endParaRPr>
              </a:p>
            </p:txBody>
          </p:sp>
          <p:sp>
            <p:nvSpPr>
              <p:cNvPr id="66" name="Freeform 6"/>
              <p:cNvSpPr/>
              <p:nvPr/>
            </p:nvSpPr>
            <p:spPr bwMode="auto">
              <a:xfrm>
                <a:off x="1550988" y="1668463"/>
                <a:ext cx="588963" cy="160337"/>
              </a:xfrm>
              <a:custGeom>
                <a:avLst/>
                <a:gdLst>
                  <a:gd name="T0" fmla="*/ 139 w 154"/>
                  <a:gd name="T1" fmla="*/ 18 h 42"/>
                  <a:gd name="T2" fmla="*/ 114 w 154"/>
                  <a:gd name="T3" fmla="*/ 3 h 42"/>
                  <a:gd name="T4" fmla="*/ 83 w 154"/>
                  <a:gd name="T5" fmla="*/ 3 h 42"/>
                  <a:gd name="T6" fmla="*/ 62 w 154"/>
                  <a:gd name="T7" fmla="*/ 13 h 42"/>
                  <a:gd name="T8" fmla="*/ 40 w 154"/>
                  <a:gd name="T9" fmla="*/ 3 h 42"/>
                  <a:gd name="T10" fmla="*/ 9 w 154"/>
                  <a:gd name="T11" fmla="*/ 3 h 42"/>
                  <a:gd name="T12" fmla="*/ 0 w 154"/>
                  <a:gd name="T13" fmla="*/ 7 h 42"/>
                  <a:gd name="T14" fmla="*/ 0 w 154"/>
                  <a:gd name="T15" fmla="*/ 15 h 42"/>
                  <a:gd name="T16" fmla="*/ 11 w 154"/>
                  <a:gd name="T17" fmla="*/ 10 h 42"/>
                  <a:gd name="T18" fmla="*/ 26 w 154"/>
                  <a:gd name="T19" fmla="*/ 8 h 42"/>
                  <a:gd name="T20" fmla="*/ 38 w 154"/>
                  <a:gd name="T21" fmla="*/ 9 h 42"/>
                  <a:gd name="T22" fmla="*/ 59 w 154"/>
                  <a:gd name="T23" fmla="*/ 21 h 42"/>
                  <a:gd name="T24" fmla="*/ 62 w 154"/>
                  <a:gd name="T25" fmla="*/ 22 h 42"/>
                  <a:gd name="T26" fmla="*/ 64 w 154"/>
                  <a:gd name="T27" fmla="*/ 21 h 42"/>
                  <a:gd name="T28" fmla="*/ 85 w 154"/>
                  <a:gd name="T29" fmla="*/ 9 h 42"/>
                  <a:gd name="T30" fmla="*/ 112 w 154"/>
                  <a:gd name="T31" fmla="*/ 10 h 42"/>
                  <a:gd name="T32" fmla="*/ 134 w 154"/>
                  <a:gd name="T33" fmla="*/ 23 h 42"/>
                  <a:gd name="T34" fmla="*/ 146 w 154"/>
                  <a:gd name="T35" fmla="*/ 42 h 42"/>
                  <a:gd name="T36" fmla="*/ 154 w 154"/>
                  <a:gd name="T37" fmla="*/ 42 h 42"/>
                  <a:gd name="T38" fmla="*/ 153 w 154"/>
                  <a:gd name="T39" fmla="*/ 42 h 42"/>
                  <a:gd name="T40" fmla="*/ 139 w 154"/>
                  <a:gd name="T41"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4" h="42">
                    <a:moveTo>
                      <a:pt x="139" y="18"/>
                    </a:moveTo>
                    <a:cubicBezTo>
                      <a:pt x="132" y="11"/>
                      <a:pt x="123" y="6"/>
                      <a:pt x="114" y="3"/>
                    </a:cubicBezTo>
                    <a:cubicBezTo>
                      <a:pt x="104" y="0"/>
                      <a:pt x="94" y="0"/>
                      <a:pt x="83" y="3"/>
                    </a:cubicBezTo>
                    <a:cubicBezTo>
                      <a:pt x="76" y="5"/>
                      <a:pt x="68" y="8"/>
                      <a:pt x="62" y="13"/>
                    </a:cubicBezTo>
                    <a:cubicBezTo>
                      <a:pt x="55" y="8"/>
                      <a:pt x="48" y="5"/>
                      <a:pt x="40" y="3"/>
                    </a:cubicBezTo>
                    <a:cubicBezTo>
                      <a:pt x="29" y="0"/>
                      <a:pt x="19" y="0"/>
                      <a:pt x="9" y="3"/>
                    </a:cubicBezTo>
                    <a:cubicBezTo>
                      <a:pt x="6" y="4"/>
                      <a:pt x="3" y="6"/>
                      <a:pt x="0" y="7"/>
                    </a:cubicBezTo>
                    <a:cubicBezTo>
                      <a:pt x="0" y="15"/>
                      <a:pt x="0" y="15"/>
                      <a:pt x="0" y="15"/>
                    </a:cubicBezTo>
                    <a:cubicBezTo>
                      <a:pt x="3" y="13"/>
                      <a:pt x="7" y="11"/>
                      <a:pt x="11" y="10"/>
                    </a:cubicBezTo>
                    <a:cubicBezTo>
                      <a:pt x="16" y="9"/>
                      <a:pt x="21" y="8"/>
                      <a:pt x="26" y="8"/>
                    </a:cubicBezTo>
                    <a:cubicBezTo>
                      <a:pt x="30" y="8"/>
                      <a:pt x="34" y="8"/>
                      <a:pt x="38" y="9"/>
                    </a:cubicBezTo>
                    <a:cubicBezTo>
                      <a:pt x="46" y="11"/>
                      <a:pt x="53" y="15"/>
                      <a:pt x="59" y="21"/>
                    </a:cubicBezTo>
                    <a:cubicBezTo>
                      <a:pt x="62" y="22"/>
                      <a:pt x="62" y="22"/>
                      <a:pt x="62" y="22"/>
                    </a:cubicBezTo>
                    <a:cubicBezTo>
                      <a:pt x="64" y="21"/>
                      <a:pt x="64" y="21"/>
                      <a:pt x="64" y="21"/>
                    </a:cubicBezTo>
                    <a:cubicBezTo>
                      <a:pt x="70" y="15"/>
                      <a:pt x="78" y="11"/>
                      <a:pt x="85" y="9"/>
                    </a:cubicBezTo>
                    <a:cubicBezTo>
                      <a:pt x="94" y="7"/>
                      <a:pt x="103" y="7"/>
                      <a:pt x="112" y="10"/>
                    </a:cubicBezTo>
                    <a:cubicBezTo>
                      <a:pt x="120" y="13"/>
                      <a:pt x="128" y="17"/>
                      <a:pt x="134" y="23"/>
                    </a:cubicBezTo>
                    <a:cubicBezTo>
                      <a:pt x="139" y="28"/>
                      <a:pt x="143" y="35"/>
                      <a:pt x="146" y="42"/>
                    </a:cubicBezTo>
                    <a:cubicBezTo>
                      <a:pt x="154" y="42"/>
                      <a:pt x="154" y="42"/>
                      <a:pt x="154" y="42"/>
                    </a:cubicBezTo>
                    <a:cubicBezTo>
                      <a:pt x="153" y="42"/>
                      <a:pt x="153" y="42"/>
                      <a:pt x="153" y="42"/>
                    </a:cubicBezTo>
                    <a:cubicBezTo>
                      <a:pt x="150" y="33"/>
                      <a:pt x="145" y="25"/>
                      <a:pt x="139" y="1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797" tIns="45899" rIns="91797" bIns="45899" numCol="1" anchor="t" anchorCtr="0" compatLnSpc="1"/>
              <a:lstStyle/>
              <a:p>
                <a:endParaRPr lang="zh-CN" altLang="en-US" sz="1805">
                  <a:solidFill>
                    <a:prstClr val="black"/>
                  </a:solidFill>
                </a:endParaRPr>
              </a:p>
            </p:txBody>
          </p:sp>
          <p:sp>
            <p:nvSpPr>
              <p:cNvPr id="67" name="Freeform 7"/>
              <p:cNvSpPr/>
              <p:nvPr/>
            </p:nvSpPr>
            <p:spPr bwMode="auto">
              <a:xfrm>
                <a:off x="2087563" y="1855788"/>
                <a:ext cx="79375" cy="79375"/>
              </a:xfrm>
              <a:custGeom>
                <a:avLst/>
                <a:gdLst>
                  <a:gd name="T0" fmla="*/ 50 w 50"/>
                  <a:gd name="T1" fmla="*/ 17 h 50"/>
                  <a:gd name="T2" fmla="*/ 33 w 50"/>
                  <a:gd name="T3" fmla="*/ 17 h 50"/>
                  <a:gd name="T4" fmla="*/ 33 w 50"/>
                  <a:gd name="T5" fmla="*/ 0 h 50"/>
                  <a:gd name="T6" fmla="*/ 16 w 50"/>
                  <a:gd name="T7" fmla="*/ 0 h 50"/>
                  <a:gd name="T8" fmla="*/ 16 w 50"/>
                  <a:gd name="T9" fmla="*/ 17 h 50"/>
                  <a:gd name="T10" fmla="*/ 0 w 50"/>
                  <a:gd name="T11" fmla="*/ 17 h 50"/>
                  <a:gd name="T12" fmla="*/ 0 w 50"/>
                  <a:gd name="T13" fmla="*/ 33 h 50"/>
                  <a:gd name="T14" fmla="*/ 16 w 50"/>
                  <a:gd name="T15" fmla="*/ 33 h 50"/>
                  <a:gd name="T16" fmla="*/ 16 w 50"/>
                  <a:gd name="T17" fmla="*/ 50 h 50"/>
                  <a:gd name="T18" fmla="*/ 33 w 50"/>
                  <a:gd name="T19" fmla="*/ 50 h 50"/>
                  <a:gd name="T20" fmla="*/ 33 w 50"/>
                  <a:gd name="T21" fmla="*/ 33 h 50"/>
                  <a:gd name="T22" fmla="*/ 50 w 50"/>
                  <a:gd name="T23" fmla="*/ 33 h 50"/>
                  <a:gd name="T24" fmla="*/ 50 w 50"/>
                  <a:gd name="T25"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50">
                    <a:moveTo>
                      <a:pt x="50" y="17"/>
                    </a:moveTo>
                    <a:lnTo>
                      <a:pt x="33" y="17"/>
                    </a:lnTo>
                    <a:lnTo>
                      <a:pt x="33" y="0"/>
                    </a:lnTo>
                    <a:lnTo>
                      <a:pt x="16" y="0"/>
                    </a:lnTo>
                    <a:lnTo>
                      <a:pt x="16" y="17"/>
                    </a:lnTo>
                    <a:lnTo>
                      <a:pt x="0" y="17"/>
                    </a:lnTo>
                    <a:lnTo>
                      <a:pt x="0" y="33"/>
                    </a:lnTo>
                    <a:lnTo>
                      <a:pt x="16" y="33"/>
                    </a:lnTo>
                    <a:lnTo>
                      <a:pt x="16" y="50"/>
                    </a:lnTo>
                    <a:lnTo>
                      <a:pt x="33" y="50"/>
                    </a:lnTo>
                    <a:lnTo>
                      <a:pt x="33" y="33"/>
                    </a:lnTo>
                    <a:lnTo>
                      <a:pt x="50" y="33"/>
                    </a:lnTo>
                    <a:lnTo>
                      <a:pt x="50"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797" tIns="45899" rIns="91797" bIns="45899" numCol="1" anchor="t" anchorCtr="0" compatLnSpc="1"/>
              <a:lstStyle/>
              <a:p>
                <a:endParaRPr lang="zh-CN" altLang="en-US" sz="1805">
                  <a:solidFill>
                    <a:prstClr val="black"/>
                  </a:solidFill>
                </a:endParaRPr>
              </a:p>
            </p:txBody>
          </p:sp>
        </p:grpSp>
      </p:grpSp>
      <p:grpSp>
        <p:nvGrpSpPr>
          <p:cNvPr id="68" name="组合 67"/>
          <p:cNvGrpSpPr/>
          <p:nvPr userDrawn="1"/>
        </p:nvGrpSpPr>
        <p:grpSpPr>
          <a:xfrm>
            <a:off x="3540794" y="2112864"/>
            <a:ext cx="1762686" cy="1762683"/>
            <a:chOff x="4146320" y="2100648"/>
            <a:chExt cx="1627764" cy="1627761"/>
          </a:xfrm>
        </p:grpSpPr>
        <p:sp>
          <p:nvSpPr>
            <p:cNvPr id="69" name="矩形 68"/>
            <p:cNvSpPr/>
            <p:nvPr/>
          </p:nvSpPr>
          <p:spPr>
            <a:xfrm>
              <a:off x="4146323" y="2100648"/>
              <a:ext cx="1627761" cy="1627761"/>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pic>
          <p:nvPicPr>
            <p:cNvPr id="70" name="图片 69"/>
            <p:cNvPicPr>
              <a:picLocks noChangeAspect="1"/>
            </p:cNvPicPr>
            <p:nvPr/>
          </p:nvPicPr>
          <p:blipFill>
            <a:blip r:embed="rId2" cstate="print"/>
            <a:stretch>
              <a:fillRect/>
            </a:stretch>
          </p:blipFill>
          <p:spPr>
            <a:xfrm>
              <a:off x="4146320" y="2201164"/>
              <a:ext cx="1472700" cy="1527245"/>
            </a:xfrm>
            <a:prstGeom prst="rect">
              <a:avLst/>
            </a:prstGeom>
          </p:spPr>
        </p:pic>
      </p:grpSp>
      <p:sp>
        <p:nvSpPr>
          <p:cNvPr id="75" name="文本占位符 11"/>
          <p:cNvSpPr>
            <a:spLocks noGrp="1"/>
          </p:cNvSpPr>
          <p:nvPr>
            <p:ph type="body" sz="quarter" idx="16" hasCustomPrompt="1"/>
          </p:nvPr>
        </p:nvSpPr>
        <p:spPr>
          <a:xfrm>
            <a:off x="888171" y="4116313"/>
            <a:ext cx="1496307" cy="1257992"/>
          </a:xfrm>
          <a:prstGeom prst="rect">
            <a:avLst/>
          </a:prstGeom>
        </p:spPr>
        <p:txBody>
          <a:bodyPr>
            <a:normAutofit/>
          </a:bodyPr>
          <a:lstStyle>
            <a:lvl1pPr marL="0" indent="0" algn="ctr">
              <a:lnSpc>
                <a:spcPct val="100000"/>
              </a:lnSpc>
              <a:spcBef>
                <a:spcPts val="0"/>
              </a:spcBef>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6" name="文本占位符 11"/>
          <p:cNvSpPr>
            <a:spLocks noGrp="1"/>
          </p:cNvSpPr>
          <p:nvPr>
            <p:ph type="body" sz="quarter" idx="17" hasCustomPrompt="1"/>
          </p:nvPr>
        </p:nvSpPr>
        <p:spPr>
          <a:xfrm>
            <a:off x="3677711" y="4116313"/>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7" name="文本占位符 11"/>
          <p:cNvSpPr>
            <a:spLocks noGrp="1"/>
          </p:cNvSpPr>
          <p:nvPr>
            <p:ph type="body" sz="quarter" idx="18" hasCustomPrompt="1"/>
          </p:nvPr>
        </p:nvSpPr>
        <p:spPr>
          <a:xfrm>
            <a:off x="6453376" y="4116313"/>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8" name="文本占位符 11"/>
          <p:cNvSpPr>
            <a:spLocks noGrp="1"/>
          </p:cNvSpPr>
          <p:nvPr>
            <p:ph type="body" sz="quarter" idx="19" hasCustomPrompt="1"/>
          </p:nvPr>
        </p:nvSpPr>
        <p:spPr>
          <a:xfrm>
            <a:off x="9242916" y="4126576"/>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三表下字">
    <p:spTree>
      <p:nvGrpSpPr>
        <p:cNvPr id="1" name=""/>
        <p:cNvGrpSpPr/>
        <p:nvPr/>
      </p:nvGrpSpPr>
      <p:grpSpPr>
        <a:xfrm>
          <a:off x="0" y="0"/>
          <a:ext cx="0" cy="0"/>
          <a:chOff x="0" y="0"/>
          <a:chExt cx="0" cy="0"/>
        </a:xfrm>
      </p:grpSpPr>
      <p:sp>
        <p:nvSpPr>
          <p:cNvPr id="38" name="矩形 37"/>
          <p:cNvSpPr/>
          <p:nvPr userDrawn="1"/>
        </p:nvSpPr>
        <p:spPr>
          <a:xfrm>
            <a:off x="5833319" y="4488866"/>
            <a:ext cx="1590584" cy="1596283"/>
          </a:xfrm>
          <a:prstGeom prst="rect">
            <a:avLst/>
          </a:prstGeom>
          <a:solidFill>
            <a:srgbClr val="A1A1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39" name="矩形 38"/>
          <p:cNvSpPr/>
          <p:nvPr userDrawn="1"/>
        </p:nvSpPr>
        <p:spPr>
          <a:xfrm>
            <a:off x="7556186" y="2788373"/>
            <a:ext cx="1593434" cy="1593434"/>
          </a:xfrm>
          <a:prstGeom prst="rect">
            <a:avLst/>
          </a:prstGeom>
          <a:solidFill>
            <a:srgbClr val="005CA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dirty="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40" name="矩形 39"/>
          <p:cNvSpPr/>
          <p:nvPr userDrawn="1"/>
        </p:nvSpPr>
        <p:spPr>
          <a:xfrm>
            <a:off x="4107600" y="4488866"/>
            <a:ext cx="1593435" cy="1593434"/>
          </a:xfrm>
          <a:prstGeom prst="rect">
            <a:avLst/>
          </a:prstGeom>
          <a:solidFill>
            <a:srgbClr val="005CA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41" name="矩形 40"/>
          <p:cNvSpPr/>
          <p:nvPr userDrawn="1"/>
        </p:nvSpPr>
        <p:spPr>
          <a:xfrm>
            <a:off x="4102487" y="2788373"/>
            <a:ext cx="1593435" cy="1596283"/>
          </a:xfrm>
          <a:prstGeom prst="rect">
            <a:avLst/>
          </a:prstGeom>
          <a:solidFill>
            <a:srgbClr val="A1A1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42" name="矩形 41"/>
          <p:cNvSpPr/>
          <p:nvPr userDrawn="1"/>
        </p:nvSpPr>
        <p:spPr>
          <a:xfrm>
            <a:off x="634711" y="2788373"/>
            <a:ext cx="1618240" cy="1593434"/>
          </a:xfrm>
          <a:prstGeom prst="rect">
            <a:avLst/>
          </a:prstGeom>
          <a:solidFill>
            <a:srgbClr val="005CA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43" name="矩形 42"/>
          <p:cNvSpPr/>
          <p:nvPr userDrawn="1"/>
        </p:nvSpPr>
        <p:spPr>
          <a:xfrm>
            <a:off x="7556186" y="4491718"/>
            <a:ext cx="1593434" cy="1593434"/>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71" name="矩形 70"/>
          <p:cNvSpPr/>
          <p:nvPr userDrawn="1"/>
        </p:nvSpPr>
        <p:spPr>
          <a:xfrm>
            <a:off x="2381002" y="2800168"/>
            <a:ext cx="1593434" cy="1593434"/>
          </a:xfrm>
          <a:prstGeom prst="rect">
            <a:avLst/>
          </a:prstGeom>
          <a:solidFill>
            <a:srgbClr val="629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72" name="矩形 71"/>
          <p:cNvSpPr/>
          <p:nvPr userDrawn="1"/>
        </p:nvSpPr>
        <p:spPr>
          <a:xfrm>
            <a:off x="634711" y="4485035"/>
            <a:ext cx="1604161" cy="1604161"/>
          </a:xfrm>
          <a:prstGeom prst="rect">
            <a:avLst/>
          </a:prstGeom>
          <a:solidFill>
            <a:srgbClr val="6294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userDrawn="1"/>
        </p:nvSpPr>
        <p:spPr>
          <a:xfrm>
            <a:off x="2371156" y="4478138"/>
            <a:ext cx="1604161" cy="1604161"/>
          </a:xfrm>
          <a:prstGeom prst="rect">
            <a:avLst/>
          </a:prstGeom>
          <a:solidFill>
            <a:srgbClr val="1737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userDrawn="1"/>
        </p:nvSpPr>
        <p:spPr>
          <a:xfrm>
            <a:off x="5823973" y="2788373"/>
            <a:ext cx="1604161" cy="1604161"/>
          </a:xfrm>
          <a:prstGeom prst="rect">
            <a:avLst/>
          </a:prstGeom>
          <a:solidFill>
            <a:srgbClr val="6294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userDrawn="1"/>
        </p:nvSpPr>
        <p:spPr>
          <a:xfrm>
            <a:off x="9264836" y="2800168"/>
            <a:ext cx="1593434" cy="1593434"/>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dirty="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91" name="矩形 90"/>
          <p:cNvSpPr/>
          <p:nvPr userDrawn="1"/>
        </p:nvSpPr>
        <p:spPr>
          <a:xfrm>
            <a:off x="9264836" y="4503513"/>
            <a:ext cx="1593434" cy="1593434"/>
          </a:xfrm>
          <a:prstGeom prst="rect">
            <a:avLst/>
          </a:prstGeom>
          <a:solidFill>
            <a:srgbClr val="A1A1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userDrawn="1">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9" name="文本占位符 11"/>
          <p:cNvSpPr>
            <a:spLocks noGrp="1"/>
          </p:cNvSpPr>
          <p:nvPr userDrawn="1">
            <p:ph type="body" sz="quarter" idx="14" hasCustomPrompt="1"/>
          </p:nvPr>
        </p:nvSpPr>
        <p:spPr>
          <a:xfrm>
            <a:off x="648001" y="1116000"/>
            <a:ext cx="10210269"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79" name="文本占位符 11"/>
          <p:cNvSpPr>
            <a:spLocks noGrp="1"/>
          </p:cNvSpPr>
          <p:nvPr userDrawn="1">
            <p:ph type="body" sz="quarter" idx="16" hasCustomPrompt="1"/>
          </p:nvPr>
        </p:nvSpPr>
        <p:spPr>
          <a:xfrm>
            <a:off x="715744" y="2845716"/>
            <a:ext cx="1466122" cy="1468832"/>
          </a:xfrm>
          <a:prstGeom prst="rect">
            <a:avLst/>
          </a:prstGeom>
        </p:spPr>
        <p:txBody>
          <a:bodyPr>
            <a:normAutofit/>
          </a:bodyPr>
          <a:lstStyle>
            <a:lvl1pPr marL="0" indent="0" algn="l" defTabSz="914400" rtl="0" eaLnBrk="1" latinLnBrk="0" hangingPunct="1">
              <a:lnSpc>
                <a:spcPct val="100000"/>
              </a:lnSpc>
              <a:spcBef>
                <a:spcPts val="0"/>
              </a:spcBef>
              <a:buFont typeface="Arial" panose="020B0604020202020204" pitchFamily="34" charset="0"/>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lvl="0"/>
            <a:r>
              <a:rPr lang="zh-CN" altLang="en-US" dirty="0"/>
              <a:t>正文 </a:t>
            </a:r>
            <a:r>
              <a:rPr lang="en-US" altLang="zh-CN" dirty="0"/>
              <a:t>14pt </a:t>
            </a:r>
            <a:r>
              <a:rPr lang="zh-CN" altLang="en-US" dirty="0"/>
              <a:t>微软雅黑，单击此处添加正文</a:t>
            </a:r>
            <a:endParaRPr lang="en-US" altLang="zh-CN" dirty="0"/>
          </a:p>
        </p:txBody>
      </p:sp>
      <p:sp>
        <p:nvSpPr>
          <p:cNvPr id="80" name="文本占位符 11"/>
          <p:cNvSpPr>
            <a:spLocks noGrp="1"/>
          </p:cNvSpPr>
          <p:nvPr userDrawn="1">
            <p:ph type="body" sz="quarter" idx="17" hasCustomPrompt="1"/>
          </p:nvPr>
        </p:nvSpPr>
        <p:spPr>
          <a:xfrm>
            <a:off x="2438294" y="2845716"/>
            <a:ext cx="1466122" cy="14688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1" name="文本占位符 11"/>
          <p:cNvSpPr>
            <a:spLocks noGrp="1"/>
          </p:cNvSpPr>
          <p:nvPr userDrawn="1">
            <p:ph type="body" sz="quarter" idx="18" hasCustomPrompt="1"/>
          </p:nvPr>
        </p:nvSpPr>
        <p:spPr>
          <a:xfrm>
            <a:off x="4160844" y="2845716"/>
            <a:ext cx="1466122" cy="14688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2" name="文本占位符 11"/>
          <p:cNvSpPr>
            <a:spLocks noGrp="1"/>
          </p:cNvSpPr>
          <p:nvPr userDrawn="1">
            <p:ph type="body" sz="quarter" idx="19" hasCustomPrompt="1"/>
          </p:nvPr>
        </p:nvSpPr>
        <p:spPr>
          <a:xfrm>
            <a:off x="5883394" y="2845716"/>
            <a:ext cx="1466122" cy="14688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3" name="文本占位符 11"/>
          <p:cNvSpPr>
            <a:spLocks noGrp="1"/>
          </p:cNvSpPr>
          <p:nvPr userDrawn="1">
            <p:ph type="body" sz="quarter" idx="20" hasCustomPrompt="1"/>
          </p:nvPr>
        </p:nvSpPr>
        <p:spPr>
          <a:xfrm>
            <a:off x="7605944" y="2845716"/>
            <a:ext cx="1466122" cy="14688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4" name="文本占位符 11"/>
          <p:cNvSpPr>
            <a:spLocks noGrp="1"/>
          </p:cNvSpPr>
          <p:nvPr userDrawn="1">
            <p:ph type="body" sz="quarter" idx="21" hasCustomPrompt="1"/>
          </p:nvPr>
        </p:nvSpPr>
        <p:spPr>
          <a:xfrm>
            <a:off x="715744" y="4544373"/>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5" name="文本占位符 11"/>
          <p:cNvSpPr>
            <a:spLocks noGrp="1"/>
          </p:cNvSpPr>
          <p:nvPr userDrawn="1">
            <p:ph type="body" sz="quarter" idx="22" hasCustomPrompt="1"/>
          </p:nvPr>
        </p:nvSpPr>
        <p:spPr>
          <a:xfrm>
            <a:off x="2438294" y="4544373"/>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6" name="文本占位符 11"/>
          <p:cNvSpPr>
            <a:spLocks noGrp="1"/>
          </p:cNvSpPr>
          <p:nvPr userDrawn="1">
            <p:ph type="body" sz="quarter" idx="23" hasCustomPrompt="1"/>
          </p:nvPr>
        </p:nvSpPr>
        <p:spPr>
          <a:xfrm>
            <a:off x="4160844" y="4544373"/>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7" name="文本占位符 11"/>
          <p:cNvSpPr>
            <a:spLocks noGrp="1"/>
          </p:cNvSpPr>
          <p:nvPr userDrawn="1">
            <p:ph type="body" sz="quarter" idx="24" hasCustomPrompt="1"/>
          </p:nvPr>
        </p:nvSpPr>
        <p:spPr>
          <a:xfrm>
            <a:off x="5883394" y="4544373"/>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8" name="文本占位符 11"/>
          <p:cNvSpPr>
            <a:spLocks noGrp="1"/>
          </p:cNvSpPr>
          <p:nvPr userDrawn="1">
            <p:ph type="body" sz="quarter" idx="25" hasCustomPrompt="1"/>
          </p:nvPr>
        </p:nvSpPr>
        <p:spPr>
          <a:xfrm>
            <a:off x="7605944" y="4544373"/>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9" name="文本占位符 11"/>
          <p:cNvSpPr>
            <a:spLocks noGrp="1"/>
          </p:cNvSpPr>
          <p:nvPr userDrawn="1">
            <p:ph type="body" sz="quarter" idx="15" hasCustomPrompt="1"/>
          </p:nvPr>
        </p:nvSpPr>
        <p:spPr>
          <a:xfrm>
            <a:off x="648000" y="1764000"/>
            <a:ext cx="10210270" cy="889625"/>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pPr lvl="0"/>
            <a:r>
              <a:rPr lang="zh-CN" altLang="en-US" dirty="0"/>
              <a:t>单击此处添加正文</a:t>
            </a:r>
            <a:endParaRPr lang="en-US" altLang="zh-CN" dirty="0"/>
          </a:p>
        </p:txBody>
      </p:sp>
      <p:sp>
        <p:nvSpPr>
          <p:cNvPr id="92" name="文本占位符 11"/>
          <p:cNvSpPr>
            <a:spLocks noGrp="1"/>
          </p:cNvSpPr>
          <p:nvPr userDrawn="1">
            <p:ph type="body" sz="quarter" idx="26" hasCustomPrompt="1"/>
          </p:nvPr>
        </p:nvSpPr>
        <p:spPr>
          <a:xfrm>
            <a:off x="9328492" y="2856562"/>
            <a:ext cx="1466122" cy="14688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93" name="文本占位符 11"/>
          <p:cNvSpPr>
            <a:spLocks noGrp="1"/>
          </p:cNvSpPr>
          <p:nvPr userDrawn="1">
            <p:ph type="body" sz="quarter" idx="27" hasCustomPrompt="1"/>
          </p:nvPr>
        </p:nvSpPr>
        <p:spPr>
          <a:xfrm>
            <a:off x="9328492" y="4555219"/>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正文页">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占位符 11"/>
          <p:cNvSpPr>
            <a:spLocks noGrp="1"/>
          </p:cNvSpPr>
          <p:nvPr>
            <p:ph type="body" sz="quarter" idx="15" hasCustomPrompt="1"/>
          </p:nvPr>
        </p:nvSpPr>
        <p:spPr>
          <a:xfrm>
            <a:off x="648000" y="1764000"/>
            <a:ext cx="10210271"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1" name="矩形 10"/>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2" name="文本占位符 11"/>
          <p:cNvSpPr>
            <a:spLocks noGrp="1"/>
          </p:cNvSpPr>
          <p:nvPr>
            <p:ph type="body" sz="quarter" idx="13" hasCustomPrompt="1"/>
          </p:nvPr>
        </p:nvSpPr>
        <p:spPr>
          <a:xfrm>
            <a:off x="648000" y="432000"/>
            <a:ext cx="10210270" cy="1042728"/>
          </a:xfrm>
          <a:prstGeom prst="rect">
            <a:avLst/>
          </a:prstGeom>
        </p:spPr>
        <p:txBody>
          <a:bodyPr>
            <a:normAutofit/>
          </a:bodyPr>
          <a:lstStyle>
            <a:lvl1pPr marL="0" indent="0">
              <a:lnSpc>
                <a:spcPct val="100000"/>
              </a:lnSpc>
              <a:spcBef>
                <a:spcPts val="0"/>
              </a:spcBef>
              <a:buNone/>
              <a:defRPr sz="28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a:t>
            </a:r>
            <a:endParaRPr lang="en-US" altLang="zh-CN" dirty="0"/>
          </a:p>
          <a:p>
            <a:r>
              <a:rPr lang="zh-CN" altLang="en-US" dirty="0"/>
              <a:t> </a:t>
            </a:r>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正文页">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占位符 11"/>
          <p:cNvSpPr>
            <a:spLocks noGrp="1"/>
          </p:cNvSpPr>
          <p:nvPr>
            <p:ph type="body" sz="quarter" idx="15" hasCustomPrompt="1"/>
          </p:nvPr>
        </p:nvSpPr>
        <p:spPr>
          <a:xfrm>
            <a:off x="648000" y="1764000"/>
            <a:ext cx="10210271"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pPr lvl="0"/>
            <a:r>
              <a:rPr lang="zh-CN" altLang="en-US" dirty="0"/>
              <a:t>单击此处添加正文</a:t>
            </a:r>
            <a:endParaRPr lang="en-US" altLang="zh-CN" dirty="0"/>
          </a:p>
          <a:p>
            <a:pPr lvl="0"/>
            <a:endParaRPr lang="en-US" altLang="zh-CN" dirty="0"/>
          </a:p>
        </p:txBody>
      </p:sp>
      <p:sp>
        <p:nvSpPr>
          <p:cNvPr id="11" name="矩形 10"/>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9" name="文本占位符 11"/>
          <p:cNvSpPr>
            <a:spLocks noGrp="1"/>
          </p:cNvSpPr>
          <p:nvPr>
            <p:ph type="body" sz="quarter" idx="13" hasCustomPrompt="1"/>
          </p:nvPr>
        </p:nvSpPr>
        <p:spPr>
          <a:xfrm>
            <a:off x="648000" y="432000"/>
            <a:ext cx="10210270" cy="1042728"/>
          </a:xfrm>
          <a:prstGeom prst="rect">
            <a:avLst/>
          </a:prstGeom>
        </p:spPr>
        <p:txBody>
          <a:bodyPr>
            <a:normAutofit/>
          </a:bodyPr>
          <a:lstStyle>
            <a:lvl1pPr marL="0" indent="0">
              <a:lnSpc>
                <a:spcPct val="100000"/>
              </a:lnSpc>
              <a:spcBef>
                <a:spcPts val="0"/>
              </a:spcBef>
              <a:buNone/>
              <a:defRPr sz="28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a:t>
            </a:r>
            <a:endParaRPr lang="en-US" altLang="zh-CN" dirty="0"/>
          </a:p>
          <a:p>
            <a:r>
              <a:rPr lang="zh-CN" altLang="en-US" dirty="0"/>
              <a:t> </a:t>
            </a:r>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正文页 两栏">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7" name="文本占位符 11"/>
          <p:cNvSpPr>
            <a:spLocks noGrp="1"/>
          </p:cNvSpPr>
          <p:nvPr>
            <p:ph type="body" sz="quarter" idx="15" hasCustomPrompt="1"/>
          </p:nvPr>
        </p:nvSpPr>
        <p:spPr>
          <a:xfrm>
            <a:off x="648001" y="1764000"/>
            <a:ext cx="4823886"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8" name="文本占位符 11"/>
          <p:cNvSpPr>
            <a:spLocks noGrp="1"/>
          </p:cNvSpPr>
          <p:nvPr>
            <p:ph type="body" sz="quarter" idx="16" hasCustomPrompt="1"/>
          </p:nvPr>
        </p:nvSpPr>
        <p:spPr>
          <a:xfrm>
            <a:off x="5894385" y="1764000"/>
            <a:ext cx="4963886"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0" name="文本占位符 11"/>
          <p:cNvSpPr>
            <a:spLocks noGrp="1"/>
          </p:cNvSpPr>
          <p:nvPr>
            <p:ph type="body" sz="quarter" idx="13" hasCustomPrompt="1"/>
          </p:nvPr>
        </p:nvSpPr>
        <p:spPr>
          <a:xfrm>
            <a:off x="648000" y="432000"/>
            <a:ext cx="10210270" cy="1042728"/>
          </a:xfrm>
          <a:prstGeom prst="rect">
            <a:avLst/>
          </a:prstGeom>
        </p:spPr>
        <p:txBody>
          <a:bodyPr>
            <a:normAutofit/>
          </a:bodyPr>
          <a:lstStyle>
            <a:lvl1pPr marL="0" indent="0">
              <a:lnSpc>
                <a:spcPct val="100000"/>
              </a:lnSpc>
              <a:spcBef>
                <a:spcPts val="0"/>
              </a:spcBef>
              <a:buNone/>
              <a:defRPr sz="28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a:t>
            </a:r>
            <a:endParaRPr lang="en-US" altLang="zh-CN" dirty="0"/>
          </a:p>
          <a:p>
            <a:r>
              <a:rPr lang="zh-CN" altLang="en-US" dirty="0"/>
              <a:t> </a:t>
            </a:r>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三表下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grpSp>
        <p:nvGrpSpPr>
          <p:cNvPr id="45" name="组合 44"/>
          <p:cNvGrpSpPr/>
          <p:nvPr userDrawn="1"/>
        </p:nvGrpSpPr>
        <p:grpSpPr>
          <a:xfrm>
            <a:off x="9109729" y="2805322"/>
            <a:ext cx="1762683" cy="1762683"/>
            <a:chOff x="5074007" y="2605210"/>
            <a:chExt cx="1376915" cy="1376915"/>
          </a:xfrm>
        </p:grpSpPr>
        <p:sp>
          <p:nvSpPr>
            <p:cNvPr id="46" name="矩形 45"/>
            <p:cNvSpPr/>
            <p:nvPr/>
          </p:nvSpPr>
          <p:spPr>
            <a:xfrm>
              <a:off x="5074007" y="2605210"/>
              <a:ext cx="1376915" cy="1376915"/>
            </a:xfrm>
            <a:prstGeom prst="rect">
              <a:avLst/>
            </a:prstGeom>
            <a:solidFill>
              <a:srgbClr val="6294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sp>
          <p:nvSpPr>
            <p:cNvPr id="47" name="Freeform 19"/>
            <p:cNvSpPr/>
            <p:nvPr/>
          </p:nvSpPr>
          <p:spPr bwMode="auto">
            <a:xfrm>
              <a:off x="6145159" y="3078509"/>
              <a:ext cx="150832" cy="145379"/>
            </a:xfrm>
            <a:custGeom>
              <a:avLst/>
              <a:gdLst>
                <a:gd name="T0" fmla="*/ 83 w 83"/>
                <a:gd name="T1" fmla="*/ 26 h 80"/>
                <a:gd name="T2" fmla="*/ 57 w 83"/>
                <a:gd name="T3" fmla="*/ 26 h 80"/>
                <a:gd name="T4" fmla="*/ 57 w 83"/>
                <a:gd name="T5" fmla="*/ 0 h 80"/>
                <a:gd name="T6" fmla="*/ 29 w 83"/>
                <a:gd name="T7" fmla="*/ 0 h 80"/>
                <a:gd name="T8" fmla="*/ 29 w 83"/>
                <a:gd name="T9" fmla="*/ 26 h 80"/>
                <a:gd name="T10" fmla="*/ 0 w 83"/>
                <a:gd name="T11" fmla="*/ 26 h 80"/>
                <a:gd name="T12" fmla="*/ 0 w 83"/>
                <a:gd name="T13" fmla="*/ 54 h 80"/>
                <a:gd name="T14" fmla="*/ 29 w 83"/>
                <a:gd name="T15" fmla="*/ 54 h 80"/>
                <a:gd name="T16" fmla="*/ 29 w 83"/>
                <a:gd name="T17" fmla="*/ 80 h 80"/>
                <a:gd name="T18" fmla="*/ 57 w 83"/>
                <a:gd name="T19" fmla="*/ 80 h 80"/>
                <a:gd name="T20" fmla="*/ 57 w 83"/>
                <a:gd name="T21" fmla="*/ 54 h 80"/>
                <a:gd name="T22" fmla="*/ 83 w 83"/>
                <a:gd name="T23" fmla="*/ 54 h 80"/>
                <a:gd name="T24" fmla="*/ 83 w 83"/>
                <a:gd name="T25" fmla="*/ 2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80">
                  <a:moveTo>
                    <a:pt x="83" y="26"/>
                  </a:moveTo>
                  <a:lnTo>
                    <a:pt x="57" y="26"/>
                  </a:lnTo>
                  <a:lnTo>
                    <a:pt x="57" y="0"/>
                  </a:lnTo>
                  <a:lnTo>
                    <a:pt x="29" y="0"/>
                  </a:lnTo>
                  <a:lnTo>
                    <a:pt x="29" y="26"/>
                  </a:lnTo>
                  <a:lnTo>
                    <a:pt x="0" y="26"/>
                  </a:lnTo>
                  <a:lnTo>
                    <a:pt x="0" y="54"/>
                  </a:lnTo>
                  <a:lnTo>
                    <a:pt x="29" y="54"/>
                  </a:lnTo>
                  <a:lnTo>
                    <a:pt x="29" y="80"/>
                  </a:lnTo>
                  <a:lnTo>
                    <a:pt x="57" y="80"/>
                  </a:lnTo>
                  <a:lnTo>
                    <a:pt x="57" y="54"/>
                  </a:lnTo>
                  <a:lnTo>
                    <a:pt x="83" y="54"/>
                  </a:lnTo>
                  <a:lnTo>
                    <a:pt x="83" y="26"/>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48" name="Freeform 20"/>
            <p:cNvSpPr/>
            <p:nvPr/>
          </p:nvSpPr>
          <p:spPr bwMode="auto">
            <a:xfrm>
              <a:off x="6099726" y="3274770"/>
              <a:ext cx="143562" cy="243510"/>
            </a:xfrm>
            <a:custGeom>
              <a:avLst/>
              <a:gdLst>
                <a:gd name="T0" fmla="*/ 17 w 25"/>
                <a:gd name="T1" fmla="*/ 25 h 42"/>
                <a:gd name="T2" fmla="*/ 8 w 25"/>
                <a:gd name="T3" fmla="*/ 34 h 42"/>
                <a:gd name="T4" fmla="*/ 5 w 25"/>
                <a:gd name="T5" fmla="*/ 34 h 42"/>
                <a:gd name="T6" fmla="*/ 0 w 25"/>
                <a:gd name="T7" fmla="*/ 38 h 42"/>
                <a:gd name="T8" fmla="*/ 5 w 25"/>
                <a:gd name="T9" fmla="*/ 42 h 42"/>
                <a:gd name="T10" fmla="*/ 8 w 25"/>
                <a:gd name="T11" fmla="*/ 42 h 42"/>
                <a:gd name="T12" fmla="*/ 25 w 25"/>
                <a:gd name="T13" fmla="*/ 25 h 42"/>
                <a:gd name="T14" fmla="*/ 25 w 25"/>
                <a:gd name="T15" fmla="*/ 0 h 42"/>
                <a:gd name="T16" fmla="*/ 17 w 25"/>
                <a:gd name="T17" fmla="*/ 0 h 42"/>
                <a:gd name="T18" fmla="*/ 17 w 25"/>
                <a:gd name="T19"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42">
                  <a:moveTo>
                    <a:pt x="17" y="25"/>
                  </a:moveTo>
                  <a:cubicBezTo>
                    <a:pt x="17" y="30"/>
                    <a:pt x="13" y="34"/>
                    <a:pt x="8" y="34"/>
                  </a:cubicBezTo>
                  <a:cubicBezTo>
                    <a:pt x="5" y="34"/>
                    <a:pt x="5" y="34"/>
                    <a:pt x="5" y="34"/>
                  </a:cubicBezTo>
                  <a:cubicBezTo>
                    <a:pt x="2" y="34"/>
                    <a:pt x="0" y="36"/>
                    <a:pt x="0" y="38"/>
                  </a:cubicBezTo>
                  <a:cubicBezTo>
                    <a:pt x="0" y="41"/>
                    <a:pt x="2" y="42"/>
                    <a:pt x="5" y="42"/>
                  </a:cubicBezTo>
                  <a:cubicBezTo>
                    <a:pt x="8" y="42"/>
                    <a:pt x="8" y="42"/>
                    <a:pt x="8" y="42"/>
                  </a:cubicBezTo>
                  <a:cubicBezTo>
                    <a:pt x="18" y="42"/>
                    <a:pt x="25" y="35"/>
                    <a:pt x="25" y="25"/>
                  </a:cubicBezTo>
                  <a:cubicBezTo>
                    <a:pt x="25" y="0"/>
                    <a:pt x="25" y="0"/>
                    <a:pt x="25" y="0"/>
                  </a:cubicBezTo>
                  <a:cubicBezTo>
                    <a:pt x="17" y="0"/>
                    <a:pt x="17" y="0"/>
                    <a:pt x="17" y="0"/>
                  </a:cubicBezTo>
                  <a:lnTo>
                    <a:pt x="17" y="25"/>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49" name="Freeform 21"/>
            <p:cNvSpPr/>
            <p:nvPr/>
          </p:nvSpPr>
          <p:spPr bwMode="auto">
            <a:xfrm>
              <a:off x="5076621" y="2847719"/>
              <a:ext cx="1166668" cy="179908"/>
            </a:xfrm>
            <a:custGeom>
              <a:avLst/>
              <a:gdLst>
                <a:gd name="T0" fmla="*/ 186 w 203"/>
                <a:gd name="T1" fmla="*/ 0 h 31"/>
                <a:gd name="T2" fmla="*/ 0 w 203"/>
                <a:gd name="T3" fmla="*/ 0 h 31"/>
                <a:gd name="T4" fmla="*/ 0 w 203"/>
                <a:gd name="T5" fmla="*/ 9 h 31"/>
                <a:gd name="T6" fmla="*/ 186 w 203"/>
                <a:gd name="T7" fmla="*/ 9 h 31"/>
                <a:gd name="T8" fmla="*/ 195 w 203"/>
                <a:gd name="T9" fmla="*/ 17 h 31"/>
                <a:gd name="T10" fmla="*/ 195 w 203"/>
                <a:gd name="T11" fmla="*/ 31 h 31"/>
                <a:gd name="T12" fmla="*/ 203 w 203"/>
                <a:gd name="T13" fmla="*/ 31 h 31"/>
                <a:gd name="T14" fmla="*/ 203 w 203"/>
                <a:gd name="T15" fmla="*/ 17 h 31"/>
                <a:gd name="T16" fmla="*/ 186 w 20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 h="31">
                  <a:moveTo>
                    <a:pt x="186" y="0"/>
                  </a:moveTo>
                  <a:cubicBezTo>
                    <a:pt x="0" y="0"/>
                    <a:pt x="0" y="0"/>
                    <a:pt x="0" y="0"/>
                  </a:cubicBezTo>
                  <a:cubicBezTo>
                    <a:pt x="0" y="9"/>
                    <a:pt x="0" y="9"/>
                    <a:pt x="0" y="9"/>
                  </a:cubicBezTo>
                  <a:cubicBezTo>
                    <a:pt x="186" y="9"/>
                    <a:pt x="186" y="9"/>
                    <a:pt x="186" y="9"/>
                  </a:cubicBezTo>
                  <a:cubicBezTo>
                    <a:pt x="191" y="9"/>
                    <a:pt x="195" y="13"/>
                    <a:pt x="195" y="17"/>
                  </a:cubicBezTo>
                  <a:cubicBezTo>
                    <a:pt x="195" y="31"/>
                    <a:pt x="195" y="31"/>
                    <a:pt x="195" y="31"/>
                  </a:cubicBezTo>
                  <a:cubicBezTo>
                    <a:pt x="203" y="31"/>
                    <a:pt x="203" y="31"/>
                    <a:pt x="203" y="31"/>
                  </a:cubicBezTo>
                  <a:cubicBezTo>
                    <a:pt x="203" y="17"/>
                    <a:pt x="203" y="17"/>
                    <a:pt x="203" y="17"/>
                  </a:cubicBezTo>
                  <a:cubicBezTo>
                    <a:pt x="203" y="8"/>
                    <a:pt x="196" y="0"/>
                    <a:pt x="186"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0" name="Freeform 22"/>
            <p:cNvSpPr>
              <a:spLocks noEditPoints="1"/>
            </p:cNvSpPr>
            <p:nvPr/>
          </p:nvSpPr>
          <p:spPr bwMode="auto">
            <a:xfrm>
              <a:off x="5278335" y="3580066"/>
              <a:ext cx="648756" cy="278039"/>
            </a:xfrm>
            <a:custGeom>
              <a:avLst/>
              <a:gdLst>
                <a:gd name="T0" fmla="*/ 113 w 113"/>
                <a:gd name="T1" fmla="*/ 31 h 48"/>
                <a:gd name="T2" fmla="*/ 95 w 113"/>
                <a:gd name="T3" fmla="*/ 12 h 48"/>
                <a:gd name="T4" fmla="*/ 70 w 113"/>
                <a:gd name="T5" fmla="*/ 2 h 48"/>
                <a:gd name="T6" fmla="*/ 55 w 113"/>
                <a:gd name="T7" fmla="*/ 0 h 48"/>
                <a:gd name="T8" fmla="*/ 42 w 113"/>
                <a:gd name="T9" fmla="*/ 2 h 48"/>
                <a:gd name="T10" fmla="*/ 18 w 113"/>
                <a:gd name="T11" fmla="*/ 12 h 48"/>
                <a:gd name="T12" fmla="*/ 0 w 113"/>
                <a:gd name="T13" fmla="*/ 31 h 48"/>
                <a:gd name="T14" fmla="*/ 1 w 113"/>
                <a:gd name="T15" fmla="*/ 34 h 48"/>
                <a:gd name="T16" fmla="*/ 58 w 113"/>
                <a:gd name="T17" fmla="*/ 48 h 48"/>
                <a:gd name="T18" fmla="*/ 110 w 113"/>
                <a:gd name="T19" fmla="*/ 38 h 48"/>
                <a:gd name="T20" fmla="*/ 113 w 113"/>
                <a:gd name="T21" fmla="*/ 32 h 48"/>
                <a:gd name="T22" fmla="*/ 113 w 113"/>
                <a:gd name="T23" fmla="*/ 31 h 48"/>
                <a:gd name="T24" fmla="*/ 58 w 113"/>
                <a:gd name="T25" fmla="*/ 40 h 48"/>
                <a:gd name="T26" fmla="*/ 9 w 113"/>
                <a:gd name="T27" fmla="*/ 31 h 48"/>
                <a:gd name="T28" fmla="*/ 22 w 113"/>
                <a:gd name="T29" fmla="*/ 19 h 48"/>
                <a:gd name="T30" fmla="*/ 44 w 113"/>
                <a:gd name="T31" fmla="*/ 10 h 48"/>
                <a:gd name="T32" fmla="*/ 45 w 113"/>
                <a:gd name="T33" fmla="*/ 10 h 48"/>
                <a:gd name="T34" fmla="*/ 55 w 113"/>
                <a:gd name="T35" fmla="*/ 9 h 48"/>
                <a:gd name="T36" fmla="*/ 69 w 113"/>
                <a:gd name="T37" fmla="*/ 10 h 48"/>
                <a:gd name="T38" fmla="*/ 90 w 113"/>
                <a:gd name="T39" fmla="*/ 19 h 48"/>
                <a:gd name="T40" fmla="*/ 104 w 113"/>
                <a:gd name="T41" fmla="*/ 32 h 48"/>
                <a:gd name="T42" fmla="*/ 58 w 113"/>
                <a:gd name="T43" fmla="*/ 4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3" h="48">
                  <a:moveTo>
                    <a:pt x="113" y="31"/>
                  </a:moveTo>
                  <a:cubicBezTo>
                    <a:pt x="111" y="24"/>
                    <a:pt x="105" y="18"/>
                    <a:pt x="95" y="12"/>
                  </a:cubicBezTo>
                  <a:cubicBezTo>
                    <a:pt x="86" y="6"/>
                    <a:pt x="75" y="3"/>
                    <a:pt x="70" y="2"/>
                  </a:cubicBezTo>
                  <a:cubicBezTo>
                    <a:pt x="65" y="1"/>
                    <a:pt x="60" y="0"/>
                    <a:pt x="55" y="0"/>
                  </a:cubicBezTo>
                  <a:cubicBezTo>
                    <a:pt x="48" y="0"/>
                    <a:pt x="43" y="1"/>
                    <a:pt x="42" y="2"/>
                  </a:cubicBezTo>
                  <a:cubicBezTo>
                    <a:pt x="37" y="3"/>
                    <a:pt x="27" y="7"/>
                    <a:pt x="18" y="12"/>
                  </a:cubicBezTo>
                  <a:cubicBezTo>
                    <a:pt x="8" y="18"/>
                    <a:pt x="2" y="24"/>
                    <a:pt x="0" y="31"/>
                  </a:cubicBezTo>
                  <a:cubicBezTo>
                    <a:pt x="0" y="32"/>
                    <a:pt x="0" y="33"/>
                    <a:pt x="1" y="34"/>
                  </a:cubicBezTo>
                  <a:cubicBezTo>
                    <a:pt x="2" y="36"/>
                    <a:pt x="10" y="48"/>
                    <a:pt x="58" y="48"/>
                  </a:cubicBezTo>
                  <a:cubicBezTo>
                    <a:pt x="86" y="48"/>
                    <a:pt x="104" y="45"/>
                    <a:pt x="110" y="38"/>
                  </a:cubicBezTo>
                  <a:cubicBezTo>
                    <a:pt x="113" y="35"/>
                    <a:pt x="113" y="32"/>
                    <a:pt x="113" y="32"/>
                  </a:cubicBezTo>
                  <a:cubicBezTo>
                    <a:pt x="113" y="31"/>
                    <a:pt x="113" y="31"/>
                    <a:pt x="113" y="31"/>
                  </a:cubicBezTo>
                  <a:close/>
                  <a:moveTo>
                    <a:pt x="58" y="40"/>
                  </a:moveTo>
                  <a:cubicBezTo>
                    <a:pt x="24" y="40"/>
                    <a:pt x="13" y="34"/>
                    <a:pt x="9" y="31"/>
                  </a:cubicBezTo>
                  <a:cubicBezTo>
                    <a:pt x="11" y="28"/>
                    <a:pt x="14" y="24"/>
                    <a:pt x="22" y="19"/>
                  </a:cubicBezTo>
                  <a:cubicBezTo>
                    <a:pt x="31" y="14"/>
                    <a:pt x="41" y="10"/>
                    <a:pt x="44" y="10"/>
                  </a:cubicBezTo>
                  <a:cubicBezTo>
                    <a:pt x="44" y="10"/>
                    <a:pt x="44" y="10"/>
                    <a:pt x="45" y="10"/>
                  </a:cubicBezTo>
                  <a:cubicBezTo>
                    <a:pt x="45" y="10"/>
                    <a:pt x="48" y="9"/>
                    <a:pt x="55" y="9"/>
                  </a:cubicBezTo>
                  <a:cubicBezTo>
                    <a:pt x="59" y="9"/>
                    <a:pt x="64" y="9"/>
                    <a:pt x="69" y="10"/>
                  </a:cubicBezTo>
                  <a:cubicBezTo>
                    <a:pt x="72" y="11"/>
                    <a:pt x="82" y="14"/>
                    <a:pt x="90" y="19"/>
                  </a:cubicBezTo>
                  <a:cubicBezTo>
                    <a:pt x="99" y="25"/>
                    <a:pt x="103" y="29"/>
                    <a:pt x="104" y="32"/>
                  </a:cubicBezTo>
                  <a:cubicBezTo>
                    <a:pt x="102" y="34"/>
                    <a:pt x="94" y="40"/>
                    <a:pt x="58" y="4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1" name="Freeform 23"/>
            <p:cNvSpPr>
              <a:spLocks noEditPoints="1"/>
            </p:cNvSpPr>
            <p:nvPr/>
          </p:nvSpPr>
          <p:spPr bwMode="auto">
            <a:xfrm>
              <a:off x="5450971" y="3263867"/>
              <a:ext cx="298027" cy="305295"/>
            </a:xfrm>
            <a:custGeom>
              <a:avLst/>
              <a:gdLst>
                <a:gd name="T0" fmla="*/ 0 w 52"/>
                <a:gd name="T1" fmla="*/ 26 h 53"/>
                <a:gd name="T2" fmla="*/ 26 w 52"/>
                <a:gd name="T3" fmla="*/ 53 h 53"/>
                <a:gd name="T4" fmla="*/ 52 w 52"/>
                <a:gd name="T5" fmla="*/ 26 h 53"/>
                <a:gd name="T6" fmla="*/ 26 w 52"/>
                <a:gd name="T7" fmla="*/ 0 h 53"/>
                <a:gd name="T8" fmla="*/ 0 w 52"/>
                <a:gd name="T9" fmla="*/ 26 h 53"/>
                <a:gd name="T10" fmla="*/ 26 w 52"/>
                <a:gd name="T11" fmla="*/ 9 h 53"/>
                <a:gd name="T12" fmla="*/ 44 w 52"/>
                <a:gd name="T13" fmla="*/ 26 h 53"/>
                <a:gd name="T14" fmla="*/ 26 w 52"/>
                <a:gd name="T15" fmla="*/ 44 h 53"/>
                <a:gd name="T16" fmla="*/ 9 w 52"/>
                <a:gd name="T17" fmla="*/ 26 h 53"/>
                <a:gd name="T18" fmla="*/ 26 w 52"/>
                <a:gd name="T19"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53">
                  <a:moveTo>
                    <a:pt x="0" y="26"/>
                  </a:moveTo>
                  <a:cubicBezTo>
                    <a:pt x="0" y="41"/>
                    <a:pt x="12" y="53"/>
                    <a:pt x="26" y="53"/>
                  </a:cubicBezTo>
                  <a:cubicBezTo>
                    <a:pt x="41" y="53"/>
                    <a:pt x="52" y="41"/>
                    <a:pt x="52" y="26"/>
                  </a:cubicBezTo>
                  <a:cubicBezTo>
                    <a:pt x="52" y="12"/>
                    <a:pt x="41" y="0"/>
                    <a:pt x="26" y="0"/>
                  </a:cubicBezTo>
                  <a:cubicBezTo>
                    <a:pt x="12" y="0"/>
                    <a:pt x="0" y="12"/>
                    <a:pt x="0" y="26"/>
                  </a:cubicBezTo>
                  <a:close/>
                  <a:moveTo>
                    <a:pt x="26" y="9"/>
                  </a:moveTo>
                  <a:cubicBezTo>
                    <a:pt x="36" y="9"/>
                    <a:pt x="44" y="17"/>
                    <a:pt x="44" y="26"/>
                  </a:cubicBezTo>
                  <a:cubicBezTo>
                    <a:pt x="44" y="36"/>
                    <a:pt x="36" y="44"/>
                    <a:pt x="26" y="44"/>
                  </a:cubicBezTo>
                  <a:cubicBezTo>
                    <a:pt x="17" y="44"/>
                    <a:pt x="9" y="36"/>
                    <a:pt x="9" y="26"/>
                  </a:cubicBezTo>
                  <a:cubicBezTo>
                    <a:pt x="9" y="17"/>
                    <a:pt x="17" y="9"/>
                    <a:pt x="26" y="9"/>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2" name="Freeform 24"/>
            <p:cNvSpPr>
              <a:spLocks noEditPoints="1"/>
            </p:cNvSpPr>
            <p:nvPr/>
          </p:nvSpPr>
          <p:spPr bwMode="auto">
            <a:xfrm>
              <a:off x="5076621" y="3229341"/>
              <a:ext cx="408879" cy="461578"/>
            </a:xfrm>
            <a:custGeom>
              <a:avLst/>
              <a:gdLst>
                <a:gd name="T0" fmla="*/ 69 w 71"/>
                <a:gd name="T1" fmla="*/ 53 h 80"/>
                <a:gd name="T2" fmla="*/ 46 w 71"/>
                <a:gd name="T3" fmla="*/ 43 h 80"/>
                <a:gd name="T4" fmla="*/ 38 w 71"/>
                <a:gd name="T5" fmla="*/ 42 h 80"/>
                <a:gd name="T6" fmla="*/ 56 w 71"/>
                <a:gd name="T7" fmla="*/ 21 h 80"/>
                <a:gd name="T8" fmla="*/ 36 w 71"/>
                <a:gd name="T9" fmla="*/ 0 h 80"/>
                <a:gd name="T10" fmla="*/ 15 w 71"/>
                <a:gd name="T11" fmla="*/ 21 h 80"/>
                <a:gd name="T12" fmla="*/ 33 w 71"/>
                <a:gd name="T13" fmla="*/ 42 h 80"/>
                <a:gd name="T14" fmla="*/ 25 w 71"/>
                <a:gd name="T15" fmla="*/ 43 h 80"/>
                <a:gd name="T16" fmla="*/ 6 w 71"/>
                <a:gd name="T17" fmla="*/ 51 h 80"/>
                <a:gd name="T18" fmla="*/ 0 w 71"/>
                <a:gd name="T19" fmla="*/ 55 h 80"/>
                <a:gd name="T20" fmla="*/ 0 w 71"/>
                <a:gd name="T21" fmla="*/ 74 h 80"/>
                <a:gd name="T22" fmla="*/ 38 w 71"/>
                <a:gd name="T23" fmla="*/ 80 h 80"/>
                <a:gd name="T24" fmla="*/ 42 w 71"/>
                <a:gd name="T25" fmla="*/ 76 h 80"/>
                <a:gd name="T26" fmla="*/ 38 w 71"/>
                <a:gd name="T27" fmla="*/ 71 h 80"/>
                <a:gd name="T28" fmla="*/ 2 w 71"/>
                <a:gd name="T29" fmla="*/ 66 h 80"/>
                <a:gd name="T30" fmla="*/ 11 w 71"/>
                <a:gd name="T31" fmla="*/ 58 h 80"/>
                <a:gd name="T32" fmla="*/ 26 w 71"/>
                <a:gd name="T33" fmla="*/ 51 h 80"/>
                <a:gd name="T34" fmla="*/ 27 w 71"/>
                <a:gd name="T35" fmla="*/ 51 h 80"/>
                <a:gd name="T36" fmla="*/ 45 w 71"/>
                <a:gd name="T37" fmla="*/ 51 h 80"/>
                <a:gd name="T38" fmla="*/ 64 w 71"/>
                <a:gd name="T39" fmla="*/ 60 h 80"/>
                <a:gd name="T40" fmla="*/ 70 w 71"/>
                <a:gd name="T41" fmla="*/ 59 h 80"/>
                <a:gd name="T42" fmla="*/ 69 w 71"/>
                <a:gd name="T43" fmla="*/ 53 h 80"/>
                <a:gd name="T44" fmla="*/ 23 w 71"/>
                <a:gd name="T45" fmla="*/ 21 h 80"/>
                <a:gd name="T46" fmla="*/ 36 w 71"/>
                <a:gd name="T47" fmla="*/ 9 h 80"/>
                <a:gd name="T48" fmla="*/ 48 w 71"/>
                <a:gd name="T49" fmla="*/ 21 h 80"/>
                <a:gd name="T50" fmla="*/ 36 w 71"/>
                <a:gd name="T51" fmla="*/ 33 h 80"/>
                <a:gd name="T52" fmla="*/ 23 w 71"/>
                <a:gd name="T53" fmla="*/ 2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 h="80">
                  <a:moveTo>
                    <a:pt x="69" y="53"/>
                  </a:moveTo>
                  <a:cubicBezTo>
                    <a:pt x="61" y="48"/>
                    <a:pt x="50" y="43"/>
                    <a:pt x="46" y="43"/>
                  </a:cubicBezTo>
                  <a:cubicBezTo>
                    <a:pt x="43" y="42"/>
                    <a:pt x="40" y="42"/>
                    <a:pt x="38" y="42"/>
                  </a:cubicBezTo>
                  <a:cubicBezTo>
                    <a:pt x="48" y="41"/>
                    <a:pt x="56" y="32"/>
                    <a:pt x="56" y="21"/>
                  </a:cubicBezTo>
                  <a:cubicBezTo>
                    <a:pt x="56" y="10"/>
                    <a:pt x="47" y="0"/>
                    <a:pt x="36" y="0"/>
                  </a:cubicBezTo>
                  <a:cubicBezTo>
                    <a:pt x="24" y="0"/>
                    <a:pt x="15" y="10"/>
                    <a:pt x="15" y="21"/>
                  </a:cubicBezTo>
                  <a:cubicBezTo>
                    <a:pt x="15" y="32"/>
                    <a:pt x="23" y="40"/>
                    <a:pt x="33" y="42"/>
                  </a:cubicBezTo>
                  <a:cubicBezTo>
                    <a:pt x="29" y="42"/>
                    <a:pt x="26" y="42"/>
                    <a:pt x="25" y="43"/>
                  </a:cubicBezTo>
                  <a:cubicBezTo>
                    <a:pt x="21" y="43"/>
                    <a:pt x="13" y="47"/>
                    <a:pt x="6" y="51"/>
                  </a:cubicBezTo>
                  <a:cubicBezTo>
                    <a:pt x="4" y="52"/>
                    <a:pt x="1" y="54"/>
                    <a:pt x="0" y="55"/>
                  </a:cubicBezTo>
                  <a:cubicBezTo>
                    <a:pt x="0" y="74"/>
                    <a:pt x="0" y="74"/>
                    <a:pt x="0" y="74"/>
                  </a:cubicBezTo>
                  <a:cubicBezTo>
                    <a:pt x="6" y="77"/>
                    <a:pt x="17" y="80"/>
                    <a:pt x="38" y="80"/>
                  </a:cubicBezTo>
                  <a:cubicBezTo>
                    <a:pt x="40" y="80"/>
                    <a:pt x="42" y="78"/>
                    <a:pt x="42" y="76"/>
                  </a:cubicBezTo>
                  <a:cubicBezTo>
                    <a:pt x="42" y="73"/>
                    <a:pt x="40" y="71"/>
                    <a:pt x="38" y="71"/>
                  </a:cubicBezTo>
                  <a:cubicBezTo>
                    <a:pt x="14" y="71"/>
                    <a:pt x="5" y="68"/>
                    <a:pt x="2" y="66"/>
                  </a:cubicBezTo>
                  <a:cubicBezTo>
                    <a:pt x="3" y="64"/>
                    <a:pt x="5" y="61"/>
                    <a:pt x="11" y="58"/>
                  </a:cubicBezTo>
                  <a:cubicBezTo>
                    <a:pt x="17" y="54"/>
                    <a:pt x="24" y="51"/>
                    <a:pt x="26" y="51"/>
                  </a:cubicBezTo>
                  <a:cubicBezTo>
                    <a:pt x="27" y="51"/>
                    <a:pt x="27" y="51"/>
                    <a:pt x="27" y="51"/>
                  </a:cubicBezTo>
                  <a:cubicBezTo>
                    <a:pt x="27" y="51"/>
                    <a:pt x="33" y="49"/>
                    <a:pt x="45" y="51"/>
                  </a:cubicBezTo>
                  <a:cubicBezTo>
                    <a:pt x="47" y="51"/>
                    <a:pt x="57" y="55"/>
                    <a:pt x="64" y="60"/>
                  </a:cubicBezTo>
                  <a:cubicBezTo>
                    <a:pt x="66" y="61"/>
                    <a:pt x="69" y="61"/>
                    <a:pt x="70" y="59"/>
                  </a:cubicBezTo>
                  <a:cubicBezTo>
                    <a:pt x="71" y="57"/>
                    <a:pt x="71" y="54"/>
                    <a:pt x="69" y="53"/>
                  </a:cubicBezTo>
                  <a:close/>
                  <a:moveTo>
                    <a:pt x="23" y="21"/>
                  </a:moveTo>
                  <a:cubicBezTo>
                    <a:pt x="23" y="14"/>
                    <a:pt x="29" y="9"/>
                    <a:pt x="36" y="9"/>
                  </a:cubicBezTo>
                  <a:cubicBezTo>
                    <a:pt x="42" y="9"/>
                    <a:pt x="48" y="14"/>
                    <a:pt x="48" y="21"/>
                  </a:cubicBezTo>
                  <a:cubicBezTo>
                    <a:pt x="48" y="28"/>
                    <a:pt x="42" y="33"/>
                    <a:pt x="36" y="33"/>
                  </a:cubicBezTo>
                  <a:cubicBezTo>
                    <a:pt x="29" y="33"/>
                    <a:pt x="23" y="28"/>
                    <a:pt x="23" y="21"/>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3" name="Freeform 25"/>
            <p:cNvSpPr>
              <a:spLocks noEditPoints="1"/>
            </p:cNvSpPr>
            <p:nvPr/>
          </p:nvSpPr>
          <p:spPr bwMode="auto">
            <a:xfrm>
              <a:off x="5738096" y="3229341"/>
              <a:ext cx="425234" cy="461578"/>
            </a:xfrm>
            <a:custGeom>
              <a:avLst/>
              <a:gdLst>
                <a:gd name="T0" fmla="*/ 60 w 74"/>
                <a:gd name="T1" fmla="*/ 51 h 80"/>
                <a:gd name="T2" fmla="*/ 42 w 74"/>
                <a:gd name="T3" fmla="*/ 43 h 80"/>
                <a:gd name="T4" fmla="*/ 33 w 74"/>
                <a:gd name="T5" fmla="*/ 42 h 80"/>
                <a:gd name="T6" fmla="*/ 51 w 74"/>
                <a:gd name="T7" fmla="*/ 21 h 80"/>
                <a:gd name="T8" fmla="*/ 31 w 74"/>
                <a:gd name="T9" fmla="*/ 0 h 80"/>
                <a:gd name="T10" fmla="*/ 10 w 74"/>
                <a:gd name="T11" fmla="*/ 21 h 80"/>
                <a:gd name="T12" fmla="*/ 28 w 74"/>
                <a:gd name="T13" fmla="*/ 42 h 80"/>
                <a:gd name="T14" fmla="*/ 20 w 74"/>
                <a:gd name="T15" fmla="*/ 43 h 80"/>
                <a:gd name="T16" fmla="*/ 2 w 74"/>
                <a:gd name="T17" fmla="*/ 50 h 80"/>
                <a:gd name="T18" fmla="*/ 1 w 74"/>
                <a:gd name="T19" fmla="*/ 56 h 80"/>
                <a:gd name="T20" fmla="*/ 7 w 74"/>
                <a:gd name="T21" fmla="*/ 57 h 80"/>
                <a:gd name="T22" fmla="*/ 21 w 74"/>
                <a:gd name="T23" fmla="*/ 51 h 80"/>
                <a:gd name="T24" fmla="*/ 39 w 74"/>
                <a:gd name="T25" fmla="*/ 51 h 80"/>
                <a:gd name="T26" fmla="*/ 40 w 74"/>
                <a:gd name="T27" fmla="*/ 51 h 80"/>
                <a:gd name="T28" fmla="*/ 56 w 74"/>
                <a:gd name="T29" fmla="*/ 58 h 80"/>
                <a:gd name="T30" fmla="*/ 65 w 74"/>
                <a:gd name="T31" fmla="*/ 66 h 80"/>
                <a:gd name="T32" fmla="*/ 35 w 74"/>
                <a:gd name="T33" fmla="*/ 71 h 80"/>
                <a:gd name="T34" fmla="*/ 31 w 74"/>
                <a:gd name="T35" fmla="*/ 76 h 80"/>
                <a:gd name="T36" fmla="*/ 35 w 74"/>
                <a:gd name="T37" fmla="*/ 80 h 80"/>
                <a:gd name="T38" fmla="*/ 35 w 74"/>
                <a:gd name="T39" fmla="*/ 80 h 80"/>
                <a:gd name="T40" fmla="*/ 74 w 74"/>
                <a:gd name="T41" fmla="*/ 68 h 80"/>
                <a:gd name="T42" fmla="*/ 74 w 74"/>
                <a:gd name="T43" fmla="*/ 65 h 80"/>
                <a:gd name="T44" fmla="*/ 60 w 74"/>
                <a:gd name="T45" fmla="*/ 51 h 80"/>
                <a:gd name="T46" fmla="*/ 18 w 74"/>
                <a:gd name="T47" fmla="*/ 21 h 80"/>
                <a:gd name="T48" fmla="*/ 31 w 74"/>
                <a:gd name="T49" fmla="*/ 9 h 80"/>
                <a:gd name="T50" fmla="*/ 43 w 74"/>
                <a:gd name="T51" fmla="*/ 21 h 80"/>
                <a:gd name="T52" fmla="*/ 31 w 74"/>
                <a:gd name="T53" fmla="*/ 33 h 80"/>
                <a:gd name="T54" fmla="*/ 18 w 74"/>
                <a:gd name="T55" fmla="*/ 2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80">
                  <a:moveTo>
                    <a:pt x="60" y="51"/>
                  </a:moveTo>
                  <a:cubicBezTo>
                    <a:pt x="53" y="47"/>
                    <a:pt x="45" y="43"/>
                    <a:pt x="42" y="43"/>
                  </a:cubicBezTo>
                  <a:cubicBezTo>
                    <a:pt x="40" y="42"/>
                    <a:pt x="38" y="42"/>
                    <a:pt x="33" y="42"/>
                  </a:cubicBezTo>
                  <a:cubicBezTo>
                    <a:pt x="43" y="40"/>
                    <a:pt x="51" y="32"/>
                    <a:pt x="51" y="21"/>
                  </a:cubicBezTo>
                  <a:cubicBezTo>
                    <a:pt x="51" y="10"/>
                    <a:pt x="42" y="0"/>
                    <a:pt x="31" y="0"/>
                  </a:cubicBezTo>
                  <a:cubicBezTo>
                    <a:pt x="19" y="0"/>
                    <a:pt x="10" y="10"/>
                    <a:pt x="10" y="21"/>
                  </a:cubicBezTo>
                  <a:cubicBezTo>
                    <a:pt x="10" y="32"/>
                    <a:pt x="18" y="41"/>
                    <a:pt x="28" y="42"/>
                  </a:cubicBezTo>
                  <a:cubicBezTo>
                    <a:pt x="26" y="42"/>
                    <a:pt x="23" y="42"/>
                    <a:pt x="20" y="43"/>
                  </a:cubicBezTo>
                  <a:cubicBezTo>
                    <a:pt x="17" y="43"/>
                    <a:pt x="10" y="46"/>
                    <a:pt x="2" y="50"/>
                  </a:cubicBezTo>
                  <a:cubicBezTo>
                    <a:pt x="0" y="51"/>
                    <a:pt x="0" y="54"/>
                    <a:pt x="1" y="56"/>
                  </a:cubicBezTo>
                  <a:cubicBezTo>
                    <a:pt x="2" y="58"/>
                    <a:pt x="5" y="59"/>
                    <a:pt x="7" y="57"/>
                  </a:cubicBezTo>
                  <a:cubicBezTo>
                    <a:pt x="13" y="54"/>
                    <a:pt x="19" y="51"/>
                    <a:pt x="21" y="51"/>
                  </a:cubicBezTo>
                  <a:cubicBezTo>
                    <a:pt x="33" y="49"/>
                    <a:pt x="39" y="51"/>
                    <a:pt x="39" y="51"/>
                  </a:cubicBezTo>
                  <a:cubicBezTo>
                    <a:pt x="39" y="51"/>
                    <a:pt x="40" y="51"/>
                    <a:pt x="40" y="51"/>
                  </a:cubicBezTo>
                  <a:cubicBezTo>
                    <a:pt x="42" y="51"/>
                    <a:pt x="49" y="54"/>
                    <a:pt x="56" y="58"/>
                  </a:cubicBezTo>
                  <a:cubicBezTo>
                    <a:pt x="61" y="61"/>
                    <a:pt x="64" y="64"/>
                    <a:pt x="65" y="66"/>
                  </a:cubicBezTo>
                  <a:cubicBezTo>
                    <a:pt x="62" y="67"/>
                    <a:pt x="55" y="71"/>
                    <a:pt x="35" y="71"/>
                  </a:cubicBezTo>
                  <a:cubicBezTo>
                    <a:pt x="32" y="71"/>
                    <a:pt x="31" y="73"/>
                    <a:pt x="31" y="76"/>
                  </a:cubicBezTo>
                  <a:cubicBezTo>
                    <a:pt x="31" y="78"/>
                    <a:pt x="32" y="80"/>
                    <a:pt x="35" y="80"/>
                  </a:cubicBezTo>
                  <a:cubicBezTo>
                    <a:pt x="35" y="80"/>
                    <a:pt x="35" y="80"/>
                    <a:pt x="35" y="80"/>
                  </a:cubicBezTo>
                  <a:cubicBezTo>
                    <a:pt x="68" y="79"/>
                    <a:pt x="73" y="70"/>
                    <a:pt x="74" y="68"/>
                  </a:cubicBezTo>
                  <a:cubicBezTo>
                    <a:pt x="74" y="67"/>
                    <a:pt x="74" y="66"/>
                    <a:pt x="74" y="65"/>
                  </a:cubicBezTo>
                  <a:cubicBezTo>
                    <a:pt x="72" y="60"/>
                    <a:pt x="68" y="55"/>
                    <a:pt x="60" y="51"/>
                  </a:cubicBezTo>
                  <a:close/>
                  <a:moveTo>
                    <a:pt x="18" y="21"/>
                  </a:moveTo>
                  <a:cubicBezTo>
                    <a:pt x="18" y="14"/>
                    <a:pt x="24" y="9"/>
                    <a:pt x="31" y="9"/>
                  </a:cubicBezTo>
                  <a:cubicBezTo>
                    <a:pt x="37" y="9"/>
                    <a:pt x="43" y="14"/>
                    <a:pt x="43" y="21"/>
                  </a:cubicBezTo>
                  <a:cubicBezTo>
                    <a:pt x="43" y="28"/>
                    <a:pt x="37" y="33"/>
                    <a:pt x="31" y="33"/>
                  </a:cubicBezTo>
                  <a:cubicBezTo>
                    <a:pt x="24" y="33"/>
                    <a:pt x="18" y="28"/>
                    <a:pt x="18" y="21"/>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grpSp>
      <p:grpSp>
        <p:nvGrpSpPr>
          <p:cNvPr id="54" name="组合 53"/>
          <p:cNvGrpSpPr/>
          <p:nvPr userDrawn="1"/>
        </p:nvGrpSpPr>
        <p:grpSpPr>
          <a:xfrm>
            <a:off x="6325263" y="2811033"/>
            <a:ext cx="1762683" cy="1762683"/>
            <a:chOff x="7254587" y="2605210"/>
            <a:chExt cx="1376915" cy="1376915"/>
          </a:xfrm>
        </p:grpSpPr>
        <p:sp>
          <p:nvSpPr>
            <p:cNvPr id="55" name="矩形 54"/>
            <p:cNvSpPr/>
            <p:nvPr/>
          </p:nvSpPr>
          <p:spPr>
            <a:xfrm>
              <a:off x="7254587" y="2605210"/>
              <a:ext cx="1376915" cy="1376915"/>
            </a:xfrm>
            <a:prstGeom prst="rect">
              <a:avLst/>
            </a:prstGeom>
            <a:solidFill>
              <a:srgbClr val="A1A1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grpSp>
          <p:nvGrpSpPr>
            <p:cNvPr id="56" name="组合 55"/>
            <p:cNvGrpSpPr/>
            <p:nvPr/>
          </p:nvGrpSpPr>
          <p:grpSpPr>
            <a:xfrm>
              <a:off x="7254587" y="2789568"/>
              <a:ext cx="1090344" cy="1010387"/>
              <a:chOff x="7255368" y="2789568"/>
              <a:chExt cx="1090344" cy="1010387"/>
            </a:xfrm>
          </p:grpSpPr>
          <p:sp>
            <p:nvSpPr>
              <p:cNvPr id="57" name="Freeform 11"/>
              <p:cNvSpPr/>
              <p:nvPr/>
            </p:nvSpPr>
            <p:spPr bwMode="auto">
              <a:xfrm>
                <a:off x="7255368" y="3547358"/>
                <a:ext cx="556074" cy="67239"/>
              </a:xfrm>
              <a:custGeom>
                <a:avLst/>
                <a:gdLst>
                  <a:gd name="T0" fmla="*/ 75 w 75"/>
                  <a:gd name="T1" fmla="*/ 9 h 9"/>
                  <a:gd name="T2" fmla="*/ 75 w 75"/>
                  <a:gd name="T3" fmla="*/ 1 h 9"/>
                  <a:gd name="T4" fmla="*/ 7 w 75"/>
                  <a:gd name="T5" fmla="*/ 1 h 9"/>
                  <a:gd name="T6" fmla="*/ 0 w 75"/>
                  <a:gd name="T7" fmla="*/ 0 h 9"/>
                  <a:gd name="T8" fmla="*/ 0 w 75"/>
                  <a:gd name="T9" fmla="*/ 7 h 9"/>
                  <a:gd name="T10" fmla="*/ 7 w 75"/>
                  <a:gd name="T11" fmla="*/ 9 h 9"/>
                  <a:gd name="T12" fmla="*/ 75 w 75"/>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75" h="9">
                    <a:moveTo>
                      <a:pt x="75" y="9"/>
                    </a:moveTo>
                    <a:cubicBezTo>
                      <a:pt x="75" y="1"/>
                      <a:pt x="75" y="1"/>
                      <a:pt x="75" y="1"/>
                    </a:cubicBezTo>
                    <a:cubicBezTo>
                      <a:pt x="7" y="1"/>
                      <a:pt x="7" y="1"/>
                      <a:pt x="7" y="1"/>
                    </a:cubicBezTo>
                    <a:cubicBezTo>
                      <a:pt x="4" y="1"/>
                      <a:pt x="2" y="1"/>
                      <a:pt x="0" y="0"/>
                    </a:cubicBezTo>
                    <a:cubicBezTo>
                      <a:pt x="0" y="7"/>
                      <a:pt x="0" y="7"/>
                      <a:pt x="0" y="7"/>
                    </a:cubicBezTo>
                    <a:cubicBezTo>
                      <a:pt x="2" y="8"/>
                      <a:pt x="4" y="9"/>
                      <a:pt x="7" y="9"/>
                    </a:cubicBezTo>
                    <a:lnTo>
                      <a:pt x="75" y="9"/>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8" name="Freeform 12"/>
              <p:cNvSpPr>
                <a:spLocks noEditPoints="1"/>
              </p:cNvSpPr>
              <p:nvPr/>
            </p:nvSpPr>
            <p:spPr bwMode="auto">
              <a:xfrm>
                <a:off x="7582471" y="3027628"/>
                <a:ext cx="318017" cy="356178"/>
              </a:xfrm>
              <a:custGeom>
                <a:avLst/>
                <a:gdLst>
                  <a:gd name="T0" fmla="*/ 43 w 43"/>
                  <a:gd name="T1" fmla="*/ 23 h 48"/>
                  <a:gd name="T2" fmla="*/ 43 w 43"/>
                  <a:gd name="T3" fmla="*/ 22 h 48"/>
                  <a:gd name="T4" fmla="*/ 43 w 43"/>
                  <a:gd name="T5" fmla="*/ 22 h 48"/>
                  <a:gd name="T6" fmla="*/ 42 w 43"/>
                  <a:gd name="T7" fmla="*/ 22 h 48"/>
                  <a:gd name="T8" fmla="*/ 42 w 43"/>
                  <a:gd name="T9" fmla="*/ 21 h 48"/>
                  <a:gd name="T10" fmla="*/ 42 w 43"/>
                  <a:gd name="T11" fmla="*/ 21 h 48"/>
                  <a:gd name="T12" fmla="*/ 5 w 43"/>
                  <a:gd name="T13" fmla="*/ 0 h 48"/>
                  <a:gd name="T14" fmla="*/ 5 w 43"/>
                  <a:gd name="T15" fmla="*/ 0 h 48"/>
                  <a:gd name="T16" fmla="*/ 4 w 43"/>
                  <a:gd name="T17" fmla="*/ 0 h 48"/>
                  <a:gd name="T18" fmla="*/ 3 w 43"/>
                  <a:gd name="T19" fmla="*/ 0 h 48"/>
                  <a:gd name="T20" fmla="*/ 3 w 43"/>
                  <a:gd name="T21" fmla="*/ 0 h 48"/>
                  <a:gd name="T22" fmla="*/ 3 w 43"/>
                  <a:gd name="T23" fmla="*/ 0 h 48"/>
                  <a:gd name="T24" fmla="*/ 2 w 43"/>
                  <a:gd name="T25" fmla="*/ 0 h 48"/>
                  <a:gd name="T26" fmla="*/ 1 w 43"/>
                  <a:gd name="T27" fmla="*/ 0 h 48"/>
                  <a:gd name="T28" fmla="*/ 1 w 43"/>
                  <a:gd name="T29" fmla="*/ 1 h 48"/>
                  <a:gd name="T30" fmla="*/ 0 w 43"/>
                  <a:gd name="T31" fmla="*/ 1 h 48"/>
                  <a:gd name="T32" fmla="*/ 0 w 43"/>
                  <a:gd name="T33" fmla="*/ 2 h 48"/>
                  <a:gd name="T34" fmla="*/ 0 w 43"/>
                  <a:gd name="T35" fmla="*/ 2 h 48"/>
                  <a:gd name="T36" fmla="*/ 0 w 43"/>
                  <a:gd name="T37" fmla="*/ 2 h 48"/>
                  <a:gd name="T38" fmla="*/ 0 w 43"/>
                  <a:gd name="T39" fmla="*/ 3 h 48"/>
                  <a:gd name="T40" fmla="*/ 0 w 43"/>
                  <a:gd name="T41" fmla="*/ 3 h 48"/>
                  <a:gd name="T42" fmla="*/ 0 w 43"/>
                  <a:gd name="T43" fmla="*/ 45 h 48"/>
                  <a:gd name="T44" fmla="*/ 0 w 43"/>
                  <a:gd name="T45" fmla="*/ 45 h 48"/>
                  <a:gd name="T46" fmla="*/ 0 w 43"/>
                  <a:gd name="T47" fmla="*/ 46 h 48"/>
                  <a:gd name="T48" fmla="*/ 0 w 43"/>
                  <a:gd name="T49" fmla="*/ 46 h 48"/>
                  <a:gd name="T50" fmla="*/ 0 w 43"/>
                  <a:gd name="T51" fmla="*/ 47 h 48"/>
                  <a:gd name="T52" fmla="*/ 2 w 43"/>
                  <a:gd name="T53" fmla="*/ 48 h 48"/>
                  <a:gd name="T54" fmla="*/ 2 w 43"/>
                  <a:gd name="T55" fmla="*/ 48 h 48"/>
                  <a:gd name="T56" fmla="*/ 3 w 43"/>
                  <a:gd name="T57" fmla="*/ 48 h 48"/>
                  <a:gd name="T58" fmla="*/ 3 w 43"/>
                  <a:gd name="T59" fmla="*/ 48 h 48"/>
                  <a:gd name="T60" fmla="*/ 3 w 43"/>
                  <a:gd name="T61" fmla="*/ 48 h 48"/>
                  <a:gd name="T62" fmla="*/ 3 w 43"/>
                  <a:gd name="T63" fmla="*/ 48 h 48"/>
                  <a:gd name="T64" fmla="*/ 4 w 43"/>
                  <a:gd name="T65" fmla="*/ 48 h 48"/>
                  <a:gd name="T66" fmla="*/ 5 w 43"/>
                  <a:gd name="T67" fmla="*/ 48 h 48"/>
                  <a:gd name="T68" fmla="*/ 5 w 43"/>
                  <a:gd name="T69" fmla="*/ 48 h 48"/>
                  <a:gd name="T70" fmla="*/ 42 w 43"/>
                  <a:gd name="T71" fmla="*/ 27 h 48"/>
                  <a:gd name="T72" fmla="*/ 42 w 43"/>
                  <a:gd name="T73" fmla="*/ 27 h 48"/>
                  <a:gd name="T74" fmla="*/ 43 w 43"/>
                  <a:gd name="T75" fmla="*/ 26 h 48"/>
                  <a:gd name="T76" fmla="*/ 43 w 43"/>
                  <a:gd name="T77" fmla="*/ 26 h 48"/>
                  <a:gd name="T78" fmla="*/ 43 w 43"/>
                  <a:gd name="T79" fmla="*/ 26 h 48"/>
                  <a:gd name="T80" fmla="*/ 43 w 43"/>
                  <a:gd name="T81" fmla="*/ 25 h 48"/>
                  <a:gd name="T82" fmla="*/ 43 w 43"/>
                  <a:gd name="T83" fmla="*/ 25 h 48"/>
                  <a:gd name="T84" fmla="*/ 43 w 43"/>
                  <a:gd name="T85" fmla="*/ 24 h 48"/>
                  <a:gd name="T86" fmla="*/ 43 w 43"/>
                  <a:gd name="T87" fmla="*/ 23 h 48"/>
                  <a:gd name="T88" fmla="*/ 43 w 43"/>
                  <a:gd name="T89" fmla="*/ 23 h 48"/>
                  <a:gd name="T90" fmla="*/ 7 w 43"/>
                  <a:gd name="T91" fmla="*/ 39 h 48"/>
                  <a:gd name="T92" fmla="*/ 7 w 43"/>
                  <a:gd name="T93" fmla="*/ 9 h 48"/>
                  <a:gd name="T94" fmla="*/ 33 w 43"/>
                  <a:gd name="T95" fmla="*/ 24 h 48"/>
                  <a:gd name="T96" fmla="*/ 7 w 43"/>
                  <a:gd name="T97" fmla="*/ 3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3" h="48">
                    <a:moveTo>
                      <a:pt x="43" y="23"/>
                    </a:moveTo>
                    <a:cubicBezTo>
                      <a:pt x="43" y="23"/>
                      <a:pt x="43" y="22"/>
                      <a:pt x="43" y="22"/>
                    </a:cubicBezTo>
                    <a:cubicBezTo>
                      <a:pt x="43" y="22"/>
                      <a:pt x="43" y="22"/>
                      <a:pt x="43" y="22"/>
                    </a:cubicBezTo>
                    <a:cubicBezTo>
                      <a:pt x="43" y="22"/>
                      <a:pt x="43" y="22"/>
                      <a:pt x="42" y="22"/>
                    </a:cubicBezTo>
                    <a:cubicBezTo>
                      <a:pt x="42" y="21"/>
                      <a:pt x="42" y="21"/>
                      <a:pt x="42" y="21"/>
                    </a:cubicBezTo>
                    <a:cubicBezTo>
                      <a:pt x="42" y="21"/>
                      <a:pt x="42" y="21"/>
                      <a:pt x="42" y="21"/>
                    </a:cubicBezTo>
                    <a:cubicBezTo>
                      <a:pt x="5" y="0"/>
                      <a:pt x="5" y="0"/>
                      <a:pt x="5" y="0"/>
                    </a:cubicBezTo>
                    <a:cubicBezTo>
                      <a:pt x="5" y="0"/>
                      <a:pt x="5" y="0"/>
                      <a:pt x="5" y="0"/>
                    </a:cubicBezTo>
                    <a:cubicBezTo>
                      <a:pt x="5" y="0"/>
                      <a:pt x="4" y="0"/>
                      <a:pt x="4" y="0"/>
                    </a:cubicBezTo>
                    <a:cubicBezTo>
                      <a:pt x="4" y="0"/>
                      <a:pt x="4" y="0"/>
                      <a:pt x="3" y="0"/>
                    </a:cubicBezTo>
                    <a:cubicBezTo>
                      <a:pt x="3" y="0"/>
                      <a:pt x="3" y="0"/>
                      <a:pt x="3" y="0"/>
                    </a:cubicBezTo>
                    <a:cubicBezTo>
                      <a:pt x="3" y="0"/>
                      <a:pt x="3" y="0"/>
                      <a:pt x="3" y="0"/>
                    </a:cubicBezTo>
                    <a:cubicBezTo>
                      <a:pt x="3" y="0"/>
                      <a:pt x="2" y="0"/>
                      <a:pt x="2" y="0"/>
                    </a:cubicBezTo>
                    <a:cubicBezTo>
                      <a:pt x="2" y="0"/>
                      <a:pt x="2" y="0"/>
                      <a:pt x="1" y="0"/>
                    </a:cubicBezTo>
                    <a:cubicBezTo>
                      <a:pt x="1" y="0"/>
                      <a:pt x="1" y="0"/>
                      <a:pt x="1" y="1"/>
                    </a:cubicBezTo>
                    <a:cubicBezTo>
                      <a:pt x="1" y="1"/>
                      <a:pt x="1" y="1"/>
                      <a:pt x="0" y="1"/>
                    </a:cubicBezTo>
                    <a:cubicBezTo>
                      <a:pt x="0" y="1"/>
                      <a:pt x="0" y="1"/>
                      <a:pt x="0" y="2"/>
                    </a:cubicBezTo>
                    <a:cubicBezTo>
                      <a:pt x="0" y="2"/>
                      <a:pt x="0" y="2"/>
                      <a:pt x="0" y="2"/>
                    </a:cubicBezTo>
                    <a:cubicBezTo>
                      <a:pt x="0" y="2"/>
                      <a:pt x="0" y="2"/>
                      <a:pt x="0" y="2"/>
                    </a:cubicBezTo>
                    <a:cubicBezTo>
                      <a:pt x="0" y="3"/>
                      <a:pt x="0" y="3"/>
                      <a:pt x="0" y="3"/>
                    </a:cubicBezTo>
                    <a:cubicBezTo>
                      <a:pt x="0" y="3"/>
                      <a:pt x="0" y="3"/>
                      <a:pt x="0" y="3"/>
                    </a:cubicBezTo>
                    <a:cubicBezTo>
                      <a:pt x="0" y="45"/>
                      <a:pt x="0" y="45"/>
                      <a:pt x="0" y="45"/>
                    </a:cubicBezTo>
                    <a:cubicBezTo>
                      <a:pt x="0" y="45"/>
                      <a:pt x="0" y="45"/>
                      <a:pt x="0" y="45"/>
                    </a:cubicBezTo>
                    <a:cubicBezTo>
                      <a:pt x="0" y="45"/>
                      <a:pt x="0" y="45"/>
                      <a:pt x="0" y="46"/>
                    </a:cubicBezTo>
                    <a:cubicBezTo>
                      <a:pt x="0" y="46"/>
                      <a:pt x="0" y="46"/>
                      <a:pt x="0" y="46"/>
                    </a:cubicBezTo>
                    <a:cubicBezTo>
                      <a:pt x="0" y="46"/>
                      <a:pt x="0" y="46"/>
                      <a:pt x="0" y="47"/>
                    </a:cubicBezTo>
                    <a:cubicBezTo>
                      <a:pt x="1" y="47"/>
                      <a:pt x="1" y="48"/>
                      <a:pt x="2" y="48"/>
                    </a:cubicBezTo>
                    <a:cubicBezTo>
                      <a:pt x="2" y="48"/>
                      <a:pt x="2" y="48"/>
                      <a:pt x="2" y="48"/>
                    </a:cubicBezTo>
                    <a:cubicBezTo>
                      <a:pt x="2" y="48"/>
                      <a:pt x="3" y="48"/>
                      <a:pt x="3" y="48"/>
                    </a:cubicBezTo>
                    <a:cubicBezTo>
                      <a:pt x="3" y="48"/>
                      <a:pt x="3" y="48"/>
                      <a:pt x="3" y="48"/>
                    </a:cubicBezTo>
                    <a:cubicBezTo>
                      <a:pt x="3" y="48"/>
                      <a:pt x="3" y="48"/>
                      <a:pt x="3" y="48"/>
                    </a:cubicBezTo>
                    <a:cubicBezTo>
                      <a:pt x="3" y="48"/>
                      <a:pt x="3" y="48"/>
                      <a:pt x="3" y="48"/>
                    </a:cubicBezTo>
                    <a:cubicBezTo>
                      <a:pt x="4" y="48"/>
                      <a:pt x="4" y="48"/>
                      <a:pt x="4" y="48"/>
                    </a:cubicBezTo>
                    <a:cubicBezTo>
                      <a:pt x="5" y="48"/>
                      <a:pt x="5" y="48"/>
                      <a:pt x="5" y="48"/>
                    </a:cubicBezTo>
                    <a:cubicBezTo>
                      <a:pt x="5" y="48"/>
                      <a:pt x="5" y="48"/>
                      <a:pt x="5" y="48"/>
                    </a:cubicBezTo>
                    <a:cubicBezTo>
                      <a:pt x="42" y="27"/>
                      <a:pt x="42" y="27"/>
                      <a:pt x="42" y="27"/>
                    </a:cubicBezTo>
                    <a:cubicBezTo>
                      <a:pt x="42" y="27"/>
                      <a:pt x="42" y="27"/>
                      <a:pt x="42" y="27"/>
                    </a:cubicBezTo>
                    <a:cubicBezTo>
                      <a:pt x="42" y="27"/>
                      <a:pt x="42" y="27"/>
                      <a:pt x="43" y="26"/>
                    </a:cubicBezTo>
                    <a:cubicBezTo>
                      <a:pt x="43" y="26"/>
                      <a:pt x="43" y="26"/>
                      <a:pt x="43" y="26"/>
                    </a:cubicBezTo>
                    <a:cubicBezTo>
                      <a:pt x="43" y="26"/>
                      <a:pt x="43" y="26"/>
                      <a:pt x="43" y="26"/>
                    </a:cubicBezTo>
                    <a:cubicBezTo>
                      <a:pt x="43" y="26"/>
                      <a:pt x="43" y="26"/>
                      <a:pt x="43" y="25"/>
                    </a:cubicBezTo>
                    <a:cubicBezTo>
                      <a:pt x="43" y="25"/>
                      <a:pt x="43" y="25"/>
                      <a:pt x="43" y="25"/>
                    </a:cubicBezTo>
                    <a:cubicBezTo>
                      <a:pt x="43" y="24"/>
                      <a:pt x="43" y="24"/>
                      <a:pt x="43" y="24"/>
                    </a:cubicBezTo>
                    <a:cubicBezTo>
                      <a:pt x="43" y="24"/>
                      <a:pt x="43" y="24"/>
                      <a:pt x="43" y="23"/>
                    </a:cubicBezTo>
                    <a:cubicBezTo>
                      <a:pt x="43" y="23"/>
                      <a:pt x="43" y="23"/>
                      <a:pt x="43" y="23"/>
                    </a:cubicBezTo>
                    <a:close/>
                    <a:moveTo>
                      <a:pt x="7" y="39"/>
                    </a:moveTo>
                    <a:cubicBezTo>
                      <a:pt x="7" y="9"/>
                      <a:pt x="7" y="9"/>
                      <a:pt x="7" y="9"/>
                    </a:cubicBezTo>
                    <a:cubicBezTo>
                      <a:pt x="33" y="24"/>
                      <a:pt x="33" y="24"/>
                      <a:pt x="33" y="24"/>
                    </a:cubicBezTo>
                    <a:lnTo>
                      <a:pt x="7" y="39"/>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9" name="Freeform 13"/>
              <p:cNvSpPr/>
              <p:nvPr/>
            </p:nvSpPr>
            <p:spPr bwMode="auto">
              <a:xfrm>
                <a:off x="7277177" y="3739985"/>
                <a:ext cx="928609" cy="59970"/>
              </a:xfrm>
              <a:custGeom>
                <a:avLst/>
                <a:gdLst>
                  <a:gd name="T0" fmla="*/ 121 w 125"/>
                  <a:gd name="T1" fmla="*/ 0 h 8"/>
                  <a:gd name="T2" fmla="*/ 4 w 125"/>
                  <a:gd name="T3" fmla="*/ 0 h 8"/>
                  <a:gd name="T4" fmla="*/ 0 w 125"/>
                  <a:gd name="T5" fmla="*/ 4 h 8"/>
                  <a:gd name="T6" fmla="*/ 4 w 125"/>
                  <a:gd name="T7" fmla="*/ 8 h 8"/>
                  <a:gd name="T8" fmla="*/ 121 w 125"/>
                  <a:gd name="T9" fmla="*/ 8 h 8"/>
                  <a:gd name="T10" fmla="*/ 125 w 125"/>
                  <a:gd name="T11" fmla="*/ 4 h 8"/>
                  <a:gd name="T12" fmla="*/ 121 w 125"/>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5" h="8">
                    <a:moveTo>
                      <a:pt x="121" y="0"/>
                    </a:moveTo>
                    <a:cubicBezTo>
                      <a:pt x="4" y="0"/>
                      <a:pt x="4" y="0"/>
                      <a:pt x="4" y="0"/>
                    </a:cubicBezTo>
                    <a:cubicBezTo>
                      <a:pt x="2" y="0"/>
                      <a:pt x="0" y="2"/>
                      <a:pt x="0" y="4"/>
                    </a:cubicBezTo>
                    <a:cubicBezTo>
                      <a:pt x="0" y="6"/>
                      <a:pt x="2" y="8"/>
                      <a:pt x="4" y="8"/>
                    </a:cubicBezTo>
                    <a:cubicBezTo>
                      <a:pt x="121" y="8"/>
                      <a:pt x="121" y="8"/>
                      <a:pt x="121" y="8"/>
                    </a:cubicBezTo>
                    <a:cubicBezTo>
                      <a:pt x="123" y="8"/>
                      <a:pt x="125" y="6"/>
                      <a:pt x="125" y="4"/>
                    </a:cubicBezTo>
                    <a:cubicBezTo>
                      <a:pt x="125" y="2"/>
                      <a:pt x="123" y="0"/>
                      <a:pt x="121"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60" name="Freeform 14"/>
              <p:cNvSpPr/>
              <p:nvPr/>
            </p:nvSpPr>
            <p:spPr bwMode="auto">
              <a:xfrm>
                <a:off x="7864145" y="3501926"/>
                <a:ext cx="154466" cy="163552"/>
              </a:xfrm>
              <a:custGeom>
                <a:avLst/>
                <a:gdLst>
                  <a:gd name="T0" fmla="*/ 28 w 85"/>
                  <a:gd name="T1" fmla="*/ 0 h 90"/>
                  <a:gd name="T2" fmla="*/ 28 w 85"/>
                  <a:gd name="T3" fmla="*/ 29 h 90"/>
                  <a:gd name="T4" fmla="*/ 0 w 85"/>
                  <a:gd name="T5" fmla="*/ 29 h 90"/>
                  <a:gd name="T6" fmla="*/ 0 w 85"/>
                  <a:gd name="T7" fmla="*/ 29 h 90"/>
                  <a:gd name="T8" fmla="*/ 0 w 85"/>
                  <a:gd name="T9" fmla="*/ 58 h 90"/>
                  <a:gd name="T10" fmla="*/ 0 w 85"/>
                  <a:gd name="T11" fmla="*/ 62 h 90"/>
                  <a:gd name="T12" fmla="*/ 28 w 85"/>
                  <a:gd name="T13" fmla="*/ 62 h 90"/>
                  <a:gd name="T14" fmla="*/ 28 w 85"/>
                  <a:gd name="T15" fmla="*/ 90 h 90"/>
                  <a:gd name="T16" fmla="*/ 57 w 85"/>
                  <a:gd name="T17" fmla="*/ 90 h 90"/>
                  <a:gd name="T18" fmla="*/ 57 w 85"/>
                  <a:gd name="T19" fmla="*/ 62 h 90"/>
                  <a:gd name="T20" fmla="*/ 85 w 85"/>
                  <a:gd name="T21" fmla="*/ 62 h 90"/>
                  <a:gd name="T22" fmla="*/ 85 w 85"/>
                  <a:gd name="T23" fmla="*/ 58 h 90"/>
                  <a:gd name="T24" fmla="*/ 85 w 85"/>
                  <a:gd name="T25" fmla="*/ 29 h 90"/>
                  <a:gd name="T26" fmla="*/ 85 w 85"/>
                  <a:gd name="T27" fmla="*/ 29 h 90"/>
                  <a:gd name="T28" fmla="*/ 57 w 85"/>
                  <a:gd name="T29" fmla="*/ 29 h 90"/>
                  <a:gd name="T30" fmla="*/ 57 w 85"/>
                  <a:gd name="T31" fmla="*/ 0 h 90"/>
                  <a:gd name="T32" fmla="*/ 28 w 85"/>
                  <a:gd name="T33"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90">
                    <a:moveTo>
                      <a:pt x="28" y="0"/>
                    </a:moveTo>
                    <a:lnTo>
                      <a:pt x="28" y="29"/>
                    </a:lnTo>
                    <a:lnTo>
                      <a:pt x="0" y="29"/>
                    </a:lnTo>
                    <a:lnTo>
                      <a:pt x="0" y="29"/>
                    </a:lnTo>
                    <a:lnTo>
                      <a:pt x="0" y="58"/>
                    </a:lnTo>
                    <a:lnTo>
                      <a:pt x="0" y="62"/>
                    </a:lnTo>
                    <a:lnTo>
                      <a:pt x="28" y="62"/>
                    </a:lnTo>
                    <a:lnTo>
                      <a:pt x="28" y="90"/>
                    </a:lnTo>
                    <a:lnTo>
                      <a:pt x="57" y="90"/>
                    </a:lnTo>
                    <a:lnTo>
                      <a:pt x="57" y="62"/>
                    </a:lnTo>
                    <a:lnTo>
                      <a:pt x="85" y="62"/>
                    </a:lnTo>
                    <a:lnTo>
                      <a:pt x="85" y="58"/>
                    </a:lnTo>
                    <a:lnTo>
                      <a:pt x="85" y="29"/>
                    </a:lnTo>
                    <a:lnTo>
                      <a:pt x="85" y="29"/>
                    </a:lnTo>
                    <a:lnTo>
                      <a:pt x="57" y="29"/>
                    </a:lnTo>
                    <a:lnTo>
                      <a:pt x="57" y="0"/>
                    </a:lnTo>
                    <a:lnTo>
                      <a:pt x="28" y="0"/>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61" name="Freeform 15"/>
              <p:cNvSpPr/>
              <p:nvPr/>
            </p:nvSpPr>
            <p:spPr bwMode="auto">
              <a:xfrm>
                <a:off x="7255368" y="2789568"/>
                <a:ext cx="1090344" cy="825027"/>
              </a:xfrm>
              <a:custGeom>
                <a:avLst/>
                <a:gdLst>
                  <a:gd name="T0" fmla="*/ 125 w 147"/>
                  <a:gd name="T1" fmla="*/ 0 h 111"/>
                  <a:gd name="T2" fmla="*/ 125 w 147"/>
                  <a:gd name="T3" fmla="*/ 0 h 111"/>
                  <a:gd name="T4" fmla="*/ 7 w 147"/>
                  <a:gd name="T5" fmla="*/ 0 h 111"/>
                  <a:gd name="T6" fmla="*/ 0 w 147"/>
                  <a:gd name="T7" fmla="*/ 1 h 111"/>
                  <a:gd name="T8" fmla="*/ 0 w 147"/>
                  <a:gd name="T9" fmla="*/ 9 h 111"/>
                  <a:gd name="T10" fmla="*/ 7 w 147"/>
                  <a:gd name="T11" fmla="*/ 7 h 111"/>
                  <a:gd name="T12" fmla="*/ 124 w 147"/>
                  <a:gd name="T13" fmla="*/ 7 h 111"/>
                  <a:gd name="T14" fmla="*/ 140 w 147"/>
                  <a:gd name="T15" fmla="*/ 23 h 111"/>
                  <a:gd name="T16" fmla="*/ 140 w 147"/>
                  <a:gd name="T17" fmla="*/ 88 h 111"/>
                  <a:gd name="T18" fmla="*/ 124 w 147"/>
                  <a:gd name="T19" fmla="*/ 103 h 111"/>
                  <a:gd name="T20" fmla="*/ 111 w 147"/>
                  <a:gd name="T21" fmla="*/ 103 h 111"/>
                  <a:gd name="T22" fmla="*/ 111 w 147"/>
                  <a:gd name="T23" fmla="*/ 111 h 111"/>
                  <a:gd name="T24" fmla="*/ 125 w 147"/>
                  <a:gd name="T25" fmla="*/ 111 h 111"/>
                  <a:gd name="T26" fmla="*/ 125 w 147"/>
                  <a:gd name="T27" fmla="*/ 110 h 111"/>
                  <a:gd name="T28" fmla="*/ 147 w 147"/>
                  <a:gd name="T29" fmla="*/ 88 h 111"/>
                  <a:gd name="T30" fmla="*/ 147 w 147"/>
                  <a:gd name="T31" fmla="*/ 23 h 111"/>
                  <a:gd name="T32" fmla="*/ 125 w 147"/>
                  <a:gd name="T3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7" h="111">
                    <a:moveTo>
                      <a:pt x="125" y="0"/>
                    </a:moveTo>
                    <a:cubicBezTo>
                      <a:pt x="125" y="0"/>
                      <a:pt x="125" y="0"/>
                      <a:pt x="125" y="0"/>
                    </a:cubicBezTo>
                    <a:cubicBezTo>
                      <a:pt x="7" y="0"/>
                      <a:pt x="7" y="0"/>
                      <a:pt x="7" y="0"/>
                    </a:cubicBezTo>
                    <a:cubicBezTo>
                      <a:pt x="4" y="0"/>
                      <a:pt x="2" y="1"/>
                      <a:pt x="0" y="1"/>
                    </a:cubicBezTo>
                    <a:cubicBezTo>
                      <a:pt x="0" y="9"/>
                      <a:pt x="0" y="9"/>
                      <a:pt x="0" y="9"/>
                    </a:cubicBezTo>
                    <a:cubicBezTo>
                      <a:pt x="2" y="8"/>
                      <a:pt x="4" y="7"/>
                      <a:pt x="7" y="7"/>
                    </a:cubicBezTo>
                    <a:cubicBezTo>
                      <a:pt x="124" y="7"/>
                      <a:pt x="124" y="7"/>
                      <a:pt x="124" y="7"/>
                    </a:cubicBezTo>
                    <a:cubicBezTo>
                      <a:pt x="133" y="7"/>
                      <a:pt x="140" y="14"/>
                      <a:pt x="140" y="23"/>
                    </a:cubicBezTo>
                    <a:cubicBezTo>
                      <a:pt x="140" y="88"/>
                      <a:pt x="140" y="88"/>
                      <a:pt x="140" y="88"/>
                    </a:cubicBezTo>
                    <a:cubicBezTo>
                      <a:pt x="140" y="96"/>
                      <a:pt x="133" y="103"/>
                      <a:pt x="124" y="103"/>
                    </a:cubicBezTo>
                    <a:cubicBezTo>
                      <a:pt x="111" y="103"/>
                      <a:pt x="111" y="103"/>
                      <a:pt x="111" y="103"/>
                    </a:cubicBezTo>
                    <a:cubicBezTo>
                      <a:pt x="111" y="111"/>
                      <a:pt x="111" y="111"/>
                      <a:pt x="111" y="111"/>
                    </a:cubicBezTo>
                    <a:cubicBezTo>
                      <a:pt x="125" y="111"/>
                      <a:pt x="125" y="111"/>
                      <a:pt x="125" y="111"/>
                    </a:cubicBezTo>
                    <a:cubicBezTo>
                      <a:pt x="125" y="110"/>
                      <a:pt x="125" y="110"/>
                      <a:pt x="125" y="110"/>
                    </a:cubicBezTo>
                    <a:cubicBezTo>
                      <a:pt x="137" y="110"/>
                      <a:pt x="147" y="100"/>
                      <a:pt x="147" y="88"/>
                    </a:cubicBezTo>
                    <a:cubicBezTo>
                      <a:pt x="147" y="23"/>
                      <a:pt x="147" y="23"/>
                      <a:pt x="147" y="23"/>
                    </a:cubicBezTo>
                    <a:cubicBezTo>
                      <a:pt x="147" y="11"/>
                      <a:pt x="137" y="1"/>
                      <a:pt x="125"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grpSp>
      </p:grpSp>
      <p:grpSp>
        <p:nvGrpSpPr>
          <p:cNvPr id="62" name="组合 61"/>
          <p:cNvGrpSpPr/>
          <p:nvPr userDrawn="1"/>
        </p:nvGrpSpPr>
        <p:grpSpPr>
          <a:xfrm>
            <a:off x="756325" y="2805322"/>
            <a:ext cx="1762686" cy="1762683"/>
            <a:chOff x="1507108" y="2100648"/>
            <a:chExt cx="1627763" cy="1627761"/>
          </a:xfrm>
        </p:grpSpPr>
        <p:sp>
          <p:nvSpPr>
            <p:cNvPr id="63" name="矩形 62"/>
            <p:cNvSpPr/>
            <p:nvPr/>
          </p:nvSpPr>
          <p:spPr>
            <a:xfrm>
              <a:off x="1507110" y="2100648"/>
              <a:ext cx="1627761" cy="1627761"/>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grpSp>
          <p:nvGrpSpPr>
            <p:cNvPr id="64" name="组合 63"/>
            <p:cNvGrpSpPr/>
            <p:nvPr/>
          </p:nvGrpSpPr>
          <p:grpSpPr>
            <a:xfrm>
              <a:off x="1507108" y="2201164"/>
              <a:ext cx="1384865" cy="1466956"/>
              <a:chOff x="1550988" y="1668463"/>
              <a:chExt cx="615950" cy="652462"/>
            </a:xfrm>
          </p:grpSpPr>
          <p:sp>
            <p:nvSpPr>
              <p:cNvPr id="65" name="Freeform 5"/>
              <p:cNvSpPr/>
              <p:nvPr/>
            </p:nvSpPr>
            <p:spPr bwMode="auto">
              <a:xfrm>
                <a:off x="1550988" y="1962150"/>
                <a:ext cx="585788" cy="358775"/>
              </a:xfrm>
              <a:custGeom>
                <a:avLst/>
                <a:gdLst>
                  <a:gd name="T0" fmla="*/ 62 w 153"/>
                  <a:gd name="T1" fmla="*/ 94 h 94"/>
                  <a:gd name="T2" fmla="*/ 69 w 153"/>
                  <a:gd name="T3" fmla="*/ 91 h 94"/>
                  <a:gd name="T4" fmla="*/ 139 w 153"/>
                  <a:gd name="T5" fmla="*/ 22 h 94"/>
                  <a:gd name="T6" fmla="*/ 153 w 153"/>
                  <a:gd name="T7" fmla="*/ 0 h 94"/>
                  <a:gd name="T8" fmla="*/ 145 w 153"/>
                  <a:gd name="T9" fmla="*/ 0 h 94"/>
                  <a:gd name="T10" fmla="*/ 134 w 153"/>
                  <a:gd name="T11" fmla="*/ 16 h 94"/>
                  <a:gd name="T12" fmla="*/ 64 w 153"/>
                  <a:gd name="T13" fmla="*/ 86 h 94"/>
                  <a:gd name="T14" fmla="*/ 62 w 153"/>
                  <a:gd name="T15" fmla="*/ 87 h 94"/>
                  <a:gd name="T16" fmla="*/ 59 w 153"/>
                  <a:gd name="T17" fmla="*/ 86 h 94"/>
                  <a:gd name="T18" fmla="*/ 0 w 153"/>
                  <a:gd name="T19" fmla="*/ 27 h 94"/>
                  <a:gd name="T20" fmla="*/ 0 w 153"/>
                  <a:gd name="T21" fmla="*/ 36 h 94"/>
                  <a:gd name="T22" fmla="*/ 54 w 153"/>
                  <a:gd name="T23" fmla="*/ 91 h 94"/>
                  <a:gd name="T24" fmla="*/ 62 w 153"/>
                  <a:gd name="T25"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 h="94">
                    <a:moveTo>
                      <a:pt x="62" y="94"/>
                    </a:moveTo>
                    <a:cubicBezTo>
                      <a:pt x="64" y="94"/>
                      <a:pt x="67" y="93"/>
                      <a:pt x="69" y="91"/>
                    </a:cubicBezTo>
                    <a:cubicBezTo>
                      <a:pt x="139" y="22"/>
                      <a:pt x="139" y="22"/>
                      <a:pt x="139" y="22"/>
                    </a:cubicBezTo>
                    <a:cubicBezTo>
                      <a:pt x="145" y="15"/>
                      <a:pt x="150" y="8"/>
                      <a:pt x="153" y="0"/>
                    </a:cubicBezTo>
                    <a:cubicBezTo>
                      <a:pt x="145" y="0"/>
                      <a:pt x="145" y="0"/>
                      <a:pt x="145" y="0"/>
                    </a:cubicBezTo>
                    <a:cubicBezTo>
                      <a:pt x="142" y="6"/>
                      <a:pt x="139" y="12"/>
                      <a:pt x="134" y="16"/>
                    </a:cubicBezTo>
                    <a:cubicBezTo>
                      <a:pt x="64" y="86"/>
                      <a:pt x="64" y="86"/>
                      <a:pt x="64" y="86"/>
                    </a:cubicBezTo>
                    <a:cubicBezTo>
                      <a:pt x="63" y="87"/>
                      <a:pt x="62" y="87"/>
                      <a:pt x="62" y="87"/>
                    </a:cubicBezTo>
                    <a:cubicBezTo>
                      <a:pt x="61" y="87"/>
                      <a:pt x="60" y="87"/>
                      <a:pt x="59" y="86"/>
                    </a:cubicBezTo>
                    <a:cubicBezTo>
                      <a:pt x="0" y="27"/>
                      <a:pt x="0" y="27"/>
                      <a:pt x="0" y="27"/>
                    </a:cubicBezTo>
                    <a:cubicBezTo>
                      <a:pt x="0" y="36"/>
                      <a:pt x="0" y="36"/>
                      <a:pt x="0" y="36"/>
                    </a:cubicBezTo>
                    <a:cubicBezTo>
                      <a:pt x="54" y="91"/>
                      <a:pt x="54" y="91"/>
                      <a:pt x="54" y="91"/>
                    </a:cubicBezTo>
                    <a:cubicBezTo>
                      <a:pt x="56" y="93"/>
                      <a:pt x="59" y="94"/>
                      <a:pt x="62" y="9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797" tIns="45899" rIns="91797" bIns="45899" numCol="1" anchor="t" anchorCtr="0" compatLnSpc="1"/>
              <a:lstStyle/>
              <a:p>
                <a:endParaRPr lang="zh-CN" altLang="en-US" sz="1805">
                  <a:solidFill>
                    <a:prstClr val="black"/>
                  </a:solidFill>
                </a:endParaRPr>
              </a:p>
            </p:txBody>
          </p:sp>
          <p:sp>
            <p:nvSpPr>
              <p:cNvPr id="66" name="Freeform 6"/>
              <p:cNvSpPr/>
              <p:nvPr/>
            </p:nvSpPr>
            <p:spPr bwMode="auto">
              <a:xfrm>
                <a:off x="1550988" y="1668463"/>
                <a:ext cx="588963" cy="160337"/>
              </a:xfrm>
              <a:custGeom>
                <a:avLst/>
                <a:gdLst>
                  <a:gd name="T0" fmla="*/ 139 w 154"/>
                  <a:gd name="T1" fmla="*/ 18 h 42"/>
                  <a:gd name="T2" fmla="*/ 114 w 154"/>
                  <a:gd name="T3" fmla="*/ 3 h 42"/>
                  <a:gd name="T4" fmla="*/ 83 w 154"/>
                  <a:gd name="T5" fmla="*/ 3 h 42"/>
                  <a:gd name="T6" fmla="*/ 62 w 154"/>
                  <a:gd name="T7" fmla="*/ 13 h 42"/>
                  <a:gd name="T8" fmla="*/ 40 w 154"/>
                  <a:gd name="T9" fmla="*/ 3 h 42"/>
                  <a:gd name="T10" fmla="*/ 9 w 154"/>
                  <a:gd name="T11" fmla="*/ 3 h 42"/>
                  <a:gd name="T12" fmla="*/ 0 w 154"/>
                  <a:gd name="T13" fmla="*/ 7 h 42"/>
                  <a:gd name="T14" fmla="*/ 0 w 154"/>
                  <a:gd name="T15" fmla="*/ 15 h 42"/>
                  <a:gd name="T16" fmla="*/ 11 w 154"/>
                  <a:gd name="T17" fmla="*/ 10 h 42"/>
                  <a:gd name="T18" fmla="*/ 26 w 154"/>
                  <a:gd name="T19" fmla="*/ 8 h 42"/>
                  <a:gd name="T20" fmla="*/ 38 w 154"/>
                  <a:gd name="T21" fmla="*/ 9 h 42"/>
                  <a:gd name="T22" fmla="*/ 59 w 154"/>
                  <a:gd name="T23" fmla="*/ 21 h 42"/>
                  <a:gd name="T24" fmla="*/ 62 w 154"/>
                  <a:gd name="T25" fmla="*/ 22 h 42"/>
                  <a:gd name="T26" fmla="*/ 64 w 154"/>
                  <a:gd name="T27" fmla="*/ 21 h 42"/>
                  <a:gd name="T28" fmla="*/ 85 w 154"/>
                  <a:gd name="T29" fmla="*/ 9 h 42"/>
                  <a:gd name="T30" fmla="*/ 112 w 154"/>
                  <a:gd name="T31" fmla="*/ 10 h 42"/>
                  <a:gd name="T32" fmla="*/ 134 w 154"/>
                  <a:gd name="T33" fmla="*/ 23 h 42"/>
                  <a:gd name="T34" fmla="*/ 146 w 154"/>
                  <a:gd name="T35" fmla="*/ 42 h 42"/>
                  <a:gd name="T36" fmla="*/ 154 w 154"/>
                  <a:gd name="T37" fmla="*/ 42 h 42"/>
                  <a:gd name="T38" fmla="*/ 153 w 154"/>
                  <a:gd name="T39" fmla="*/ 42 h 42"/>
                  <a:gd name="T40" fmla="*/ 139 w 154"/>
                  <a:gd name="T41"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4" h="42">
                    <a:moveTo>
                      <a:pt x="139" y="18"/>
                    </a:moveTo>
                    <a:cubicBezTo>
                      <a:pt x="132" y="11"/>
                      <a:pt x="123" y="6"/>
                      <a:pt x="114" y="3"/>
                    </a:cubicBezTo>
                    <a:cubicBezTo>
                      <a:pt x="104" y="0"/>
                      <a:pt x="94" y="0"/>
                      <a:pt x="83" y="3"/>
                    </a:cubicBezTo>
                    <a:cubicBezTo>
                      <a:pt x="76" y="5"/>
                      <a:pt x="68" y="8"/>
                      <a:pt x="62" y="13"/>
                    </a:cubicBezTo>
                    <a:cubicBezTo>
                      <a:pt x="55" y="8"/>
                      <a:pt x="48" y="5"/>
                      <a:pt x="40" y="3"/>
                    </a:cubicBezTo>
                    <a:cubicBezTo>
                      <a:pt x="29" y="0"/>
                      <a:pt x="19" y="0"/>
                      <a:pt x="9" y="3"/>
                    </a:cubicBezTo>
                    <a:cubicBezTo>
                      <a:pt x="6" y="4"/>
                      <a:pt x="3" y="6"/>
                      <a:pt x="0" y="7"/>
                    </a:cubicBezTo>
                    <a:cubicBezTo>
                      <a:pt x="0" y="15"/>
                      <a:pt x="0" y="15"/>
                      <a:pt x="0" y="15"/>
                    </a:cubicBezTo>
                    <a:cubicBezTo>
                      <a:pt x="3" y="13"/>
                      <a:pt x="7" y="11"/>
                      <a:pt x="11" y="10"/>
                    </a:cubicBezTo>
                    <a:cubicBezTo>
                      <a:pt x="16" y="9"/>
                      <a:pt x="21" y="8"/>
                      <a:pt x="26" y="8"/>
                    </a:cubicBezTo>
                    <a:cubicBezTo>
                      <a:pt x="30" y="8"/>
                      <a:pt x="34" y="8"/>
                      <a:pt x="38" y="9"/>
                    </a:cubicBezTo>
                    <a:cubicBezTo>
                      <a:pt x="46" y="11"/>
                      <a:pt x="53" y="15"/>
                      <a:pt x="59" y="21"/>
                    </a:cubicBezTo>
                    <a:cubicBezTo>
                      <a:pt x="62" y="22"/>
                      <a:pt x="62" y="22"/>
                      <a:pt x="62" y="22"/>
                    </a:cubicBezTo>
                    <a:cubicBezTo>
                      <a:pt x="64" y="21"/>
                      <a:pt x="64" y="21"/>
                      <a:pt x="64" y="21"/>
                    </a:cubicBezTo>
                    <a:cubicBezTo>
                      <a:pt x="70" y="15"/>
                      <a:pt x="78" y="11"/>
                      <a:pt x="85" y="9"/>
                    </a:cubicBezTo>
                    <a:cubicBezTo>
                      <a:pt x="94" y="7"/>
                      <a:pt x="103" y="7"/>
                      <a:pt x="112" y="10"/>
                    </a:cubicBezTo>
                    <a:cubicBezTo>
                      <a:pt x="120" y="13"/>
                      <a:pt x="128" y="17"/>
                      <a:pt x="134" y="23"/>
                    </a:cubicBezTo>
                    <a:cubicBezTo>
                      <a:pt x="139" y="28"/>
                      <a:pt x="143" y="35"/>
                      <a:pt x="146" y="42"/>
                    </a:cubicBezTo>
                    <a:cubicBezTo>
                      <a:pt x="154" y="42"/>
                      <a:pt x="154" y="42"/>
                      <a:pt x="154" y="42"/>
                    </a:cubicBezTo>
                    <a:cubicBezTo>
                      <a:pt x="153" y="42"/>
                      <a:pt x="153" y="42"/>
                      <a:pt x="153" y="42"/>
                    </a:cubicBezTo>
                    <a:cubicBezTo>
                      <a:pt x="150" y="33"/>
                      <a:pt x="145" y="25"/>
                      <a:pt x="139" y="1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797" tIns="45899" rIns="91797" bIns="45899" numCol="1" anchor="t" anchorCtr="0" compatLnSpc="1"/>
              <a:lstStyle/>
              <a:p>
                <a:endParaRPr lang="zh-CN" altLang="en-US" sz="1805">
                  <a:solidFill>
                    <a:prstClr val="black"/>
                  </a:solidFill>
                </a:endParaRPr>
              </a:p>
            </p:txBody>
          </p:sp>
          <p:sp>
            <p:nvSpPr>
              <p:cNvPr id="67" name="Freeform 7"/>
              <p:cNvSpPr/>
              <p:nvPr/>
            </p:nvSpPr>
            <p:spPr bwMode="auto">
              <a:xfrm>
                <a:off x="2087563" y="1855788"/>
                <a:ext cx="79375" cy="79375"/>
              </a:xfrm>
              <a:custGeom>
                <a:avLst/>
                <a:gdLst>
                  <a:gd name="T0" fmla="*/ 50 w 50"/>
                  <a:gd name="T1" fmla="*/ 17 h 50"/>
                  <a:gd name="T2" fmla="*/ 33 w 50"/>
                  <a:gd name="T3" fmla="*/ 17 h 50"/>
                  <a:gd name="T4" fmla="*/ 33 w 50"/>
                  <a:gd name="T5" fmla="*/ 0 h 50"/>
                  <a:gd name="T6" fmla="*/ 16 w 50"/>
                  <a:gd name="T7" fmla="*/ 0 h 50"/>
                  <a:gd name="T8" fmla="*/ 16 w 50"/>
                  <a:gd name="T9" fmla="*/ 17 h 50"/>
                  <a:gd name="T10" fmla="*/ 0 w 50"/>
                  <a:gd name="T11" fmla="*/ 17 h 50"/>
                  <a:gd name="T12" fmla="*/ 0 w 50"/>
                  <a:gd name="T13" fmla="*/ 33 h 50"/>
                  <a:gd name="T14" fmla="*/ 16 w 50"/>
                  <a:gd name="T15" fmla="*/ 33 h 50"/>
                  <a:gd name="T16" fmla="*/ 16 w 50"/>
                  <a:gd name="T17" fmla="*/ 50 h 50"/>
                  <a:gd name="T18" fmla="*/ 33 w 50"/>
                  <a:gd name="T19" fmla="*/ 50 h 50"/>
                  <a:gd name="T20" fmla="*/ 33 w 50"/>
                  <a:gd name="T21" fmla="*/ 33 h 50"/>
                  <a:gd name="T22" fmla="*/ 50 w 50"/>
                  <a:gd name="T23" fmla="*/ 33 h 50"/>
                  <a:gd name="T24" fmla="*/ 50 w 50"/>
                  <a:gd name="T25"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50">
                    <a:moveTo>
                      <a:pt x="50" y="17"/>
                    </a:moveTo>
                    <a:lnTo>
                      <a:pt x="33" y="17"/>
                    </a:lnTo>
                    <a:lnTo>
                      <a:pt x="33" y="0"/>
                    </a:lnTo>
                    <a:lnTo>
                      <a:pt x="16" y="0"/>
                    </a:lnTo>
                    <a:lnTo>
                      <a:pt x="16" y="17"/>
                    </a:lnTo>
                    <a:lnTo>
                      <a:pt x="0" y="17"/>
                    </a:lnTo>
                    <a:lnTo>
                      <a:pt x="0" y="33"/>
                    </a:lnTo>
                    <a:lnTo>
                      <a:pt x="16" y="33"/>
                    </a:lnTo>
                    <a:lnTo>
                      <a:pt x="16" y="50"/>
                    </a:lnTo>
                    <a:lnTo>
                      <a:pt x="33" y="50"/>
                    </a:lnTo>
                    <a:lnTo>
                      <a:pt x="33" y="33"/>
                    </a:lnTo>
                    <a:lnTo>
                      <a:pt x="50" y="33"/>
                    </a:lnTo>
                    <a:lnTo>
                      <a:pt x="50"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797" tIns="45899" rIns="91797" bIns="45899" numCol="1" anchor="t" anchorCtr="0" compatLnSpc="1"/>
              <a:lstStyle/>
              <a:p>
                <a:endParaRPr lang="zh-CN" altLang="en-US" sz="1805">
                  <a:solidFill>
                    <a:prstClr val="black"/>
                  </a:solidFill>
                </a:endParaRPr>
              </a:p>
            </p:txBody>
          </p:sp>
        </p:grpSp>
      </p:grpSp>
      <p:grpSp>
        <p:nvGrpSpPr>
          <p:cNvPr id="68" name="组合 67"/>
          <p:cNvGrpSpPr/>
          <p:nvPr userDrawn="1"/>
        </p:nvGrpSpPr>
        <p:grpSpPr>
          <a:xfrm>
            <a:off x="3540794" y="2805322"/>
            <a:ext cx="1762686" cy="1762683"/>
            <a:chOff x="4146320" y="2100648"/>
            <a:chExt cx="1627764" cy="1627761"/>
          </a:xfrm>
        </p:grpSpPr>
        <p:sp>
          <p:nvSpPr>
            <p:cNvPr id="69" name="矩形 68"/>
            <p:cNvSpPr/>
            <p:nvPr/>
          </p:nvSpPr>
          <p:spPr>
            <a:xfrm>
              <a:off x="4146323" y="2100648"/>
              <a:ext cx="1627761" cy="1627761"/>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pic>
          <p:nvPicPr>
            <p:cNvPr id="70" name="图片 69"/>
            <p:cNvPicPr>
              <a:picLocks noChangeAspect="1"/>
            </p:cNvPicPr>
            <p:nvPr/>
          </p:nvPicPr>
          <p:blipFill>
            <a:blip r:embed="rId2" cstate="print"/>
            <a:stretch>
              <a:fillRect/>
            </a:stretch>
          </p:blipFill>
          <p:spPr>
            <a:xfrm>
              <a:off x="4146320" y="2201164"/>
              <a:ext cx="1472700" cy="1527245"/>
            </a:xfrm>
            <a:prstGeom prst="rect">
              <a:avLst/>
            </a:prstGeom>
          </p:spPr>
        </p:pic>
      </p:grpSp>
      <p:sp>
        <p:nvSpPr>
          <p:cNvPr id="75" name="文本占位符 11"/>
          <p:cNvSpPr>
            <a:spLocks noGrp="1"/>
          </p:cNvSpPr>
          <p:nvPr>
            <p:ph type="body" sz="quarter" idx="16" hasCustomPrompt="1"/>
          </p:nvPr>
        </p:nvSpPr>
        <p:spPr>
          <a:xfrm>
            <a:off x="888171" y="4808771"/>
            <a:ext cx="1496307" cy="1257992"/>
          </a:xfrm>
          <a:prstGeom prst="rect">
            <a:avLst/>
          </a:prstGeom>
        </p:spPr>
        <p:txBody>
          <a:bodyPr>
            <a:normAutofit/>
          </a:bodyPr>
          <a:lstStyle>
            <a:lvl1pPr marL="0" indent="0" algn="ctr">
              <a:lnSpc>
                <a:spcPct val="100000"/>
              </a:lnSpc>
              <a:spcBef>
                <a:spcPts val="0"/>
              </a:spcBef>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6" name="文本占位符 11"/>
          <p:cNvSpPr>
            <a:spLocks noGrp="1"/>
          </p:cNvSpPr>
          <p:nvPr>
            <p:ph type="body" sz="quarter" idx="17" hasCustomPrompt="1"/>
          </p:nvPr>
        </p:nvSpPr>
        <p:spPr>
          <a:xfrm>
            <a:off x="3677711" y="4808771"/>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7" name="文本占位符 11"/>
          <p:cNvSpPr>
            <a:spLocks noGrp="1"/>
          </p:cNvSpPr>
          <p:nvPr>
            <p:ph type="body" sz="quarter" idx="18" hasCustomPrompt="1"/>
          </p:nvPr>
        </p:nvSpPr>
        <p:spPr>
          <a:xfrm>
            <a:off x="6453376" y="4808771"/>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8" name="文本占位符 11"/>
          <p:cNvSpPr>
            <a:spLocks noGrp="1"/>
          </p:cNvSpPr>
          <p:nvPr>
            <p:ph type="body" sz="quarter" idx="19" hasCustomPrompt="1"/>
          </p:nvPr>
        </p:nvSpPr>
        <p:spPr>
          <a:xfrm>
            <a:off x="9242916" y="4819034"/>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38" name="文本占位符 11"/>
          <p:cNvSpPr>
            <a:spLocks noGrp="1"/>
          </p:cNvSpPr>
          <p:nvPr>
            <p:ph type="body" sz="quarter" idx="13" hasCustomPrompt="1"/>
          </p:nvPr>
        </p:nvSpPr>
        <p:spPr>
          <a:xfrm>
            <a:off x="648000" y="432000"/>
            <a:ext cx="10210270" cy="1042728"/>
          </a:xfrm>
          <a:prstGeom prst="rect">
            <a:avLst/>
          </a:prstGeom>
        </p:spPr>
        <p:txBody>
          <a:bodyPr>
            <a:normAutofit/>
          </a:bodyPr>
          <a:lstStyle>
            <a:lvl1pPr marL="0" indent="0">
              <a:lnSpc>
                <a:spcPct val="100000"/>
              </a:lnSpc>
              <a:spcBef>
                <a:spcPts val="0"/>
              </a:spcBef>
              <a:buNone/>
              <a:defRPr sz="28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a:t>
            </a:r>
            <a:endParaRPr lang="en-US" altLang="zh-CN" dirty="0"/>
          </a:p>
          <a:p>
            <a:r>
              <a:rPr lang="zh-CN" altLang="en-US" dirty="0"/>
              <a:t> </a:t>
            </a:r>
            <a:endParaRPr lang="zh-CN" altLang="en-US" dirty="0"/>
          </a:p>
        </p:txBody>
      </p:sp>
      <p:sp>
        <p:nvSpPr>
          <p:cNvPr id="39" name="文本占位符 11"/>
          <p:cNvSpPr>
            <a:spLocks noGrp="1"/>
          </p:cNvSpPr>
          <p:nvPr>
            <p:ph type="body" sz="quarter" idx="15" hasCustomPrompt="1"/>
          </p:nvPr>
        </p:nvSpPr>
        <p:spPr>
          <a:xfrm>
            <a:off x="648000" y="1764000"/>
            <a:ext cx="10210270" cy="889625"/>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内容与标题">
    <p:spTree>
      <p:nvGrpSpPr>
        <p:cNvPr id="1" name=""/>
        <p:cNvGrpSpPr/>
        <p:nvPr/>
      </p:nvGrpSpPr>
      <p:grpSpPr>
        <a:xfrm>
          <a:off x="0" y="0"/>
          <a:ext cx="0" cy="0"/>
          <a:chOff x="0" y="0"/>
          <a:chExt cx="0" cy="0"/>
        </a:xfrm>
      </p:grpSpPr>
      <p:pic>
        <p:nvPicPr>
          <p:cNvPr id="31" name="图片 30"/>
          <p:cNvPicPr>
            <a:picLocks noChangeAspect="1"/>
          </p:cNvPicPr>
          <p:nvPr userDrawn="1"/>
        </p:nvPicPr>
        <p:blipFill>
          <a:blip r:embed="rId2" cstate="screen"/>
          <a:stretch>
            <a:fillRect/>
          </a:stretch>
        </p:blipFill>
        <p:spPr>
          <a:xfrm>
            <a:off x="5455359" y="5760000"/>
            <a:ext cx="1281283" cy="416723"/>
          </a:xfrm>
          <a:prstGeom prst="rect">
            <a:avLst/>
          </a:prstGeom>
        </p:spPr>
      </p:pic>
      <p:grpSp>
        <p:nvGrpSpPr>
          <p:cNvPr id="32" name="组合 31"/>
          <p:cNvGrpSpPr/>
          <p:nvPr userDrawn="1"/>
        </p:nvGrpSpPr>
        <p:grpSpPr>
          <a:xfrm>
            <a:off x="4319783" y="2239060"/>
            <a:ext cx="3552435" cy="1933444"/>
            <a:chOff x="-1906587" y="2205038"/>
            <a:chExt cx="3138488" cy="1708149"/>
          </a:xfrm>
          <a:solidFill>
            <a:srgbClr val="005BAC"/>
          </a:solidFill>
        </p:grpSpPr>
        <p:sp>
          <p:nvSpPr>
            <p:cNvPr id="33" name="Freeform 5"/>
            <p:cNvSpPr/>
            <p:nvPr/>
          </p:nvSpPr>
          <p:spPr bwMode="auto">
            <a:xfrm>
              <a:off x="-474662" y="2205038"/>
              <a:ext cx="1706563" cy="1708149"/>
            </a:xfrm>
            <a:custGeom>
              <a:avLst/>
              <a:gdLst>
                <a:gd name="T0" fmla="*/ 907 w 907"/>
                <a:gd name="T1" fmla="*/ 907 h 907"/>
                <a:gd name="T2" fmla="*/ 0 w 907"/>
                <a:gd name="T3" fmla="*/ 907 h 907"/>
                <a:gd name="T4" fmla="*/ 0 w 907"/>
                <a:gd name="T5" fmla="*/ 794 h 907"/>
                <a:gd name="T6" fmla="*/ 14 w 907"/>
                <a:gd name="T7" fmla="*/ 794 h 907"/>
                <a:gd name="T8" fmla="*/ 14 w 907"/>
                <a:gd name="T9" fmla="*/ 894 h 907"/>
                <a:gd name="T10" fmla="*/ 893 w 907"/>
                <a:gd name="T11" fmla="*/ 894 h 907"/>
                <a:gd name="T12" fmla="*/ 893 w 907"/>
                <a:gd name="T13" fmla="*/ 67 h 907"/>
                <a:gd name="T14" fmla="*/ 840 w 907"/>
                <a:gd name="T15" fmla="*/ 14 h 907"/>
                <a:gd name="T16" fmla="*/ 14 w 907"/>
                <a:gd name="T17" fmla="*/ 14 h 907"/>
                <a:gd name="T18" fmla="*/ 14 w 907"/>
                <a:gd name="T19" fmla="*/ 114 h 907"/>
                <a:gd name="T20" fmla="*/ 0 w 907"/>
                <a:gd name="T21" fmla="*/ 114 h 907"/>
                <a:gd name="T22" fmla="*/ 0 w 907"/>
                <a:gd name="T23" fmla="*/ 0 h 907"/>
                <a:gd name="T24" fmla="*/ 840 w 907"/>
                <a:gd name="T25" fmla="*/ 0 h 907"/>
                <a:gd name="T26" fmla="*/ 907 w 907"/>
                <a:gd name="T27" fmla="*/ 67 h 907"/>
                <a:gd name="T28" fmla="*/ 907 w 907"/>
                <a:gd name="T29" fmla="*/ 907 h 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07" h="907">
                  <a:moveTo>
                    <a:pt x="907" y="907"/>
                  </a:moveTo>
                  <a:cubicBezTo>
                    <a:pt x="0" y="907"/>
                    <a:pt x="0" y="907"/>
                    <a:pt x="0" y="907"/>
                  </a:cubicBezTo>
                  <a:cubicBezTo>
                    <a:pt x="0" y="794"/>
                    <a:pt x="0" y="794"/>
                    <a:pt x="0" y="794"/>
                  </a:cubicBezTo>
                  <a:cubicBezTo>
                    <a:pt x="14" y="794"/>
                    <a:pt x="14" y="794"/>
                    <a:pt x="14" y="794"/>
                  </a:cubicBezTo>
                  <a:cubicBezTo>
                    <a:pt x="14" y="894"/>
                    <a:pt x="14" y="894"/>
                    <a:pt x="14" y="894"/>
                  </a:cubicBezTo>
                  <a:cubicBezTo>
                    <a:pt x="893" y="894"/>
                    <a:pt x="893" y="894"/>
                    <a:pt x="893" y="894"/>
                  </a:cubicBezTo>
                  <a:cubicBezTo>
                    <a:pt x="893" y="67"/>
                    <a:pt x="893" y="67"/>
                    <a:pt x="893" y="67"/>
                  </a:cubicBezTo>
                  <a:cubicBezTo>
                    <a:pt x="893" y="38"/>
                    <a:pt x="869" y="14"/>
                    <a:pt x="840" y="14"/>
                  </a:cubicBezTo>
                  <a:cubicBezTo>
                    <a:pt x="14" y="14"/>
                    <a:pt x="14" y="14"/>
                    <a:pt x="14" y="14"/>
                  </a:cubicBezTo>
                  <a:cubicBezTo>
                    <a:pt x="14" y="114"/>
                    <a:pt x="14" y="114"/>
                    <a:pt x="14" y="114"/>
                  </a:cubicBezTo>
                  <a:cubicBezTo>
                    <a:pt x="0" y="114"/>
                    <a:pt x="0" y="114"/>
                    <a:pt x="0" y="114"/>
                  </a:cubicBezTo>
                  <a:cubicBezTo>
                    <a:pt x="0" y="0"/>
                    <a:pt x="0" y="0"/>
                    <a:pt x="0" y="0"/>
                  </a:cubicBezTo>
                  <a:cubicBezTo>
                    <a:pt x="840" y="0"/>
                    <a:pt x="840" y="0"/>
                    <a:pt x="840" y="0"/>
                  </a:cubicBezTo>
                  <a:cubicBezTo>
                    <a:pt x="877" y="0"/>
                    <a:pt x="907" y="30"/>
                    <a:pt x="907" y="67"/>
                  </a:cubicBezTo>
                  <a:lnTo>
                    <a:pt x="907" y="9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6"/>
            <p:cNvSpPr/>
            <p:nvPr/>
          </p:nvSpPr>
          <p:spPr bwMode="auto">
            <a:xfrm>
              <a:off x="-1604962" y="3225800"/>
              <a:ext cx="133350" cy="193675"/>
            </a:xfrm>
            <a:custGeom>
              <a:avLst/>
              <a:gdLst>
                <a:gd name="T0" fmla="*/ 69 w 71"/>
                <a:gd name="T1" fmla="*/ 11 h 103"/>
                <a:gd name="T2" fmla="*/ 42 w 71"/>
                <a:gd name="T3" fmla="*/ 11 h 103"/>
                <a:gd name="T4" fmla="*/ 42 w 71"/>
                <a:gd name="T5" fmla="*/ 100 h 103"/>
                <a:gd name="T6" fmla="*/ 39 w 71"/>
                <a:gd name="T7" fmla="*/ 103 h 103"/>
                <a:gd name="T8" fmla="*/ 32 w 71"/>
                <a:gd name="T9" fmla="*/ 103 h 103"/>
                <a:gd name="T10" fmla="*/ 29 w 71"/>
                <a:gd name="T11" fmla="*/ 100 h 103"/>
                <a:gd name="T12" fmla="*/ 29 w 71"/>
                <a:gd name="T13" fmla="*/ 11 h 103"/>
                <a:gd name="T14" fmla="*/ 2 w 71"/>
                <a:gd name="T15" fmla="*/ 11 h 103"/>
                <a:gd name="T16" fmla="*/ 0 w 71"/>
                <a:gd name="T17" fmla="*/ 9 h 103"/>
                <a:gd name="T18" fmla="*/ 0 w 71"/>
                <a:gd name="T19" fmla="*/ 2 h 103"/>
                <a:gd name="T20" fmla="*/ 2 w 71"/>
                <a:gd name="T21" fmla="*/ 0 h 103"/>
                <a:gd name="T22" fmla="*/ 69 w 71"/>
                <a:gd name="T23" fmla="*/ 0 h 103"/>
                <a:gd name="T24" fmla="*/ 71 w 71"/>
                <a:gd name="T25" fmla="*/ 2 h 103"/>
                <a:gd name="T26" fmla="*/ 71 w 71"/>
                <a:gd name="T27" fmla="*/ 9 h 103"/>
                <a:gd name="T28" fmla="*/ 69 w 71"/>
                <a:gd name="T29" fmla="*/ 1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 h="103">
                  <a:moveTo>
                    <a:pt x="69" y="11"/>
                  </a:moveTo>
                  <a:cubicBezTo>
                    <a:pt x="42" y="11"/>
                    <a:pt x="42" y="11"/>
                    <a:pt x="42" y="11"/>
                  </a:cubicBezTo>
                  <a:cubicBezTo>
                    <a:pt x="42" y="100"/>
                    <a:pt x="42" y="100"/>
                    <a:pt x="42" y="100"/>
                  </a:cubicBezTo>
                  <a:cubicBezTo>
                    <a:pt x="42" y="101"/>
                    <a:pt x="41" y="103"/>
                    <a:pt x="39" y="103"/>
                  </a:cubicBezTo>
                  <a:cubicBezTo>
                    <a:pt x="32" y="103"/>
                    <a:pt x="32" y="103"/>
                    <a:pt x="32" y="103"/>
                  </a:cubicBezTo>
                  <a:cubicBezTo>
                    <a:pt x="30" y="103"/>
                    <a:pt x="29" y="101"/>
                    <a:pt x="29" y="100"/>
                  </a:cubicBezTo>
                  <a:cubicBezTo>
                    <a:pt x="29" y="11"/>
                    <a:pt x="29" y="11"/>
                    <a:pt x="29" y="11"/>
                  </a:cubicBezTo>
                  <a:cubicBezTo>
                    <a:pt x="2" y="11"/>
                    <a:pt x="2" y="11"/>
                    <a:pt x="2" y="11"/>
                  </a:cubicBezTo>
                  <a:cubicBezTo>
                    <a:pt x="1" y="11"/>
                    <a:pt x="0" y="10"/>
                    <a:pt x="0" y="9"/>
                  </a:cubicBezTo>
                  <a:cubicBezTo>
                    <a:pt x="0" y="2"/>
                    <a:pt x="0" y="2"/>
                    <a:pt x="0" y="2"/>
                  </a:cubicBezTo>
                  <a:cubicBezTo>
                    <a:pt x="0" y="1"/>
                    <a:pt x="1" y="0"/>
                    <a:pt x="2" y="0"/>
                  </a:cubicBezTo>
                  <a:cubicBezTo>
                    <a:pt x="69" y="0"/>
                    <a:pt x="69" y="0"/>
                    <a:pt x="69" y="0"/>
                  </a:cubicBezTo>
                  <a:cubicBezTo>
                    <a:pt x="70" y="0"/>
                    <a:pt x="71" y="1"/>
                    <a:pt x="71" y="2"/>
                  </a:cubicBezTo>
                  <a:cubicBezTo>
                    <a:pt x="71" y="9"/>
                    <a:pt x="71" y="9"/>
                    <a:pt x="71" y="9"/>
                  </a:cubicBezTo>
                  <a:cubicBezTo>
                    <a:pt x="71" y="10"/>
                    <a:pt x="70" y="11"/>
                    <a:pt x="6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7"/>
            <p:cNvSpPr/>
            <p:nvPr/>
          </p:nvSpPr>
          <p:spPr bwMode="auto">
            <a:xfrm>
              <a:off x="-1443037" y="3224213"/>
              <a:ext cx="109538" cy="195262"/>
            </a:xfrm>
            <a:custGeom>
              <a:avLst/>
              <a:gdLst>
                <a:gd name="T0" fmla="*/ 55 w 58"/>
                <a:gd name="T1" fmla="*/ 104 h 104"/>
                <a:gd name="T2" fmla="*/ 48 w 58"/>
                <a:gd name="T3" fmla="*/ 104 h 104"/>
                <a:gd name="T4" fmla="*/ 46 w 58"/>
                <a:gd name="T5" fmla="*/ 101 h 104"/>
                <a:gd name="T6" fmla="*/ 46 w 58"/>
                <a:gd name="T7" fmla="*/ 55 h 104"/>
                <a:gd name="T8" fmla="*/ 31 w 58"/>
                <a:gd name="T9" fmla="*/ 37 h 104"/>
                <a:gd name="T10" fmla="*/ 12 w 58"/>
                <a:gd name="T11" fmla="*/ 41 h 104"/>
                <a:gd name="T12" fmla="*/ 12 w 58"/>
                <a:gd name="T13" fmla="*/ 101 h 104"/>
                <a:gd name="T14" fmla="*/ 9 w 58"/>
                <a:gd name="T15" fmla="*/ 104 h 104"/>
                <a:gd name="T16" fmla="*/ 2 w 58"/>
                <a:gd name="T17" fmla="*/ 104 h 104"/>
                <a:gd name="T18" fmla="*/ 0 w 58"/>
                <a:gd name="T19" fmla="*/ 101 h 104"/>
                <a:gd name="T20" fmla="*/ 0 w 58"/>
                <a:gd name="T21" fmla="*/ 2 h 104"/>
                <a:gd name="T22" fmla="*/ 2 w 58"/>
                <a:gd name="T23" fmla="*/ 0 h 104"/>
                <a:gd name="T24" fmla="*/ 9 w 58"/>
                <a:gd name="T25" fmla="*/ 0 h 104"/>
                <a:gd name="T26" fmla="*/ 12 w 58"/>
                <a:gd name="T27" fmla="*/ 2 h 104"/>
                <a:gd name="T28" fmla="*/ 12 w 58"/>
                <a:gd name="T29" fmla="*/ 31 h 104"/>
                <a:gd name="T30" fmla="*/ 33 w 58"/>
                <a:gd name="T31" fmla="*/ 27 h 104"/>
                <a:gd name="T32" fmla="*/ 58 w 58"/>
                <a:gd name="T33" fmla="*/ 55 h 104"/>
                <a:gd name="T34" fmla="*/ 58 w 58"/>
                <a:gd name="T35" fmla="*/ 101 h 104"/>
                <a:gd name="T36" fmla="*/ 55 w 58"/>
                <a:gd name="T37"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104">
                  <a:moveTo>
                    <a:pt x="55" y="104"/>
                  </a:moveTo>
                  <a:cubicBezTo>
                    <a:pt x="48" y="104"/>
                    <a:pt x="48" y="104"/>
                    <a:pt x="48" y="104"/>
                  </a:cubicBezTo>
                  <a:cubicBezTo>
                    <a:pt x="47" y="104"/>
                    <a:pt x="46" y="102"/>
                    <a:pt x="46" y="101"/>
                  </a:cubicBezTo>
                  <a:cubicBezTo>
                    <a:pt x="46" y="55"/>
                    <a:pt x="46" y="55"/>
                    <a:pt x="46" y="55"/>
                  </a:cubicBezTo>
                  <a:cubicBezTo>
                    <a:pt x="46" y="42"/>
                    <a:pt x="40" y="37"/>
                    <a:pt x="31" y="37"/>
                  </a:cubicBezTo>
                  <a:cubicBezTo>
                    <a:pt x="27" y="37"/>
                    <a:pt x="18" y="38"/>
                    <a:pt x="12" y="41"/>
                  </a:cubicBezTo>
                  <a:cubicBezTo>
                    <a:pt x="12" y="101"/>
                    <a:pt x="12" y="101"/>
                    <a:pt x="12" y="101"/>
                  </a:cubicBezTo>
                  <a:cubicBezTo>
                    <a:pt x="12" y="102"/>
                    <a:pt x="11" y="104"/>
                    <a:pt x="9" y="104"/>
                  </a:cubicBezTo>
                  <a:cubicBezTo>
                    <a:pt x="2" y="104"/>
                    <a:pt x="2" y="104"/>
                    <a:pt x="2" y="104"/>
                  </a:cubicBezTo>
                  <a:cubicBezTo>
                    <a:pt x="1" y="104"/>
                    <a:pt x="0" y="102"/>
                    <a:pt x="0" y="101"/>
                  </a:cubicBezTo>
                  <a:cubicBezTo>
                    <a:pt x="0" y="2"/>
                    <a:pt x="0" y="2"/>
                    <a:pt x="0" y="2"/>
                  </a:cubicBezTo>
                  <a:cubicBezTo>
                    <a:pt x="0" y="1"/>
                    <a:pt x="1" y="0"/>
                    <a:pt x="2" y="0"/>
                  </a:cubicBezTo>
                  <a:cubicBezTo>
                    <a:pt x="9" y="0"/>
                    <a:pt x="9" y="0"/>
                    <a:pt x="9" y="0"/>
                  </a:cubicBezTo>
                  <a:cubicBezTo>
                    <a:pt x="11" y="0"/>
                    <a:pt x="12" y="1"/>
                    <a:pt x="12" y="2"/>
                  </a:cubicBezTo>
                  <a:cubicBezTo>
                    <a:pt x="12" y="31"/>
                    <a:pt x="12" y="31"/>
                    <a:pt x="12" y="31"/>
                  </a:cubicBezTo>
                  <a:cubicBezTo>
                    <a:pt x="18" y="28"/>
                    <a:pt x="27" y="27"/>
                    <a:pt x="33" y="27"/>
                  </a:cubicBezTo>
                  <a:cubicBezTo>
                    <a:pt x="48" y="27"/>
                    <a:pt x="58" y="35"/>
                    <a:pt x="58" y="55"/>
                  </a:cubicBezTo>
                  <a:cubicBezTo>
                    <a:pt x="58" y="101"/>
                    <a:pt x="58" y="101"/>
                    <a:pt x="58" y="101"/>
                  </a:cubicBezTo>
                  <a:cubicBezTo>
                    <a:pt x="58" y="102"/>
                    <a:pt x="57" y="104"/>
                    <a:pt x="55"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8"/>
            <p:cNvSpPr>
              <a:spLocks noEditPoints="1"/>
            </p:cNvSpPr>
            <p:nvPr/>
          </p:nvSpPr>
          <p:spPr bwMode="auto">
            <a:xfrm>
              <a:off x="-1304925" y="3275013"/>
              <a:ext cx="115888" cy="147637"/>
            </a:xfrm>
            <a:custGeom>
              <a:avLst/>
              <a:gdLst>
                <a:gd name="T0" fmla="*/ 59 w 61"/>
                <a:gd name="T1" fmla="*/ 42 h 78"/>
                <a:gd name="T2" fmla="*/ 12 w 61"/>
                <a:gd name="T3" fmla="*/ 42 h 78"/>
                <a:gd name="T4" fmla="*/ 12 w 61"/>
                <a:gd name="T5" fmla="*/ 44 h 78"/>
                <a:gd name="T6" fmla="*/ 32 w 61"/>
                <a:gd name="T7" fmla="*/ 67 h 78"/>
                <a:gd name="T8" fmla="*/ 56 w 61"/>
                <a:gd name="T9" fmla="*/ 65 h 78"/>
                <a:gd name="T10" fmla="*/ 57 w 61"/>
                <a:gd name="T11" fmla="*/ 65 h 78"/>
                <a:gd name="T12" fmla="*/ 59 w 61"/>
                <a:gd name="T13" fmla="*/ 67 h 78"/>
                <a:gd name="T14" fmla="*/ 59 w 61"/>
                <a:gd name="T15" fmla="*/ 72 h 78"/>
                <a:gd name="T16" fmla="*/ 56 w 61"/>
                <a:gd name="T17" fmla="*/ 75 h 78"/>
                <a:gd name="T18" fmla="*/ 32 w 61"/>
                <a:gd name="T19" fmla="*/ 78 h 78"/>
                <a:gd name="T20" fmla="*/ 0 w 61"/>
                <a:gd name="T21" fmla="*/ 44 h 78"/>
                <a:gd name="T22" fmla="*/ 0 w 61"/>
                <a:gd name="T23" fmla="*/ 32 h 78"/>
                <a:gd name="T24" fmla="*/ 31 w 61"/>
                <a:gd name="T25" fmla="*/ 0 h 78"/>
                <a:gd name="T26" fmla="*/ 61 w 61"/>
                <a:gd name="T27" fmla="*/ 32 h 78"/>
                <a:gd name="T28" fmla="*/ 61 w 61"/>
                <a:gd name="T29" fmla="*/ 39 h 78"/>
                <a:gd name="T30" fmla="*/ 59 w 61"/>
                <a:gd name="T31" fmla="*/ 42 h 78"/>
                <a:gd name="T32" fmla="*/ 49 w 61"/>
                <a:gd name="T33" fmla="*/ 32 h 78"/>
                <a:gd name="T34" fmla="*/ 31 w 61"/>
                <a:gd name="T35" fmla="*/ 10 h 78"/>
                <a:gd name="T36" fmla="*/ 12 w 61"/>
                <a:gd name="T37" fmla="*/ 32 h 78"/>
                <a:gd name="T38" fmla="*/ 12 w 61"/>
                <a:gd name="T39" fmla="*/ 33 h 78"/>
                <a:gd name="T40" fmla="*/ 49 w 61"/>
                <a:gd name="T41" fmla="*/ 33 h 78"/>
                <a:gd name="T42" fmla="*/ 49 w 61"/>
                <a:gd name="T43" fmla="*/ 3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 h="78">
                  <a:moveTo>
                    <a:pt x="59" y="42"/>
                  </a:moveTo>
                  <a:cubicBezTo>
                    <a:pt x="12" y="42"/>
                    <a:pt x="12" y="42"/>
                    <a:pt x="12" y="42"/>
                  </a:cubicBezTo>
                  <a:cubicBezTo>
                    <a:pt x="12" y="44"/>
                    <a:pt x="12" y="44"/>
                    <a:pt x="12" y="44"/>
                  </a:cubicBezTo>
                  <a:cubicBezTo>
                    <a:pt x="12" y="61"/>
                    <a:pt x="19" y="67"/>
                    <a:pt x="32" y="67"/>
                  </a:cubicBezTo>
                  <a:cubicBezTo>
                    <a:pt x="40" y="67"/>
                    <a:pt x="50" y="66"/>
                    <a:pt x="56" y="65"/>
                  </a:cubicBezTo>
                  <a:cubicBezTo>
                    <a:pt x="56" y="65"/>
                    <a:pt x="57" y="65"/>
                    <a:pt x="57" y="65"/>
                  </a:cubicBezTo>
                  <a:cubicBezTo>
                    <a:pt x="58" y="65"/>
                    <a:pt x="59" y="66"/>
                    <a:pt x="59" y="67"/>
                  </a:cubicBezTo>
                  <a:cubicBezTo>
                    <a:pt x="59" y="72"/>
                    <a:pt x="59" y="72"/>
                    <a:pt x="59" y="72"/>
                  </a:cubicBezTo>
                  <a:cubicBezTo>
                    <a:pt x="59" y="74"/>
                    <a:pt x="58" y="75"/>
                    <a:pt x="56" y="75"/>
                  </a:cubicBezTo>
                  <a:cubicBezTo>
                    <a:pt x="48" y="77"/>
                    <a:pt x="41" y="78"/>
                    <a:pt x="32" y="78"/>
                  </a:cubicBezTo>
                  <a:cubicBezTo>
                    <a:pt x="16" y="78"/>
                    <a:pt x="0" y="70"/>
                    <a:pt x="0" y="44"/>
                  </a:cubicBezTo>
                  <a:cubicBezTo>
                    <a:pt x="0" y="32"/>
                    <a:pt x="0" y="32"/>
                    <a:pt x="0" y="32"/>
                  </a:cubicBezTo>
                  <a:cubicBezTo>
                    <a:pt x="0" y="12"/>
                    <a:pt x="11" y="0"/>
                    <a:pt x="31" y="0"/>
                  </a:cubicBezTo>
                  <a:cubicBezTo>
                    <a:pt x="51" y="0"/>
                    <a:pt x="61" y="12"/>
                    <a:pt x="61" y="32"/>
                  </a:cubicBezTo>
                  <a:cubicBezTo>
                    <a:pt x="61" y="39"/>
                    <a:pt x="61" y="39"/>
                    <a:pt x="61" y="39"/>
                  </a:cubicBezTo>
                  <a:cubicBezTo>
                    <a:pt x="61" y="41"/>
                    <a:pt x="60" y="42"/>
                    <a:pt x="59" y="42"/>
                  </a:cubicBezTo>
                  <a:close/>
                  <a:moveTo>
                    <a:pt x="49" y="32"/>
                  </a:moveTo>
                  <a:cubicBezTo>
                    <a:pt x="49" y="16"/>
                    <a:pt x="43" y="10"/>
                    <a:pt x="31" y="10"/>
                  </a:cubicBezTo>
                  <a:cubicBezTo>
                    <a:pt x="19" y="10"/>
                    <a:pt x="12" y="17"/>
                    <a:pt x="12" y="32"/>
                  </a:cubicBezTo>
                  <a:cubicBezTo>
                    <a:pt x="12" y="33"/>
                    <a:pt x="12" y="33"/>
                    <a:pt x="12" y="33"/>
                  </a:cubicBezTo>
                  <a:cubicBezTo>
                    <a:pt x="49" y="33"/>
                    <a:pt x="49" y="33"/>
                    <a:pt x="49" y="33"/>
                  </a:cubicBezTo>
                  <a:lnTo>
                    <a:pt x="49"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9"/>
            <p:cNvSpPr/>
            <p:nvPr/>
          </p:nvSpPr>
          <p:spPr bwMode="auto">
            <a:xfrm>
              <a:off x="-1092200" y="3225800"/>
              <a:ext cx="158750" cy="193675"/>
            </a:xfrm>
            <a:custGeom>
              <a:avLst/>
              <a:gdLst>
                <a:gd name="T0" fmla="*/ 81 w 84"/>
                <a:gd name="T1" fmla="*/ 103 h 103"/>
                <a:gd name="T2" fmla="*/ 75 w 84"/>
                <a:gd name="T3" fmla="*/ 103 h 103"/>
                <a:gd name="T4" fmla="*/ 72 w 84"/>
                <a:gd name="T5" fmla="*/ 100 h 103"/>
                <a:gd name="T6" fmla="*/ 72 w 84"/>
                <a:gd name="T7" fmla="*/ 18 h 103"/>
                <a:gd name="T8" fmla="*/ 72 w 84"/>
                <a:gd name="T9" fmla="*/ 17 h 103"/>
                <a:gd name="T10" fmla="*/ 71 w 84"/>
                <a:gd name="T11" fmla="*/ 18 h 103"/>
                <a:gd name="T12" fmla="*/ 52 w 84"/>
                <a:gd name="T13" fmla="*/ 59 h 103"/>
                <a:gd name="T14" fmla="*/ 45 w 84"/>
                <a:gd name="T15" fmla="*/ 63 h 103"/>
                <a:gd name="T16" fmla="*/ 39 w 84"/>
                <a:gd name="T17" fmla="*/ 63 h 103"/>
                <a:gd name="T18" fmla="*/ 33 w 84"/>
                <a:gd name="T19" fmla="*/ 59 h 103"/>
                <a:gd name="T20" fmla="*/ 13 w 84"/>
                <a:gd name="T21" fmla="*/ 18 h 103"/>
                <a:gd name="T22" fmla="*/ 13 w 84"/>
                <a:gd name="T23" fmla="*/ 17 h 103"/>
                <a:gd name="T24" fmla="*/ 13 w 84"/>
                <a:gd name="T25" fmla="*/ 18 h 103"/>
                <a:gd name="T26" fmla="*/ 13 w 84"/>
                <a:gd name="T27" fmla="*/ 100 h 103"/>
                <a:gd name="T28" fmla="*/ 10 w 84"/>
                <a:gd name="T29" fmla="*/ 103 h 103"/>
                <a:gd name="T30" fmla="*/ 3 w 84"/>
                <a:gd name="T31" fmla="*/ 103 h 103"/>
                <a:gd name="T32" fmla="*/ 0 w 84"/>
                <a:gd name="T33" fmla="*/ 100 h 103"/>
                <a:gd name="T34" fmla="*/ 0 w 84"/>
                <a:gd name="T35" fmla="*/ 4 h 103"/>
                <a:gd name="T36" fmla="*/ 4 w 84"/>
                <a:gd name="T37" fmla="*/ 0 h 103"/>
                <a:gd name="T38" fmla="*/ 13 w 84"/>
                <a:gd name="T39" fmla="*/ 0 h 103"/>
                <a:gd name="T40" fmla="*/ 18 w 84"/>
                <a:gd name="T41" fmla="*/ 2 h 103"/>
                <a:gd name="T42" fmla="*/ 41 w 84"/>
                <a:gd name="T43" fmla="*/ 50 h 103"/>
                <a:gd name="T44" fmla="*/ 42 w 84"/>
                <a:gd name="T45" fmla="*/ 51 h 103"/>
                <a:gd name="T46" fmla="*/ 44 w 84"/>
                <a:gd name="T47" fmla="*/ 50 h 103"/>
                <a:gd name="T48" fmla="*/ 67 w 84"/>
                <a:gd name="T49" fmla="*/ 2 h 103"/>
                <a:gd name="T50" fmla="*/ 71 w 84"/>
                <a:gd name="T51" fmla="*/ 0 h 103"/>
                <a:gd name="T52" fmla="*/ 80 w 84"/>
                <a:gd name="T53" fmla="*/ 0 h 103"/>
                <a:gd name="T54" fmla="*/ 84 w 84"/>
                <a:gd name="T55" fmla="*/ 4 h 103"/>
                <a:gd name="T56" fmla="*/ 84 w 84"/>
                <a:gd name="T57" fmla="*/ 100 h 103"/>
                <a:gd name="T58" fmla="*/ 81 w 84"/>
                <a:gd name="T59" fmla="*/ 10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103">
                  <a:moveTo>
                    <a:pt x="81" y="103"/>
                  </a:moveTo>
                  <a:cubicBezTo>
                    <a:pt x="75" y="103"/>
                    <a:pt x="75" y="103"/>
                    <a:pt x="75" y="103"/>
                  </a:cubicBezTo>
                  <a:cubicBezTo>
                    <a:pt x="73" y="103"/>
                    <a:pt x="72" y="101"/>
                    <a:pt x="72" y="100"/>
                  </a:cubicBezTo>
                  <a:cubicBezTo>
                    <a:pt x="72" y="18"/>
                    <a:pt x="72" y="18"/>
                    <a:pt x="72" y="18"/>
                  </a:cubicBezTo>
                  <a:cubicBezTo>
                    <a:pt x="72" y="18"/>
                    <a:pt x="72" y="17"/>
                    <a:pt x="72" y="17"/>
                  </a:cubicBezTo>
                  <a:cubicBezTo>
                    <a:pt x="71" y="17"/>
                    <a:pt x="71" y="17"/>
                    <a:pt x="71" y="18"/>
                  </a:cubicBezTo>
                  <a:cubicBezTo>
                    <a:pt x="52" y="59"/>
                    <a:pt x="52" y="59"/>
                    <a:pt x="52" y="59"/>
                  </a:cubicBezTo>
                  <a:cubicBezTo>
                    <a:pt x="50" y="61"/>
                    <a:pt x="49" y="63"/>
                    <a:pt x="45" y="63"/>
                  </a:cubicBezTo>
                  <a:cubicBezTo>
                    <a:pt x="39" y="63"/>
                    <a:pt x="39" y="63"/>
                    <a:pt x="39" y="63"/>
                  </a:cubicBezTo>
                  <a:cubicBezTo>
                    <a:pt x="36" y="63"/>
                    <a:pt x="34" y="61"/>
                    <a:pt x="33" y="59"/>
                  </a:cubicBezTo>
                  <a:cubicBezTo>
                    <a:pt x="13" y="18"/>
                    <a:pt x="13" y="18"/>
                    <a:pt x="13" y="18"/>
                  </a:cubicBezTo>
                  <a:cubicBezTo>
                    <a:pt x="13" y="17"/>
                    <a:pt x="13" y="17"/>
                    <a:pt x="13" y="17"/>
                  </a:cubicBezTo>
                  <a:cubicBezTo>
                    <a:pt x="13" y="17"/>
                    <a:pt x="13" y="18"/>
                    <a:pt x="13" y="18"/>
                  </a:cubicBezTo>
                  <a:cubicBezTo>
                    <a:pt x="13" y="100"/>
                    <a:pt x="13" y="100"/>
                    <a:pt x="13" y="100"/>
                  </a:cubicBezTo>
                  <a:cubicBezTo>
                    <a:pt x="13" y="101"/>
                    <a:pt x="11" y="103"/>
                    <a:pt x="10" y="103"/>
                  </a:cubicBezTo>
                  <a:cubicBezTo>
                    <a:pt x="3" y="103"/>
                    <a:pt x="3" y="103"/>
                    <a:pt x="3" y="103"/>
                  </a:cubicBezTo>
                  <a:cubicBezTo>
                    <a:pt x="2" y="103"/>
                    <a:pt x="0" y="101"/>
                    <a:pt x="0" y="100"/>
                  </a:cubicBezTo>
                  <a:cubicBezTo>
                    <a:pt x="0" y="4"/>
                    <a:pt x="0" y="4"/>
                    <a:pt x="0" y="4"/>
                  </a:cubicBezTo>
                  <a:cubicBezTo>
                    <a:pt x="0" y="2"/>
                    <a:pt x="2" y="0"/>
                    <a:pt x="4" y="0"/>
                  </a:cubicBezTo>
                  <a:cubicBezTo>
                    <a:pt x="13" y="0"/>
                    <a:pt x="13" y="0"/>
                    <a:pt x="13" y="0"/>
                  </a:cubicBezTo>
                  <a:cubicBezTo>
                    <a:pt x="16" y="0"/>
                    <a:pt x="17" y="1"/>
                    <a:pt x="18" y="2"/>
                  </a:cubicBezTo>
                  <a:cubicBezTo>
                    <a:pt x="41" y="50"/>
                    <a:pt x="41" y="50"/>
                    <a:pt x="41" y="50"/>
                  </a:cubicBezTo>
                  <a:cubicBezTo>
                    <a:pt x="41" y="51"/>
                    <a:pt x="41" y="51"/>
                    <a:pt x="42" y="51"/>
                  </a:cubicBezTo>
                  <a:cubicBezTo>
                    <a:pt x="43" y="51"/>
                    <a:pt x="43" y="51"/>
                    <a:pt x="44" y="50"/>
                  </a:cubicBezTo>
                  <a:cubicBezTo>
                    <a:pt x="67" y="2"/>
                    <a:pt x="67" y="2"/>
                    <a:pt x="67" y="2"/>
                  </a:cubicBezTo>
                  <a:cubicBezTo>
                    <a:pt x="67" y="1"/>
                    <a:pt x="69" y="0"/>
                    <a:pt x="71" y="0"/>
                  </a:cubicBezTo>
                  <a:cubicBezTo>
                    <a:pt x="80" y="0"/>
                    <a:pt x="80" y="0"/>
                    <a:pt x="80" y="0"/>
                  </a:cubicBezTo>
                  <a:cubicBezTo>
                    <a:pt x="82" y="0"/>
                    <a:pt x="84" y="2"/>
                    <a:pt x="84" y="4"/>
                  </a:cubicBezTo>
                  <a:cubicBezTo>
                    <a:pt x="84" y="100"/>
                    <a:pt x="84" y="100"/>
                    <a:pt x="84" y="100"/>
                  </a:cubicBezTo>
                  <a:cubicBezTo>
                    <a:pt x="84" y="101"/>
                    <a:pt x="83" y="103"/>
                    <a:pt x="81"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0"/>
            <p:cNvSpPr>
              <a:spLocks noEditPoints="1"/>
            </p:cNvSpPr>
            <p:nvPr/>
          </p:nvSpPr>
          <p:spPr bwMode="auto">
            <a:xfrm>
              <a:off x="-901700" y="3275013"/>
              <a:ext cx="104775" cy="147637"/>
            </a:xfrm>
            <a:custGeom>
              <a:avLst/>
              <a:gdLst>
                <a:gd name="T0" fmla="*/ 53 w 56"/>
                <a:gd name="T1" fmla="*/ 77 h 78"/>
                <a:gd name="T2" fmla="*/ 47 w 56"/>
                <a:gd name="T3" fmla="*/ 77 h 78"/>
                <a:gd name="T4" fmla="*/ 44 w 56"/>
                <a:gd name="T5" fmla="*/ 74 h 78"/>
                <a:gd name="T6" fmla="*/ 44 w 56"/>
                <a:gd name="T7" fmla="*/ 71 h 78"/>
                <a:gd name="T8" fmla="*/ 23 w 56"/>
                <a:gd name="T9" fmla="*/ 78 h 78"/>
                <a:gd name="T10" fmla="*/ 0 w 56"/>
                <a:gd name="T11" fmla="*/ 55 h 78"/>
                <a:gd name="T12" fmla="*/ 0 w 56"/>
                <a:gd name="T13" fmla="*/ 54 h 78"/>
                <a:gd name="T14" fmla="*/ 34 w 56"/>
                <a:gd name="T15" fmla="*/ 31 h 78"/>
                <a:gd name="T16" fmla="*/ 44 w 56"/>
                <a:gd name="T17" fmla="*/ 31 h 78"/>
                <a:gd name="T18" fmla="*/ 44 w 56"/>
                <a:gd name="T19" fmla="*/ 26 h 78"/>
                <a:gd name="T20" fmla="*/ 29 w 56"/>
                <a:gd name="T21" fmla="*/ 10 h 78"/>
                <a:gd name="T22" fmla="*/ 8 w 56"/>
                <a:gd name="T23" fmla="*/ 11 h 78"/>
                <a:gd name="T24" fmla="*/ 7 w 56"/>
                <a:gd name="T25" fmla="*/ 11 h 78"/>
                <a:gd name="T26" fmla="*/ 5 w 56"/>
                <a:gd name="T27" fmla="*/ 9 h 78"/>
                <a:gd name="T28" fmla="*/ 5 w 56"/>
                <a:gd name="T29" fmla="*/ 4 h 78"/>
                <a:gd name="T30" fmla="*/ 8 w 56"/>
                <a:gd name="T31" fmla="*/ 1 h 78"/>
                <a:gd name="T32" fmla="*/ 29 w 56"/>
                <a:gd name="T33" fmla="*/ 0 h 78"/>
                <a:gd name="T34" fmla="*/ 56 w 56"/>
                <a:gd name="T35" fmla="*/ 26 h 78"/>
                <a:gd name="T36" fmla="*/ 56 w 56"/>
                <a:gd name="T37" fmla="*/ 74 h 78"/>
                <a:gd name="T38" fmla="*/ 53 w 56"/>
                <a:gd name="T39" fmla="*/ 77 h 78"/>
                <a:gd name="T40" fmla="*/ 44 w 56"/>
                <a:gd name="T41" fmla="*/ 40 h 78"/>
                <a:gd name="T42" fmla="*/ 34 w 56"/>
                <a:gd name="T43" fmla="*/ 40 h 78"/>
                <a:gd name="T44" fmla="*/ 12 w 56"/>
                <a:gd name="T45" fmla="*/ 53 h 78"/>
                <a:gd name="T46" fmla="*/ 12 w 56"/>
                <a:gd name="T47" fmla="*/ 55 h 78"/>
                <a:gd name="T48" fmla="*/ 25 w 56"/>
                <a:gd name="T49" fmla="*/ 68 h 78"/>
                <a:gd name="T50" fmla="*/ 44 w 56"/>
                <a:gd name="T51" fmla="*/ 62 h 78"/>
                <a:gd name="T52" fmla="*/ 44 w 56"/>
                <a:gd name="T53" fmla="*/ 4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6" h="78">
                  <a:moveTo>
                    <a:pt x="53" y="77"/>
                  </a:moveTo>
                  <a:cubicBezTo>
                    <a:pt x="47" y="77"/>
                    <a:pt x="47" y="77"/>
                    <a:pt x="47" y="77"/>
                  </a:cubicBezTo>
                  <a:cubicBezTo>
                    <a:pt x="45" y="77"/>
                    <a:pt x="44" y="75"/>
                    <a:pt x="44" y="74"/>
                  </a:cubicBezTo>
                  <a:cubicBezTo>
                    <a:pt x="44" y="71"/>
                    <a:pt x="44" y="71"/>
                    <a:pt x="44" y="71"/>
                  </a:cubicBezTo>
                  <a:cubicBezTo>
                    <a:pt x="37" y="75"/>
                    <a:pt x="31" y="78"/>
                    <a:pt x="23" y="78"/>
                  </a:cubicBezTo>
                  <a:cubicBezTo>
                    <a:pt x="11" y="78"/>
                    <a:pt x="0" y="72"/>
                    <a:pt x="0" y="55"/>
                  </a:cubicBezTo>
                  <a:cubicBezTo>
                    <a:pt x="0" y="54"/>
                    <a:pt x="0" y="54"/>
                    <a:pt x="0" y="54"/>
                  </a:cubicBezTo>
                  <a:cubicBezTo>
                    <a:pt x="0" y="39"/>
                    <a:pt x="9" y="31"/>
                    <a:pt x="34" y="31"/>
                  </a:cubicBezTo>
                  <a:cubicBezTo>
                    <a:pt x="44" y="31"/>
                    <a:pt x="44" y="31"/>
                    <a:pt x="44" y="31"/>
                  </a:cubicBezTo>
                  <a:cubicBezTo>
                    <a:pt x="44" y="26"/>
                    <a:pt x="44" y="26"/>
                    <a:pt x="44" y="26"/>
                  </a:cubicBezTo>
                  <a:cubicBezTo>
                    <a:pt x="44" y="14"/>
                    <a:pt x="40" y="10"/>
                    <a:pt x="29" y="10"/>
                  </a:cubicBezTo>
                  <a:cubicBezTo>
                    <a:pt x="20" y="10"/>
                    <a:pt x="13" y="11"/>
                    <a:pt x="8" y="11"/>
                  </a:cubicBezTo>
                  <a:cubicBezTo>
                    <a:pt x="8" y="11"/>
                    <a:pt x="8" y="11"/>
                    <a:pt x="7" y="11"/>
                  </a:cubicBezTo>
                  <a:cubicBezTo>
                    <a:pt x="6" y="11"/>
                    <a:pt x="5" y="11"/>
                    <a:pt x="5" y="9"/>
                  </a:cubicBezTo>
                  <a:cubicBezTo>
                    <a:pt x="5" y="4"/>
                    <a:pt x="5" y="4"/>
                    <a:pt x="5" y="4"/>
                  </a:cubicBezTo>
                  <a:cubicBezTo>
                    <a:pt x="5" y="3"/>
                    <a:pt x="6" y="2"/>
                    <a:pt x="8" y="1"/>
                  </a:cubicBezTo>
                  <a:cubicBezTo>
                    <a:pt x="13" y="0"/>
                    <a:pt x="20" y="0"/>
                    <a:pt x="29" y="0"/>
                  </a:cubicBezTo>
                  <a:cubicBezTo>
                    <a:pt x="48" y="0"/>
                    <a:pt x="56" y="9"/>
                    <a:pt x="56" y="26"/>
                  </a:cubicBezTo>
                  <a:cubicBezTo>
                    <a:pt x="56" y="74"/>
                    <a:pt x="56" y="74"/>
                    <a:pt x="56" y="74"/>
                  </a:cubicBezTo>
                  <a:cubicBezTo>
                    <a:pt x="56" y="75"/>
                    <a:pt x="55" y="77"/>
                    <a:pt x="53" y="77"/>
                  </a:cubicBezTo>
                  <a:close/>
                  <a:moveTo>
                    <a:pt x="44" y="40"/>
                  </a:moveTo>
                  <a:cubicBezTo>
                    <a:pt x="34" y="40"/>
                    <a:pt x="34" y="40"/>
                    <a:pt x="34" y="40"/>
                  </a:cubicBezTo>
                  <a:cubicBezTo>
                    <a:pt x="17" y="40"/>
                    <a:pt x="12" y="44"/>
                    <a:pt x="12" y="53"/>
                  </a:cubicBezTo>
                  <a:cubicBezTo>
                    <a:pt x="12" y="55"/>
                    <a:pt x="12" y="55"/>
                    <a:pt x="12" y="55"/>
                  </a:cubicBezTo>
                  <a:cubicBezTo>
                    <a:pt x="12" y="65"/>
                    <a:pt x="17" y="68"/>
                    <a:pt x="25" y="68"/>
                  </a:cubicBezTo>
                  <a:cubicBezTo>
                    <a:pt x="32" y="68"/>
                    <a:pt x="37" y="66"/>
                    <a:pt x="44" y="62"/>
                  </a:cubicBezTo>
                  <a:lnTo>
                    <a:pt x="44" y="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11"/>
            <p:cNvSpPr>
              <a:spLocks noEditPoints="1"/>
            </p:cNvSpPr>
            <p:nvPr/>
          </p:nvSpPr>
          <p:spPr bwMode="auto">
            <a:xfrm>
              <a:off x="-763587" y="3276600"/>
              <a:ext cx="122238" cy="193675"/>
            </a:xfrm>
            <a:custGeom>
              <a:avLst/>
              <a:gdLst>
                <a:gd name="T0" fmla="*/ 62 w 65"/>
                <a:gd name="T1" fmla="*/ 9 h 103"/>
                <a:gd name="T2" fmla="*/ 57 w 65"/>
                <a:gd name="T3" fmla="*/ 10 h 103"/>
                <a:gd name="T4" fmla="*/ 62 w 65"/>
                <a:gd name="T5" fmla="*/ 24 h 103"/>
                <a:gd name="T6" fmla="*/ 62 w 65"/>
                <a:gd name="T7" fmla="*/ 25 h 103"/>
                <a:gd name="T8" fmla="*/ 31 w 65"/>
                <a:gd name="T9" fmla="*/ 49 h 103"/>
                <a:gd name="T10" fmla="*/ 15 w 65"/>
                <a:gd name="T11" fmla="*/ 46 h 103"/>
                <a:gd name="T12" fmla="*/ 12 w 65"/>
                <a:gd name="T13" fmla="*/ 51 h 103"/>
                <a:gd name="T14" fmla="*/ 16 w 65"/>
                <a:gd name="T15" fmla="*/ 55 h 103"/>
                <a:gd name="T16" fmla="*/ 37 w 65"/>
                <a:gd name="T17" fmla="*/ 60 h 103"/>
                <a:gd name="T18" fmla="*/ 63 w 65"/>
                <a:gd name="T19" fmla="*/ 81 h 103"/>
                <a:gd name="T20" fmla="*/ 63 w 65"/>
                <a:gd name="T21" fmla="*/ 82 h 103"/>
                <a:gd name="T22" fmla="*/ 32 w 65"/>
                <a:gd name="T23" fmla="*/ 103 h 103"/>
                <a:gd name="T24" fmla="*/ 0 w 65"/>
                <a:gd name="T25" fmla="*/ 81 h 103"/>
                <a:gd name="T26" fmla="*/ 0 w 65"/>
                <a:gd name="T27" fmla="*/ 80 h 103"/>
                <a:gd name="T28" fmla="*/ 9 w 65"/>
                <a:gd name="T29" fmla="*/ 62 h 103"/>
                <a:gd name="T30" fmla="*/ 8 w 65"/>
                <a:gd name="T31" fmla="*/ 62 h 103"/>
                <a:gd name="T32" fmla="*/ 1 w 65"/>
                <a:gd name="T33" fmla="*/ 51 h 103"/>
                <a:gd name="T34" fmla="*/ 1 w 65"/>
                <a:gd name="T35" fmla="*/ 51 h 103"/>
                <a:gd name="T36" fmla="*/ 7 w 65"/>
                <a:gd name="T37" fmla="*/ 41 h 103"/>
                <a:gd name="T38" fmla="*/ 1 w 65"/>
                <a:gd name="T39" fmla="*/ 25 h 103"/>
                <a:gd name="T40" fmla="*/ 1 w 65"/>
                <a:gd name="T41" fmla="*/ 24 h 103"/>
                <a:gd name="T42" fmla="*/ 31 w 65"/>
                <a:gd name="T43" fmla="*/ 0 h 103"/>
                <a:gd name="T44" fmla="*/ 61 w 65"/>
                <a:gd name="T45" fmla="*/ 0 h 103"/>
                <a:gd name="T46" fmla="*/ 65 w 65"/>
                <a:gd name="T47" fmla="*/ 3 h 103"/>
                <a:gd name="T48" fmla="*/ 65 w 65"/>
                <a:gd name="T49" fmla="*/ 6 h 103"/>
                <a:gd name="T50" fmla="*/ 62 w 65"/>
                <a:gd name="T51" fmla="*/ 9 h 103"/>
                <a:gd name="T52" fmla="*/ 51 w 65"/>
                <a:gd name="T53" fmla="*/ 81 h 103"/>
                <a:gd name="T54" fmla="*/ 34 w 65"/>
                <a:gd name="T55" fmla="*/ 70 h 103"/>
                <a:gd name="T56" fmla="*/ 19 w 65"/>
                <a:gd name="T57" fmla="*/ 66 h 103"/>
                <a:gd name="T58" fmla="*/ 12 w 65"/>
                <a:gd name="T59" fmla="*/ 80 h 103"/>
                <a:gd name="T60" fmla="*/ 12 w 65"/>
                <a:gd name="T61" fmla="*/ 81 h 103"/>
                <a:gd name="T62" fmla="*/ 32 w 65"/>
                <a:gd name="T63" fmla="*/ 94 h 103"/>
                <a:gd name="T64" fmla="*/ 51 w 65"/>
                <a:gd name="T65" fmla="*/ 82 h 103"/>
                <a:gd name="T66" fmla="*/ 51 w 65"/>
                <a:gd name="T67" fmla="*/ 81 h 103"/>
                <a:gd name="T68" fmla="*/ 50 w 65"/>
                <a:gd name="T69" fmla="*/ 24 h 103"/>
                <a:gd name="T70" fmla="*/ 31 w 65"/>
                <a:gd name="T71" fmla="*/ 9 h 103"/>
                <a:gd name="T72" fmla="*/ 13 w 65"/>
                <a:gd name="T73" fmla="*/ 24 h 103"/>
                <a:gd name="T74" fmla="*/ 13 w 65"/>
                <a:gd name="T75" fmla="*/ 25 h 103"/>
                <a:gd name="T76" fmla="*/ 31 w 65"/>
                <a:gd name="T77" fmla="*/ 39 h 103"/>
                <a:gd name="T78" fmla="*/ 50 w 65"/>
                <a:gd name="T79" fmla="*/ 25 h 103"/>
                <a:gd name="T80" fmla="*/ 50 w 65"/>
                <a:gd name="T81" fmla="*/ 24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5" h="103">
                  <a:moveTo>
                    <a:pt x="62" y="9"/>
                  </a:moveTo>
                  <a:cubicBezTo>
                    <a:pt x="57" y="10"/>
                    <a:pt x="57" y="10"/>
                    <a:pt x="57" y="10"/>
                  </a:cubicBezTo>
                  <a:cubicBezTo>
                    <a:pt x="60" y="12"/>
                    <a:pt x="62" y="17"/>
                    <a:pt x="62" y="24"/>
                  </a:cubicBezTo>
                  <a:cubicBezTo>
                    <a:pt x="62" y="25"/>
                    <a:pt x="62" y="25"/>
                    <a:pt x="62" y="25"/>
                  </a:cubicBezTo>
                  <a:cubicBezTo>
                    <a:pt x="62" y="40"/>
                    <a:pt x="52" y="49"/>
                    <a:pt x="31" y="49"/>
                  </a:cubicBezTo>
                  <a:cubicBezTo>
                    <a:pt x="24" y="49"/>
                    <a:pt x="19" y="48"/>
                    <a:pt x="15" y="46"/>
                  </a:cubicBezTo>
                  <a:cubicBezTo>
                    <a:pt x="13" y="47"/>
                    <a:pt x="12" y="49"/>
                    <a:pt x="12" y="51"/>
                  </a:cubicBezTo>
                  <a:cubicBezTo>
                    <a:pt x="12" y="53"/>
                    <a:pt x="13" y="54"/>
                    <a:pt x="16" y="55"/>
                  </a:cubicBezTo>
                  <a:cubicBezTo>
                    <a:pt x="37" y="60"/>
                    <a:pt x="37" y="60"/>
                    <a:pt x="37" y="60"/>
                  </a:cubicBezTo>
                  <a:cubicBezTo>
                    <a:pt x="50" y="64"/>
                    <a:pt x="63" y="68"/>
                    <a:pt x="63" y="81"/>
                  </a:cubicBezTo>
                  <a:cubicBezTo>
                    <a:pt x="63" y="82"/>
                    <a:pt x="63" y="82"/>
                    <a:pt x="63" y="82"/>
                  </a:cubicBezTo>
                  <a:cubicBezTo>
                    <a:pt x="63" y="95"/>
                    <a:pt x="54" y="103"/>
                    <a:pt x="32" y="103"/>
                  </a:cubicBezTo>
                  <a:cubicBezTo>
                    <a:pt x="10" y="103"/>
                    <a:pt x="0" y="95"/>
                    <a:pt x="0" y="81"/>
                  </a:cubicBezTo>
                  <a:cubicBezTo>
                    <a:pt x="0" y="80"/>
                    <a:pt x="0" y="80"/>
                    <a:pt x="0" y="80"/>
                  </a:cubicBezTo>
                  <a:cubicBezTo>
                    <a:pt x="0" y="72"/>
                    <a:pt x="4" y="66"/>
                    <a:pt x="9" y="62"/>
                  </a:cubicBezTo>
                  <a:cubicBezTo>
                    <a:pt x="8" y="62"/>
                    <a:pt x="8" y="62"/>
                    <a:pt x="8" y="62"/>
                  </a:cubicBezTo>
                  <a:cubicBezTo>
                    <a:pt x="3" y="60"/>
                    <a:pt x="1" y="56"/>
                    <a:pt x="1" y="51"/>
                  </a:cubicBezTo>
                  <a:cubicBezTo>
                    <a:pt x="1" y="51"/>
                    <a:pt x="1" y="51"/>
                    <a:pt x="1" y="51"/>
                  </a:cubicBezTo>
                  <a:cubicBezTo>
                    <a:pt x="1" y="47"/>
                    <a:pt x="3" y="43"/>
                    <a:pt x="7" y="41"/>
                  </a:cubicBezTo>
                  <a:cubicBezTo>
                    <a:pt x="3" y="37"/>
                    <a:pt x="1" y="32"/>
                    <a:pt x="1" y="25"/>
                  </a:cubicBezTo>
                  <a:cubicBezTo>
                    <a:pt x="1" y="24"/>
                    <a:pt x="1" y="24"/>
                    <a:pt x="1" y="24"/>
                  </a:cubicBezTo>
                  <a:cubicBezTo>
                    <a:pt x="1" y="12"/>
                    <a:pt x="7" y="0"/>
                    <a:pt x="31" y="0"/>
                  </a:cubicBezTo>
                  <a:cubicBezTo>
                    <a:pt x="61" y="0"/>
                    <a:pt x="61" y="0"/>
                    <a:pt x="61" y="0"/>
                  </a:cubicBezTo>
                  <a:cubicBezTo>
                    <a:pt x="63" y="0"/>
                    <a:pt x="65" y="1"/>
                    <a:pt x="65" y="3"/>
                  </a:cubicBezTo>
                  <a:cubicBezTo>
                    <a:pt x="65" y="6"/>
                    <a:pt x="65" y="6"/>
                    <a:pt x="65" y="6"/>
                  </a:cubicBezTo>
                  <a:cubicBezTo>
                    <a:pt x="65" y="8"/>
                    <a:pt x="64" y="9"/>
                    <a:pt x="62" y="9"/>
                  </a:cubicBezTo>
                  <a:close/>
                  <a:moveTo>
                    <a:pt x="51" y="81"/>
                  </a:moveTo>
                  <a:cubicBezTo>
                    <a:pt x="51" y="75"/>
                    <a:pt x="47" y="73"/>
                    <a:pt x="34" y="70"/>
                  </a:cubicBezTo>
                  <a:cubicBezTo>
                    <a:pt x="19" y="66"/>
                    <a:pt x="19" y="66"/>
                    <a:pt x="19" y="66"/>
                  </a:cubicBezTo>
                  <a:cubicBezTo>
                    <a:pt x="15" y="69"/>
                    <a:pt x="12" y="73"/>
                    <a:pt x="12" y="80"/>
                  </a:cubicBezTo>
                  <a:cubicBezTo>
                    <a:pt x="12" y="81"/>
                    <a:pt x="12" y="81"/>
                    <a:pt x="12" y="81"/>
                  </a:cubicBezTo>
                  <a:cubicBezTo>
                    <a:pt x="12" y="89"/>
                    <a:pt x="16" y="94"/>
                    <a:pt x="32" y="94"/>
                  </a:cubicBezTo>
                  <a:cubicBezTo>
                    <a:pt x="47" y="94"/>
                    <a:pt x="51" y="89"/>
                    <a:pt x="51" y="82"/>
                  </a:cubicBezTo>
                  <a:lnTo>
                    <a:pt x="51" y="81"/>
                  </a:lnTo>
                  <a:close/>
                  <a:moveTo>
                    <a:pt x="50" y="24"/>
                  </a:moveTo>
                  <a:cubicBezTo>
                    <a:pt x="50" y="16"/>
                    <a:pt x="46" y="9"/>
                    <a:pt x="31" y="9"/>
                  </a:cubicBezTo>
                  <a:cubicBezTo>
                    <a:pt x="16" y="9"/>
                    <a:pt x="13" y="16"/>
                    <a:pt x="13" y="24"/>
                  </a:cubicBezTo>
                  <a:cubicBezTo>
                    <a:pt x="13" y="25"/>
                    <a:pt x="13" y="25"/>
                    <a:pt x="13" y="25"/>
                  </a:cubicBezTo>
                  <a:cubicBezTo>
                    <a:pt x="13" y="31"/>
                    <a:pt x="15" y="39"/>
                    <a:pt x="31" y="39"/>
                  </a:cubicBezTo>
                  <a:cubicBezTo>
                    <a:pt x="46" y="39"/>
                    <a:pt x="50" y="33"/>
                    <a:pt x="50" y="25"/>
                  </a:cubicBezTo>
                  <a:lnTo>
                    <a:pt x="50" y="2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12"/>
            <p:cNvSpPr>
              <a:spLocks noEditPoints="1"/>
            </p:cNvSpPr>
            <p:nvPr/>
          </p:nvSpPr>
          <p:spPr bwMode="auto">
            <a:xfrm>
              <a:off x="-614362" y="3222625"/>
              <a:ext cx="25400" cy="196850"/>
            </a:xfrm>
            <a:custGeom>
              <a:avLst/>
              <a:gdLst>
                <a:gd name="T0" fmla="*/ 10 w 13"/>
                <a:gd name="T1" fmla="*/ 16 h 105"/>
                <a:gd name="T2" fmla="*/ 3 w 13"/>
                <a:gd name="T3" fmla="*/ 16 h 105"/>
                <a:gd name="T4" fmla="*/ 0 w 13"/>
                <a:gd name="T5" fmla="*/ 14 h 105"/>
                <a:gd name="T6" fmla="*/ 0 w 13"/>
                <a:gd name="T7" fmla="*/ 3 h 105"/>
                <a:gd name="T8" fmla="*/ 3 w 13"/>
                <a:gd name="T9" fmla="*/ 0 h 105"/>
                <a:gd name="T10" fmla="*/ 10 w 13"/>
                <a:gd name="T11" fmla="*/ 0 h 105"/>
                <a:gd name="T12" fmla="*/ 13 w 13"/>
                <a:gd name="T13" fmla="*/ 3 h 105"/>
                <a:gd name="T14" fmla="*/ 13 w 13"/>
                <a:gd name="T15" fmla="*/ 14 h 105"/>
                <a:gd name="T16" fmla="*/ 10 w 13"/>
                <a:gd name="T17" fmla="*/ 16 h 105"/>
                <a:gd name="T18" fmla="*/ 10 w 13"/>
                <a:gd name="T19" fmla="*/ 105 h 105"/>
                <a:gd name="T20" fmla="*/ 3 w 13"/>
                <a:gd name="T21" fmla="*/ 105 h 105"/>
                <a:gd name="T22" fmla="*/ 1 w 13"/>
                <a:gd name="T23" fmla="*/ 102 h 105"/>
                <a:gd name="T24" fmla="*/ 1 w 13"/>
                <a:gd name="T25" fmla="*/ 31 h 105"/>
                <a:gd name="T26" fmla="*/ 3 w 13"/>
                <a:gd name="T27" fmla="*/ 29 h 105"/>
                <a:gd name="T28" fmla="*/ 10 w 13"/>
                <a:gd name="T29" fmla="*/ 29 h 105"/>
                <a:gd name="T30" fmla="*/ 13 w 13"/>
                <a:gd name="T31" fmla="*/ 31 h 105"/>
                <a:gd name="T32" fmla="*/ 13 w 13"/>
                <a:gd name="T33" fmla="*/ 102 h 105"/>
                <a:gd name="T34" fmla="*/ 10 w 13"/>
                <a:gd name="T35"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 h="105">
                  <a:moveTo>
                    <a:pt x="10" y="16"/>
                  </a:moveTo>
                  <a:cubicBezTo>
                    <a:pt x="3" y="16"/>
                    <a:pt x="3" y="16"/>
                    <a:pt x="3" y="16"/>
                  </a:cubicBezTo>
                  <a:cubicBezTo>
                    <a:pt x="2" y="16"/>
                    <a:pt x="0" y="15"/>
                    <a:pt x="0" y="14"/>
                  </a:cubicBezTo>
                  <a:cubicBezTo>
                    <a:pt x="0" y="3"/>
                    <a:pt x="0" y="3"/>
                    <a:pt x="0" y="3"/>
                  </a:cubicBezTo>
                  <a:cubicBezTo>
                    <a:pt x="0" y="1"/>
                    <a:pt x="2" y="0"/>
                    <a:pt x="3" y="0"/>
                  </a:cubicBezTo>
                  <a:cubicBezTo>
                    <a:pt x="10" y="0"/>
                    <a:pt x="10" y="0"/>
                    <a:pt x="10" y="0"/>
                  </a:cubicBezTo>
                  <a:cubicBezTo>
                    <a:pt x="12" y="0"/>
                    <a:pt x="13" y="1"/>
                    <a:pt x="13" y="3"/>
                  </a:cubicBezTo>
                  <a:cubicBezTo>
                    <a:pt x="13" y="14"/>
                    <a:pt x="13" y="14"/>
                    <a:pt x="13" y="14"/>
                  </a:cubicBezTo>
                  <a:cubicBezTo>
                    <a:pt x="13" y="15"/>
                    <a:pt x="12" y="16"/>
                    <a:pt x="10" y="16"/>
                  </a:cubicBezTo>
                  <a:close/>
                  <a:moveTo>
                    <a:pt x="10" y="105"/>
                  </a:moveTo>
                  <a:cubicBezTo>
                    <a:pt x="3" y="105"/>
                    <a:pt x="3" y="105"/>
                    <a:pt x="3" y="105"/>
                  </a:cubicBezTo>
                  <a:cubicBezTo>
                    <a:pt x="2" y="105"/>
                    <a:pt x="1" y="103"/>
                    <a:pt x="1" y="102"/>
                  </a:cubicBezTo>
                  <a:cubicBezTo>
                    <a:pt x="1" y="31"/>
                    <a:pt x="1" y="31"/>
                    <a:pt x="1" y="31"/>
                  </a:cubicBezTo>
                  <a:cubicBezTo>
                    <a:pt x="1" y="30"/>
                    <a:pt x="2" y="29"/>
                    <a:pt x="3" y="29"/>
                  </a:cubicBezTo>
                  <a:cubicBezTo>
                    <a:pt x="10" y="29"/>
                    <a:pt x="10" y="29"/>
                    <a:pt x="10" y="29"/>
                  </a:cubicBezTo>
                  <a:cubicBezTo>
                    <a:pt x="11" y="29"/>
                    <a:pt x="13" y="30"/>
                    <a:pt x="13" y="31"/>
                  </a:cubicBezTo>
                  <a:cubicBezTo>
                    <a:pt x="13" y="102"/>
                    <a:pt x="13" y="102"/>
                    <a:pt x="13" y="102"/>
                  </a:cubicBezTo>
                  <a:cubicBezTo>
                    <a:pt x="13" y="103"/>
                    <a:pt x="11" y="105"/>
                    <a:pt x="10"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13"/>
            <p:cNvSpPr/>
            <p:nvPr/>
          </p:nvSpPr>
          <p:spPr bwMode="auto">
            <a:xfrm>
              <a:off x="-555625" y="3275013"/>
              <a:ext cx="92075" cy="147637"/>
            </a:xfrm>
            <a:custGeom>
              <a:avLst/>
              <a:gdLst>
                <a:gd name="T0" fmla="*/ 46 w 49"/>
                <a:gd name="T1" fmla="*/ 76 h 78"/>
                <a:gd name="T2" fmla="*/ 29 w 49"/>
                <a:gd name="T3" fmla="*/ 78 h 78"/>
                <a:gd name="T4" fmla="*/ 0 w 49"/>
                <a:gd name="T5" fmla="*/ 44 h 78"/>
                <a:gd name="T6" fmla="*/ 0 w 49"/>
                <a:gd name="T7" fmla="*/ 33 h 78"/>
                <a:gd name="T8" fmla="*/ 29 w 49"/>
                <a:gd name="T9" fmla="*/ 0 h 78"/>
                <a:gd name="T10" fmla="*/ 46 w 49"/>
                <a:gd name="T11" fmla="*/ 1 h 78"/>
                <a:gd name="T12" fmla="*/ 49 w 49"/>
                <a:gd name="T13" fmla="*/ 4 h 78"/>
                <a:gd name="T14" fmla="*/ 49 w 49"/>
                <a:gd name="T15" fmla="*/ 9 h 78"/>
                <a:gd name="T16" fmla="*/ 47 w 49"/>
                <a:gd name="T17" fmla="*/ 11 h 78"/>
                <a:gd name="T18" fmla="*/ 46 w 49"/>
                <a:gd name="T19" fmla="*/ 11 h 78"/>
                <a:gd name="T20" fmla="*/ 29 w 49"/>
                <a:gd name="T21" fmla="*/ 10 h 78"/>
                <a:gd name="T22" fmla="*/ 12 w 49"/>
                <a:gd name="T23" fmla="*/ 33 h 78"/>
                <a:gd name="T24" fmla="*/ 12 w 49"/>
                <a:gd name="T25" fmla="*/ 44 h 78"/>
                <a:gd name="T26" fmla="*/ 29 w 49"/>
                <a:gd name="T27" fmla="*/ 67 h 78"/>
                <a:gd name="T28" fmla="*/ 46 w 49"/>
                <a:gd name="T29" fmla="*/ 66 h 78"/>
                <a:gd name="T30" fmla="*/ 47 w 49"/>
                <a:gd name="T31" fmla="*/ 66 h 78"/>
                <a:gd name="T32" fmla="*/ 49 w 49"/>
                <a:gd name="T33" fmla="*/ 68 h 78"/>
                <a:gd name="T34" fmla="*/ 49 w 49"/>
                <a:gd name="T35" fmla="*/ 73 h 78"/>
                <a:gd name="T36" fmla="*/ 46 w 49"/>
                <a:gd name="T37" fmla="*/ 7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 h="78">
                  <a:moveTo>
                    <a:pt x="46" y="76"/>
                  </a:moveTo>
                  <a:cubicBezTo>
                    <a:pt x="42" y="77"/>
                    <a:pt x="36" y="78"/>
                    <a:pt x="29" y="78"/>
                  </a:cubicBezTo>
                  <a:cubicBezTo>
                    <a:pt x="10" y="78"/>
                    <a:pt x="0" y="64"/>
                    <a:pt x="0" y="44"/>
                  </a:cubicBezTo>
                  <a:cubicBezTo>
                    <a:pt x="0" y="33"/>
                    <a:pt x="0" y="33"/>
                    <a:pt x="0" y="33"/>
                  </a:cubicBezTo>
                  <a:cubicBezTo>
                    <a:pt x="0" y="13"/>
                    <a:pt x="10" y="0"/>
                    <a:pt x="29" y="0"/>
                  </a:cubicBezTo>
                  <a:cubicBezTo>
                    <a:pt x="35" y="0"/>
                    <a:pt x="42" y="0"/>
                    <a:pt x="46" y="1"/>
                  </a:cubicBezTo>
                  <a:cubicBezTo>
                    <a:pt x="49" y="2"/>
                    <a:pt x="49" y="2"/>
                    <a:pt x="49" y="4"/>
                  </a:cubicBezTo>
                  <a:cubicBezTo>
                    <a:pt x="49" y="9"/>
                    <a:pt x="49" y="9"/>
                    <a:pt x="49" y="9"/>
                  </a:cubicBezTo>
                  <a:cubicBezTo>
                    <a:pt x="49" y="11"/>
                    <a:pt x="48" y="11"/>
                    <a:pt x="47" y="11"/>
                  </a:cubicBezTo>
                  <a:cubicBezTo>
                    <a:pt x="46" y="11"/>
                    <a:pt x="46" y="11"/>
                    <a:pt x="46" y="11"/>
                  </a:cubicBezTo>
                  <a:cubicBezTo>
                    <a:pt x="40" y="11"/>
                    <a:pt x="36" y="10"/>
                    <a:pt x="29" y="10"/>
                  </a:cubicBezTo>
                  <a:cubicBezTo>
                    <a:pt x="18" y="10"/>
                    <a:pt x="12" y="18"/>
                    <a:pt x="12" y="33"/>
                  </a:cubicBezTo>
                  <a:cubicBezTo>
                    <a:pt x="12" y="44"/>
                    <a:pt x="12" y="44"/>
                    <a:pt x="12" y="44"/>
                  </a:cubicBezTo>
                  <a:cubicBezTo>
                    <a:pt x="12" y="59"/>
                    <a:pt x="18" y="67"/>
                    <a:pt x="29" y="67"/>
                  </a:cubicBezTo>
                  <a:cubicBezTo>
                    <a:pt x="36" y="67"/>
                    <a:pt x="40" y="67"/>
                    <a:pt x="46" y="66"/>
                  </a:cubicBezTo>
                  <a:cubicBezTo>
                    <a:pt x="46" y="66"/>
                    <a:pt x="46" y="66"/>
                    <a:pt x="47" y="66"/>
                  </a:cubicBezTo>
                  <a:cubicBezTo>
                    <a:pt x="48" y="66"/>
                    <a:pt x="49" y="67"/>
                    <a:pt x="49" y="68"/>
                  </a:cubicBezTo>
                  <a:cubicBezTo>
                    <a:pt x="49" y="73"/>
                    <a:pt x="49" y="73"/>
                    <a:pt x="49" y="73"/>
                  </a:cubicBezTo>
                  <a:cubicBezTo>
                    <a:pt x="49" y="75"/>
                    <a:pt x="49" y="76"/>
                    <a:pt x="4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14"/>
            <p:cNvSpPr>
              <a:spLocks noEditPoints="1"/>
            </p:cNvSpPr>
            <p:nvPr/>
          </p:nvSpPr>
          <p:spPr bwMode="auto">
            <a:xfrm>
              <a:off x="-374650" y="3275013"/>
              <a:ext cx="115888" cy="147637"/>
            </a:xfrm>
            <a:custGeom>
              <a:avLst/>
              <a:gdLst>
                <a:gd name="T0" fmla="*/ 31 w 62"/>
                <a:gd name="T1" fmla="*/ 78 h 78"/>
                <a:gd name="T2" fmla="*/ 0 w 62"/>
                <a:gd name="T3" fmla="*/ 44 h 78"/>
                <a:gd name="T4" fmla="*/ 0 w 62"/>
                <a:gd name="T5" fmla="*/ 33 h 78"/>
                <a:gd name="T6" fmla="*/ 31 w 62"/>
                <a:gd name="T7" fmla="*/ 0 h 78"/>
                <a:gd name="T8" fmla="*/ 62 w 62"/>
                <a:gd name="T9" fmla="*/ 33 h 78"/>
                <a:gd name="T10" fmla="*/ 62 w 62"/>
                <a:gd name="T11" fmla="*/ 44 h 78"/>
                <a:gd name="T12" fmla="*/ 31 w 62"/>
                <a:gd name="T13" fmla="*/ 78 h 78"/>
                <a:gd name="T14" fmla="*/ 50 w 62"/>
                <a:gd name="T15" fmla="*/ 33 h 78"/>
                <a:gd name="T16" fmla="*/ 31 w 62"/>
                <a:gd name="T17" fmla="*/ 10 h 78"/>
                <a:gd name="T18" fmla="*/ 12 w 62"/>
                <a:gd name="T19" fmla="*/ 33 h 78"/>
                <a:gd name="T20" fmla="*/ 12 w 62"/>
                <a:gd name="T21" fmla="*/ 44 h 78"/>
                <a:gd name="T22" fmla="*/ 31 w 62"/>
                <a:gd name="T23" fmla="*/ 67 h 78"/>
                <a:gd name="T24" fmla="*/ 50 w 62"/>
                <a:gd name="T25" fmla="*/ 44 h 78"/>
                <a:gd name="T26" fmla="*/ 50 w 62"/>
                <a:gd name="T27" fmla="*/ 3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2" h="78">
                  <a:moveTo>
                    <a:pt x="31" y="78"/>
                  </a:moveTo>
                  <a:cubicBezTo>
                    <a:pt x="11" y="78"/>
                    <a:pt x="0" y="64"/>
                    <a:pt x="0" y="44"/>
                  </a:cubicBezTo>
                  <a:cubicBezTo>
                    <a:pt x="0" y="33"/>
                    <a:pt x="0" y="33"/>
                    <a:pt x="0" y="33"/>
                  </a:cubicBezTo>
                  <a:cubicBezTo>
                    <a:pt x="0" y="13"/>
                    <a:pt x="11" y="0"/>
                    <a:pt x="31" y="0"/>
                  </a:cubicBezTo>
                  <a:cubicBezTo>
                    <a:pt x="51" y="0"/>
                    <a:pt x="62" y="13"/>
                    <a:pt x="62" y="33"/>
                  </a:cubicBezTo>
                  <a:cubicBezTo>
                    <a:pt x="62" y="44"/>
                    <a:pt x="62" y="44"/>
                    <a:pt x="62" y="44"/>
                  </a:cubicBezTo>
                  <a:cubicBezTo>
                    <a:pt x="62" y="64"/>
                    <a:pt x="51" y="78"/>
                    <a:pt x="31" y="78"/>
                  </a:cubicBezTo>
                  <a:close/>
                  <a:moveTo>
                    <a:pt x="50" y="33"/>
                  </a:moveTo>
                  <a:cubicBezTo>
                    <a:pt x="50" y="19"/>
                    <a:pt x="44" y="10"/>
                    <a:pt x="31" y="10"/>
                  </a:cubicBezTo>
                  <a:cubicBezTo>
                    <a:pt x="18" y="10"/>
                    <a:pt x="12" y="19"/>
                    <a:pt x="12" y="33"/>
                  </a:cubicBezTo>
                  <a:cubicBezTo>
                    <a:pt x="12" y="44"/>
                    <a:pt x="12" y="44"/>
                    <a:pt x="12" y="44"/>
                  </a:cubicBezTo>
                  <a:cubicBezTo>
                    <a:pt x="12" y="58"/>
                    <a:pt x="18" y="67"/>
                    <a:pt x="31" y="67"/>
                  </a:cubicBezTo>
                  <a:cubicBezTo>
                    <a:pt x="44" y="67"/>
                    <a:pt x="50" y="58"/>
                    <a:pt x="50" y="44"/>
                  </a:cubicBezTo>
                  <a:lnTo>
                    <a:pt x="50" y="3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15"/>
            <p:cNvSpPr/>
            <p:nvPr/>
          </p:nvSpPr>
          <p:spPr bwMode="auto">
            <a:xfrm>
              <a:off x="-244475" y="3221038"/>
              <a:ext cx="85725" cy="198437"/>
            </a:xfrm>
            <a:custGeom>
              <a:avLst/>
              <a:gdLst>
                <a:gd name="T0" fmla="*/ 44 w 46"/>
                <a:gd name="T1" fmla="*/ 10 h 106"/>
                <a:gd name="T2" fmla="*/ 37 w 46"/>
                <a:gd name="T3" fmla="*/ 10 h 106"/>
                <a:gd name="T4" fmla="*/ 29 w 46"/>
                <a:gd name="T5" fmla="*/ 20 h 106"/>
                <a:gd name="T6" fmla="*/ 29 w 46"/>
                <a:gd name="T7" fmla="*/ 30 h 106"/>
                <a:gd name="T8" fmla="*/ 43 w 46"/>
                <a:gd name="T9" fmla="*/ 30 h 106"/>
                <a:gd name="T10" fmla="*/ 46 w 46"/>
                <a:gd name="T11" fmla="*/ 32 h 106"/>
                <a:gd name="T12" fmla="*/ 46 w 46"/>
                <a:gd name="T13" fmla="*/ 37 h 106"/>
                <a:gd name="T14" fmla="*/ 43 w 46"/>
                <a:gd name="T15" fmla="*/ 40 h 106"/>
                <a:gd name="T16" fmla="*/ 29 w 46"/>
                <a:gd name="T17" fmla="*/ 40 h 106"/>
                <a:gd name="T18" fmla="*/ 29 w 46"/>
                <a:gd name="T19" fmla="*/ 103 h 106"/>
                <a:gd name="T20" fmla="*/ 26 w 46"/>
                <a:gd name="T21" fmla="*/ 106 h 106"/>
                <a:gd name="T22" fmla="*/ 19 w 46"/>
                <a:gd name="T23" fmla="*/ 106 h 106"/>
                <a:gd name="T24" fmla="*/ 16 w 46"/>
                <a:gd name="T25" fmla="*/ 103 h 106"/>
                <a:gd name="T26" fmla="*/ 16 w 46"/>
                <a:gd name="T27" fmla="*/ 40 h 106"/>
                <a:gd name="T28" fmla="*/ 3 w 46"/>
                <a:gd name="T29" fmla="*/ 38 h 106"/>
                <a:gd name="T30" fmla="*/ 0 w 46"/>
                <a:gd name="T31" fmla="*/ 36 h 106"/>
                <a:gd name="T32" fmla="*/ 0 w 46"/>
                <a:gd name="T33" fmla="*/ 32 h 106"/>
                <a:gd name="T34" fmla="*/ 3 w 46"/>
                <a:gd name="T35" fmla="*/ 30 h 106"/>
                <a:gd name="T36" fmla="*/ 16 w 46"/>
                <a:gd name="T37" fmla="*/ 30 h 106"/>
                <a:gd name="T38" fmla="*/ 16 w 46"/>
                <a:gd name="T39" fmla="*/ 20 h 106"/>
                <a:gd name="T40" fmla="*/ 36 w 46"/>
                <a:gd name="T41" fmla="*/ 0 h 106"/>
                <a:gd name="T42" fmla="*/ 43 w 46"/>
                <a:gd name="T43" fmla="*/ 1 h 106"/>
                <a:gd name="T44" fmla="*/ 46 w 46"/>
                <a:gd name="T45" fmla="*/ 4 h 106"/>
                <a:gd name="T46" fmla="*/ 46 w 46"/>
                <a:gd name="T47" fmla="*/ 8 h 106"/>
                <a:gd name="T48" fmla="*/ 44 w 46"/>
                <a:gd name="T49" fmla="*/ 1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 h="106">
                  <a:moveTo>
                    <a:pt x="44" y="10"/>
                  </a:moveTo>
                  <a:cubicBezTo>
                    <a:pt x="37" y="10"/>
                    <a:pt x="37" y="10"/>
                    <a:pt x="37" y="10"/>
                  </a:cubicBezTo>
                  <a:cubicBezTo>
                    <a:pt x="30" y="10"/>
                    <a:pt x="29" y="12"/>
                    <a:pt x="29" y="20"/>
                  </a:cubicBezTo>
                  <a:cubicBezTo>
                    <a:pt x="29" y="30"/>
                    <a:pt x="29" y="30"/>
                    <a:pt x="29" y="30"/>
                  </a:cubicBezTo>
                  <a:cubicBezTo>
                    <a:pt x="43" y="30"/>
                    <a:pt x="43" y="30"/>
                    <a:pt x="43" y="30"/>
                  </a:cubicBezTo>
                  <a:cubicBezTo>
                    <a:pt x="45" y="30"/>
                    <a:pt x="46" y="31"/>
                    <a:pt x="46" y="32"/>
                  </a:cubicBezTo>
                  <a:cubicBezTo>
                    <a:pt x="46" y="37"/>
                    <a:pt x="46" y="37"/>
                    <a:pt x="46" y="37"/>
                  </a:cubicBezTo>
                  <a:cubicBezTo>
                    <a:pt x="46" y="39"/>
                    <a:pt x="45" y="40"/>
                    <a:pt x="43" y="40"/>
                  </a:cubicBezTo>
                  <a:cubicBezTo>
                    <a:pt x="29" y="40"/>
                    <a:pt x="29" y="40"/>
                    <a:pt x="29" y="40"/>
                  </a:cubicBezTo>
                  <a:cubicBezTo>
                    <a:pt x="29" y="103"/>
                    <a:pt x="29" y="103"/>
                    <a:pt x="29" y="103"/>
                  </a:cubicBezTo>
                  <a:cubicBezTo>
                    <a:pt x="29" y="104"/>
                    <a:pt x="27" y="106"/>
                    <a:pt x="26" y="106"/>
                  </a:cubicBezTo>
                  <a:cubicBezTo>
                    <a:pt x="19" y="106"/>
                    <a:pt x="19" y="106"/>
                    <a:pt x="19" y="106"/>
                  </a:cubicBezTo>
                  <a:cubicBezTo>
                    <a:pt x="18" y="106"/>
                    <a:pt x="16" y="104"/>
                    <a:pt x="16" y="103"/>
                  </a:cubicBezTo>
                  <a:cubicBezTo>
                    <a:pt x="16" y="40"/>
                    <a:pt x="16" y="40"/>
                    <a:pt x="16" y="40"/>
                  </a:cubicBezTo>
                  <a:cubicBezTo>
                    <a:pt x="3" y="38"/>
                    <a:pt x="3" y="38"/>
                    <a:pt x="3" y="38"/>
                  </a:cubicBezTo>
                  <a:cubicBezTo>
                    <a:pt x="1" y="38"/>
                    <a:pt x="0" y="37"/>
                    <a:pt x="0" y="36"/>
                  </a:cubicBezTo>
                  <a:cubicBezTo>
                    <a:pt x="0" y="32"/>
                    <a:pt x="0" y="32"/>
                    <a:pt x="0" y="32"/>
                  </a:cubicBezTo>
                  <a:cubicBezTo>
                    <a:pt x="0" y="31"/>
                    <a:pt x="1" y="30"/>
                    <a:pt x="3" y="30"/>
                  </a:cubicBezTo>
                  <a:cubicBezTo>
                    <a:pt x="16" y="30"/>
                    <a:pt x="16" y="30"/>
                    <a:pt x="16" y="30"/>
                  </a:cubicBezTo>
                  <a:cubicBezTo>
                    <a:pt x="16" y="20"/>
                    <a:pt x="16" y="20"/>
                    <a:pt x="16" y="20"/>
                  </a:cubicBezTo>
                  <a:cubicBezTo>
                    <a:pt x="16" y="5"/>
                    <a:pt x="24" y="0"/>
                    <a:pt x="36" y="0"/>
                  </a:cubicBezTo>
                  <a:cubicBezTo>
                    <a:pt x="39" y="0"/>
                    <a:pt x="42" y="1"/>
                    <a:pt x="43" y="1"/>
                  </a:cubicBezTo>
                  <a:cubicBezTo>
                    <a:pt x="45" y="2"/>
                    <a:pt x="46" y="2"/>
                    <a:pt x="46" y="4"/>
                  </a:cubicBezTo>
                  <a:cubicBezTo>
                    <a:pt x="46" y="8"/>
                    <a:pt x="46" y="8"/>
                    <a:pt x="46" y="8"/>
                  </a:cubicBezTo>
                  <a:cubicBezTo>
                    <a:pt x="46" y="10"/>
                    <a:pt x="45" y="10"/>
                    <a:pt x="4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16"/>
            <p:cNvSpPr/>
            <p:nvPr/>
          </p:nvSpPr>
          <p:spPr bwMode="auto">
            <a:xfrm>
              <a:off x="-73025" y="3224213"/>
              <a:ext cx="115888" cy="198437"/>
            </a:xfrm>
            <a:custGeom>
              <a:avLst/>
              <a:gdLst>
                <a:gd name="T0" fmla="*/ 28 w 62"/>
                <a:gd name="T1" fmla="*/ 105 h 105"/>
                <a:gd name="T2" fmla="*/ 5 w 62"/>
                <a:gd name="T3" fmla="*/ 103 h 105"/>
                <a:gd name="T4" fmla="*/ 2 w 62"/>
                <a:gd name="T5" fmla="*/ 100 h 105"/>
                <a:gd name="T6" fmla="*/ 2 w 62"/>
                <a:gd name="T7" fmla="*/ 95 h 105"/>
                <a:gd name="T8" fmla="*/ 4 w 62"/>
                <a:gd name="T9" fmla="*/ 92 h 105"/>
                <a:gd name="T10" fmla="*/ 5 w 62"/>
                <a:gd name="T11" fmla="*/ 92 h 105"/>
                <a:gd name="T12" fmla="*/ 28 w 62"/>
                <a:gd name="T13" fmla="*/ 93 h 105"/>
                <a:gd name="T14" fmla="*/ 49 w 62"/>
                <a:gd name="T15" fmla="*/ 77 h 105"/>
                <a:gd name="T16" fmla="*/ 32 w 62"/>
                <a:gd name="T17" fmla="*/ 58 h 105"/>
                <a:gd name="T18" fmla="*/ 19 w 62"/>
                <a:gd name="T19" fmla="*/ 50 h 105"/>
                <a:gd name="T20" fmla="*/ 0 w 62"/>
                <a:gd name="T21" fmla="*/ 24 h 105"/>
                <a:gd name="T22" fmla="*/ 33 w 62"/>
                <a:gd name="T23" fmla="*/ 0 h 105"/>
                <a:gd name="T24" fmla="*/ 57 w 62"/>
                <a:gd name="T25" fmla="*/ 2 h 105"/>
                <a:gd name="T26" fmla="*/ 59 w 62"/>
                <a:gd name="T27" fmla="*/ 4 h 105"/>
                <a:gd name="T28" fmla="*/ 59 w 62"/>
                <a:gd name="T29" fmla="*/ 10 h 105"/>
                <a:gd name="T30" fmla="*/ 57 w 62"/>
                <a:gd name="T31" fmla="*/ 12 h 105"/>
                <a:gd name="T32" fmla="*/ 56 w 62"/>
                <a:gd name="T33" fmla="*/ 12 h 105"/>
                <a:gd name="T34" fmla="*/ 33 w 62"/>
                <a:gd name="T35" fmla="*/ 11 h 105"/>
                <a:gd name="T36" fmla="*/ 12 w 62"/>
                <a:gd name="T37" fmla="*/ 24 h 105"/>
                <a:gd name="T38" fmla="*/ 27 w 62"/>
                <a:gd name="T39" fmla="*/ 41 h 105"/>
                <a:gd name="T40" fmla="*/ 40 w 62"/>
                <a:gd name="T41" fmla="*/ 49 h 105"/>
                <a:gd name="T42" fmla="*/ 62 w 62"/>
                <a:gd name="T43" fmla="*/ 77 h 105"/>
                <a:gd name="T44" fmla="*/ 28 w 62"/>
                <a:gd name="T45"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105">
                  <a:moveTo>
                    <a:pt x="28" y="105"/>
                  </a:moveTo>
                  <a:cubicBezTo>
                    <a:pt x="18" y="105"/>
                    <a:pt x="11" y="104"/>
                    <a:pt x="5" y="103"/>
                  </a:cubicBezTo>
                  <a:cubicBezTo>
                    <a:pt x="2" y="102"/>
                    <a:pt x="2" y="102"/>
                    <a:pt x="2" y="100"/>
                  </a:cubicBezTo>
                  <a:cubicBezTo>
                    <a:pt x="2" y="95"/>
                    <a:pt x="2" y="95"/>
                    <a:pt x="2" y="95"/>
                  </a:cubicBezTo>
                  <a:cubicBezTo>
                    <a:pt x="2" y="93"/>
                    <a:pt x="3" y="92"/>
                    <a:pt x="4" y="92"/>
                  </a:cubicBezTo>
                  <a:cubicBezTo>
                    <a:pt x="5" y="92"/>
                    <a:pt x="5" y="92"/>
                    <a:pt x="5" y="92"/>
                  </a:cubicBezTo>
                  <a:cubicBezTo>
                    <a:pt x="11" y="93"/>
                    <a:pt x="21" y="93"/>
                    <a:pt x="28" y="93"/>
                  </a:cubicBezTo>
                  <a:cubicBezTo>
                    <a:pt x="44" y="93"/>
                    <a:pt x="49" y="87"/>
                    <a:pt x="49" y="77"/>
                  </a:cubicBezTo>
                  <a:cubicBezTo>
                    <a:pt x="49" y="70"/>
                    <a:pt x="45" y="66"/>
                    <a:pt x="32" y="58"/>
                  </a:cubicBezTo>
                  <a:cubicBezTo>
                    <a:pt x="19" y="50"/>
                    <a:pt x="19" y="50"/>
                    <a:pt x="19" y="50"/>
                  </a:cubicBezTo>
                  <a:cubicBezTo>
                    <a:pt x="6" y="43"/>
                    <a:pt x="0" y="35"/>
                    <a:pt x="0" y="24"/>
                  </a:cubicBezTo>
                  <a:cubicBezTo>
                    <a:pt x="0" y="8"/>
                    <a:pt x="12" y="0"/>
                    <a:pt x="33" y="0"/>
                  </a:cubicBezTo>
                  <a:cubicBezTo>
                    <a:pt x="41" y="0"/>
                    <a:pt x="51" y="1"/>
                    <a:pt x="57" y="2"/>
                  </a:cubicBezTo>
                  <a:cubicBezTo>
                    <a:pt x="58" y="2"/>
                    <a:pt x="59" y="3"/>
                    <a:pt x="59" y="4"/>
                  </a:cubicBezTo>
                  <a:cubicBezTo>
                    <a:pt x="59" y="10"/>
                    <a:pt x="59" y="10"/>
                    <a:pt x="59" y="10"/>
                  </a:cubicBezTo>
                  <a:cubicBezTo>
                    <a:pt x="59" y="11"/>
                    <a:pt x="58" y="12"/>
                    <a:pt x="57" y="12"/>
                  </a:cubicBezTo>
                  <a:cubicBezTo>
                    <a:pt x="56" y="12"/>
                    <a:pt x="56" y="12"/>
                    <a:pt x="56" y="12"/>
                  </a:cubicBezTo>
                  <a:cubicBezTo>
                    <a:pt x="50" y="12"/>
                    <a:pt x="41" y="11"/>
                    <a:pt x="33" y="11"/>
                  </a:cubicBezTo>
                  <a:cubicBezTo>
                    <a:pt x="18" y="11"/>
                    <a:pt x="12" y="14"/>
                    <a:pt x="12" y="24"/>
                  </a:cubicBezTo>
                  <a:cubicBezTo>
                    <a:pt x="12" y="31"/>
                    <a:pt x="17" y="35"/>
                    <a:pt x="27" y="41"/>
                  </a:cubicBezTo>
                  <a:cubicBezTo>
                    <a:pt x="40" y="49"/>
                    <a:pt x="40" y="49"/>
                    <a:pt x="40" y="49"/>
                  </a:cubicBezTo>
                  <a:cubicBezTo>
                    <a:pt x="56" y="58"/>
                    <a:pt x="62" y="66"/>
                    <a:pt x="62" y="77"/>
                  </a:cubicBezTo>
                  <a:cubicBezTo>
                    <a:pt x="62" y="90"/>
                    <a:pt x="55" y="105"/>
                    <a:pt x="28"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17"/>
            <p:cNvSpPr>
              <a:spLocks noEditPoints="1"/>
            </p:cNvSpPr>
            <p:nvPr/>
          </p:nvSpPr>
          <p:spPr bwMode="auto">
            <a:xfrm>
              <a:off x="69850" y="3275013"/>
              <a:ext cx="114300" cy="147637"/>
            </a:xfrm>
            <a:custGeom>
              <a:avLst/>
              <a:gdLst>
                <a:gd name="T0" fmla="*/ 30 w 61"/>
                <a:gd name="T1" fmla="*/ 78 h 78"/>
                <a:gd name="T2" fmla="*/ 0 w 61"/>
                <a:gd name="T3" fmla="*/ 44 h 78"/>
                <a:gd name="T4" fmla="*/ 0 w 61"/>
                <a:gd name="T5" fmla="*/ 33 h 78"/>
                <a:gd name="T6" fmla="*/ 30 w 61"/>
                <a:gd name="T7" fmla="*/ 0 h 78"/>
                <a:gd name="T8" fmla="*/ 61 w 61"/>
                <a:gd name="T9" fmla="*/ 33 h 78"/>
                <a:gd name="T10" fmla="*/ 61 w 61"/>
                <a:gd name="T11" fmla="*/ 44 h 78"/>
                <a:gd name="T12" fmla="*/ 30 w 61"/>
                <a:gd name="T13" fmla="*/ 78 h 78"/>
                <a:gd name="T14" fmla="*/ 49 w 61"/>
                <a:gd name="T15" fmla="*/ 33 h 78"/>
                <a:gd name="T16" fmla="*/ 30 w 61"/>
                <a:gd name="T17" fmla="*/ 10 h 78"/>
                <a:gd name="T18" fmla="*/ 12 w 61"/>
                <a:gd name="T19" fmla="*/ 33 h 78"/>
                <a:gd name="T20" fmla="*/ 12 w 61"/>
                <a:gd name="T21" fmla="*/ 44 h 78"/>
                <a:gd name="T22" fmla="*/ 30 w 61"/>
                <a:gd name="T23" fmla="*/ 67 h 78"/>
                <a:gd name="T24" fmla="*/ 49 w 61"/>
                <a:gd name="T25" fmla="*/ 44 h 78"/>
                <a:gd name="T26" fmla="*/ 49 w 61"/>
                <a:gd name="T27" fmla="*/ 3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1" h="78">
                  <a:moveTo>
                    <a:pt x="30" y="78"/>
                  </a:moveTo>
                  <a:cubicBezTo>
                    <a:pt x="10" y="78"/>
                    <a:pt x="0" y="64"/>
                    <a:pt x="0" y="44"/>
                  </a:cubicBezTo>
                  <a:cubicBezTo>
                    <a:pt x="0" y="33"/>
                    <a:pt x="0" y="33"/>
                    <a:pt x="0" y="33"/>
                  </a:cubicBezTo>
                  <a:cubicBezTo>
                    <a:pt x="0" y="13"/>
                    <a:pt x="10" y="0"/>
                    <a:pt x="30" y="0"/>
                  </a:cubicBezTo>
                  <a:cubicBezTo>
                    <a:pt x="51" y="0"/>
                    <a:pt x="61" y="13"/>
                    <a:pt x="61" y="33"/>
                  </a:cubicBezTo>
                  <a:cubicBezTo>
                    <a:pt x="61" y="44"/>
                    <a:pt x="61" y="44"/>
                    <a:pt x="61" y="44"/>
                  </a:cubicBezTo>
                  <a:cubicBezTo>
                    <a:pt x="61" y="64"/>
                    <a:pt x="51" y="78"/>
                    <a:pt x="30" y="78"/>
                  </a:cubicBezTo>
                  <a:close/>
                  <a:moveTo>
                    <a:pt x="49" y="33"/>
                  </a:moveTo>
                  <a:cubicBezTo>
                    <a:pt x="49" y="19"/>
                    <a:pt x="43" y="10"/>
                    <a:pt x="30" y="10"/>
                  </a:cubicBezTo>
                  <a:cubicBezTo>
                    <a:pt x="17" y="10"/>
                    <a:pt x="12" y="19"/>
                    <a:pt x="12" y="33"/>
                  </a:cubicBezTo>
                  <a:cubicBezTo>
                    <a:pt x="12" y="44"/>
                    <a:pt x="12" y="44"/>
                    <a:pt x="12" y="44"/>
                  </a:cubicBezTo>
                  <a:cubicBezTo>
                    <a:pt x="12" y="58"/>
                    <a:pt x="17" y="67"/>
                    <a:pt x="30" y="67"/>
                  </a:cubicBezTo>
                  <a:cubicBezTo>
                    <a:pt x="43" y="67"/>
                    <a:pt x="49" y="58"/>
                    <a:pt x="49" y="44"/>
                  </a:cubicBezTo>
                  <a:lnTo>
                    <a:pt x="49" y="3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18"/>
            <p:cNvSpPr/>
            <p:nvPr/>
          </p:nvSpPr>
          <p:spPr bwMode="auto">
            <a:xfrm>
              <a:off x="198438" y="3221038"/>
              <a:ext cx="85725" cy="198437"/>
            </a:xfrm>
            <a:custGeom>
              <a:avLst/>
              <a:gdLst>
                <a:gd name="T0" fmla="*/ 43 w 45"/>
                <a:gd name="T1" fmla="*/ 10 h 106"/>
                <a:gd name="T2" fmla="*/ 36 w 45"/>
                <a:gd name="T3" fmla="*/ 10 h 106"/>
                <a:gd name="T4" fmla="*/ 28 w 45"/>
                <a:gd name="T5" fmla="*/ 20 h 106"/>
                <a:gd name="T6" fmla="*/ 28 w 45"/>
                <a:gd name="T7" fmla="*/ 30 h 106"/>
                <a:gd name="T8" fmla="*/ 42 w 45"/>
                <a:gd name="T9" fmla="*/ 30 h 106"/>
                <a:gd name="T10" fmla="*/ 45 w 45"/>
                <a:gd name="T11" fmla="*/ 32 h 106"/>
                <a:gd name="T12" fmla="*/ 45 w 45"/>
                <a:gd name="T13" fmla="*/ 37 h 106"/>
                <a:gd name="T14" fmla="*/ 42 w 45"/>
                <a:gd name="T15" fmla="*/ 40 h 106"/>
                <a:gd name="T16" fmla="*/ 28 w 45"/>
                <a:gd name="T17" fmla="*/ 40 h 106"/>
                <a:gd name="T18" fmla="*/ 28 w 45"/>
                <a:gd name="T19" fmla="*/ 103 h 106"/>
                <a:gd name="T20" fmla="*/ 25 w 45"/>
                <a:gd name="T21" fmla="*/ 106 h 106"/>
                <a:gd name="T22" fmla="*/ 18 w 45"/>
                <a:gd name="T23" fmla="*/ 106 h 106"/>
                <a:gd name="T24" fmla="*/ 16 w 45"/>
                <a:gd name="T25" fmla="*/ 103 h 106"/>
                <a:gd name="T26" fmla="*/ 16 w 45"/>
                <a:gd name="T27" fmla="*/ 40 h 106"/>
                <a:gd name="T28" fmla="*/ 2 w 45"/>
                <a:gd name="T29" fmla="*/ 38 h 106"/>
                <a:gd name="T30" fmla="*/ 0 w 45"/>
                <a:gd name="T31" fmla="*/ 36 h 106"/>
                <a:gd name="T32" fmla="*/ 0 w 45"/>
                <a:gd name="T33" fmla="*/ 32 h 106"/>
                <a:gd name="T34" fmla="*/ 2 w 45"/>
                <a:gd name="T35" fmla="*/ 30 h 106"/>
                <a:gd name="T36" fmla="*/ 16 w 45"/>
                <a:gd name="T37" fmla="*/ 30 h 106"/>
                <a:gd name="T38" fmla="*/ 16 w 45"/>
                <a:gd name="T39" fmla="*/ 20 h 106"/>
                <a:gd name="T40" fmla="*/ 35 w 45"/>
                <a:gd name="T41" fmla="*/ 0 h 106"/>
                <a:gd name="T42" fmla="*/ 43 w 45"/>
                <a:gd name="T43" fmla="*/ 1 h 106"/>
                <a:gd name="T44" fmla="*/ 45 w 45"/>
                <a:gd name="T45" fmla="*/ 4 h 106"/>
                <a:gd name="T46" fmla="*/ 45 w 45"/>
                <a:gd name="T47" fmla="*/ 8 h 106"/>
                <a:gd name="T48" fmla="*/ 43 w 45"/>
                <a:gd name="T49" fmla="*/ 1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5" h="106">
                  <a:moveTo>
                    <a:pt x="43" y="10"/>
                  </a:moveTo>
                  <a:cubicBezTo>
                    <a:pt x="36" y="10"/>
                    <a:pt x="36" y="10"/>
                    <a:pt x="36" y="10"/>
                  </a:cubicBezTo>
                  <a:cubicBezTo>
                    <a:pt x="30" y="10"/>
                    <a:pt x="28" y="12"/>
                    <a:pt x="28" y="20"/>
                  </a:cubicBezTo>
                  <a:cubicBezTo>
                    <a:pt x="28" y="30"/>
                    <a:pt x="28" y="30"/>
                    <a:pt x="28" y="30"/>
                  </a:cubicBezTo>
                  <a:cubicBezTo>
                    <a:pt x="42" y="30"/>
                    <a:pt x="42" y="30"/>
                    <a:pt x="42" y="30"/>
                  </a:cubicBezTo>
                  <a:cubicBezTo>
                    <a:pt x="44" y="30"/>
                    <a:pt x="45" y="31"/>
                    <a:pt x="45" y="32"/>
                  </a:cubicBezTo>
                  <a:cubicBezTo>
                    <a:pt x="45" y="37"/>
                    <a:pt x="45" y="37"/>
                    <a:pt x="45" y="37"/>
                  </a:cubicBezTo>
                  <a:cubicBezTo>
                    <a:pt x="45" y="39"/>
                    <a:pt x="44" y="40"/>
                    <a:pt x="42" y="40"/>
                  </a:cubicBezTo>
                  <a:cubicBezTo>
                    <a:pt x="28" y="40"/>
                    <a:pt x="28" y="40"/>
                    <a:pt x="28" y="40"/>
                  </a:cubicBezTo>
                  <a:cubicBezTo>
                    <a:pt x="28" y="103"/>
                    <a:pt x="28" y="103"/>
                    <a:pt x="28" y="103"/>
                  </a:cubicBezTo>
                  <a:cubicBezTo>
                    <a:pt x="28" y="104"/>
                    <a:pt x="27" y="106"/>
                    <a:pt x="25" y="106"/>
                  </a:cubicBezTo>
                  <a:cubicBezTo>
                    <a:pt x="18" y="106"/>
                    <a:pt x="18" y="106"/>
                    <a:pt x="18" y="106"/>
                  </a:cubicBezTo>
                  <a:cubicBezTo>
                    <a:pt x="17" y="106"/>
                    <a:pt x="16" y="104"/>
                    <a:pt x="16" y="103"/>
                  </a:cubicBezTo>
                  <a:cubicBezTo>
                    <a:pt x="16" y="40"/>
                    <a:pt x="16" y="40"/>
                    <a:pt x="16" y="40"/>
                  </a:cubicBezTo>
                  <a:cubicBezTo>
                    <a:pt x="2" y="38"/>
                    <a:pt x="2" y="38"/>
                    <a:pt x="2" y="38"/>
                  </a:cubicBezTo>
                  <a:cubicBezTo>
                    <a:pt x="1" y="38"/>
                    <a:pt x="0" y="37"/>
                    <a:pt x="0" y="36"/>
                  </a:cubicBezTo>
                  <a:cubicBezTo>
                    <a:pt x="0" y="32"/>
                    <a:pt x="0" y="32"/>
                    <a:pt x="0" y="32"/>
                  </a:cubicBezTo>
                  <a:cubicBezTo>
                    <a:pt x="0" y="31"/>
                    <a:pt x="1" y="30"/>
                    <a:pt x="2" y="30"/>
                  </a:cubicBezTo>
                  <a:cubicBezTo>
                    <a:pt x="16" y="30"/>
                    <a:pt x="16" y="30"/>
                    <a:pt x="16" y="30"/>
                  </a:cubicBezTo>
                  <a:cubicBezTo>
                    <a:pt x="16" y="20"/>
                    <a:pt x="16" y="20"/>
                    <a:pt x="16" y="20"/>
                  </a:cubicBezTo>
                  <a:cubicBezTo>
                    <a:pt x="16" y="5"/>
                    <a:pt x="23" y="0"/>
                    <a:pt x="35" y="0"/>
                  </a:cubicBezTo>
                  <a:cubicBezTo>
                    <a:pt x="39" y="0"/>
                    <a:pt x="41" y="1"/>
                    <a:pt x="43" y="1"/>
                  </a:cubicBezTo>
                  <a:cubicBezTo>
                    <a:pt x="44" y="2"/>
                    <a:pt x="45" y="2"/>
                    <a:pt x="45" y="4"/>
                  </a:cubicBezTo>
                  <a:cubicBezTo>
                    <a:pt x="45" y="8"/>
                    <a:pt x="45" y="8"/>
                    <a:pt x="45" y="8"/>
                  </a:cubicBezTo>
                  <a:cubicBezTo>
                    <a:pt x="45" y="10"/>
                    <a:pt x="44" y="10"/>
                    <a:pt x="4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19"/>
            <p:cNvSpPr/>
            <p:nvPr/>
          </p:nvSpPr>
          <p:spPr bwMode="auto">
            <a:xfrm>
              <a:off x="296863" y="3243263"/>
              <a:ext cx="88900" cy="179387"/>
            </a:xfrm>
            <a:custGeom>
              <a:avLst/>
              <a:gdLst>
                <a:gd name="T0" fmla="*/ 44 w 47"/>
                <a:gd name="T1" fmla="*/ 94 h 95"/>
                <a:gd name="T2" fmla="*/ 35 w 47"/>
                <a:gd name="T3" fmla="*/ 95 h 95"/>
                <a:gd name="T4" fmla="*/ 16 w 47"/>
                <a:gd name="T5" fmla="*/ 76 h 95"/>
                <a:gd name="T6" fmla="*/ 16 w 47"/>
                <a:gd name="T7" fmla="*/ 28 h 95"/>
                <a:gd name="T8" fmla="*/ 3 w 47"/>
                <a:gd name="T9" fmla="*/ 26 h 95"/>
                <a:gd name="T10" fmla="*/ 0 w 47"/>
                <a:gd name="T11" fmla="*/ 24 h 95"/>
                <a:gd name="T12" fmla="*/ 0 w 47"/>
                <a:gd name="T13" fmla="*/ 20 h 95"/>
                <a:gd name="T14" fmla="*/ 3 w 47"/>
                <a:gd name="T15" fmla="*/ 18 h 95"/>
                <a:gd name="T16" fmla="*/ 16 w 47"/>
                <a:gd name="T17" fmla="*/ 18 h 95"/>
                <a:gd name="T18" fmla="*/ 16 w 47"/>
                <a:gd name="T19" fmla="*/ 4 h 95"/>
                <a:gd name="T20" fmla="*/ 19 w 47"/>
                <a:gd name="T21" fmla="*/ 1 h 95"/>
                <a:gd name="T22" fmla="*/ 26 w 47"/>
                <a:gd name="T23" fmla="*/ 0 h 95"/>
                <a:gd name="T24" fmla="*/ 26 w 47"/>
                <a:gd name="T25" fmla="*/ 0 h 95"/>
                <a:gd name="T26" fmla="*/ 28 w 47"/>
                <a:gd name="T27" fmla="*/ 3 h 95"/>
                <a:gd name="T28" fmla="*/ 28 w 47"/>
                <a:gd name="T29" fmla="*/ 18 h 95"/>
                <a:gd name="T30" fmla="*/ 43 w 47"/>
                <a:gd name="T31" fmla="*/ 18 h 95"/>
                <a:gd name="T32" fmla="*/ 46 w 47"/>
                <a:gd name="T33" fmla="*/ 20 h 95"/>
                <a:gd name="T34" fmla="*/ 46 w 47"/>
                <a:gd name="T35" fmla="*/ 25 h 95"/>
                <a:gd name="T36" fmla="*/ 43 w 47"/>
                <a:gd name="T37" fmla="*/ 28 h 95"/>
                <a:gd name="T38" fmla="*/ 28 w 47"/>
                <a:gd name="T39" fmla="*/ 28 h 95"/>
                <a:gd name="T40" fmla="*/ 28 w 47"/>
                <a:gd name="T41" fmla="*/ 76 h 95"/>
                <a:gd name="T42" fmla="*/ 36 w 47"/>
                <a:gd name="T43" fmla="*/ 85 h 95"/>
                <a:gd name="T44" fmla="*/ 44 w 47"/>
                <a:gd name="T45" fmla="*/ 85 h 95"/>
                <a:gd name="T46" fmla="*/ 47 w 47"/>
                <a:gd name="T47" fmla="*/ 87 h 95"/>
                <a:gd name="T48" fmla="*/ 47 w 47"/>
                <a:gd name="T49" fmla="*/ 92 h 95"/>
                <a:gd name="T50" fmla="*/ 44 w 47"/>
                <a:gd name="T51" fmla="*/ 94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 h="95">
                  <a:moveTo>
                    <a:pt x="44" y="94"/>
                  </a:moveTo>
                  <a:cubicBezTo>
                    <a:pt x="41" y="94"/>
                    <a:pt x="38" y="95"/>
                    <a:pt x="35" y="95"/>
                  </a:cubicBezTo>
                  <a:cubicBezTo>
                    <a:pt x="22" y="95"/>
                    <a:pt x="16" y="91"/>
                    <a:pt x="16" y="76"/>
                  </a:cubicBezTo>
                  <a:cubicBezTo>
                    <a:pt x="16" y="28"/>
                    <a:pt x="16" y="28"/>
                    <a:pt x="16" y="28"/>
                  </a:cubicBezTo>
                  <a:cubicBezTo>
                    <a:pt x="3" y="26"/>
                    <a:pt x="3" y="26"/>
                    <a:pt x="3" y="26"/>
                  </a:cubicBezTo>
                  <a:cubicBezTo>
                    <a:pt x="1" y="26"/>
                    <a:pt x="0" y="25"/>
                    <a:pt x="0" y="24"/>
                  </a:cubicBezTo>
                  <a:cubicBezTo>
                    <a:pt x="0" y="20"/>
                    <a:pt x="0" y="20"/>
                    <a:pt x="0" y="20"/>
                  </a:cubicBezTo>
                  <a:cubicBezTo>
                    <a:pt x="0" y="19"/>
                    <a:pt x="1" y="18"/>
                    <a:pt x="3" y="18"/>
                  </a:cubicBezTo>
                  <a:cubicBezTo>
                    <a:pt x="16" y="18"/>
                    <a:pt x="16" y="18"/>
                    <a:pt x="16" y="18"/>
                  </a:cubicBezTo>
                  <a:cubicBezTo>
                    <a:pt x="16" y="4"/>
                    <a:pt x="16" y="4"/>
                    <a:pt x="16" y="4"/>
                  </a:cubicBezTo>
                  <a:cubicBezTo>
                    <a:pt x="16" y="3"/>
                    <a:pt x="17" y="2"/>
                    <a:pt x="19" y="1"/>
                  </a:cubicBezTo>
                  <a:cubicBezTo>
                    <a:pt x="26" y="0"/>
                    <a:pt x="26" y="0"/>
                    <a:pt x="26" y="0"/>
                  </a:cubicBezTo>
                  <a:cubicBezTo>
                    <a:pt x="26" y="0"/>
                    <a:pt x="26" y="0"/>
                    <a:pt x="26" y="0"/>
                  </a:cubicBezTo>
                  <a:cubicBezTo>
                    <a:pt x="27" y="0"/>
                    <a:pt x="28" y="1"/>
                    <a:pt x="28" y="3"/>
                  </a:cubicBezTo>
                  <a:cubicBezTo>
                    <a:pt x="28" y="18"/>
                    <a:pt x="28" y="18"/>
                    <a:pt x="28" y="18"/>
                  </a:cubicBezTo>
                  <a:cubicBezTo>
                    <a:pt x="43" y="18"/>
                    <a:pt x="43" y="18"/>
                    <a:pt x="43" y="18"/>
                  </a:cubicBezTo>
                  <a:cubicBezTo>
                    <a:pt x="45" y="18"/>
                    <a:pt x="46" y="19"/>
                    <a:pt x="46" y="20"/>
                  </a:cubicBezTo>
                  <a:cubicBezTo>
                    <a:pt x="46" y="25"/>
                    <a:pt x="46" y="25"/>
                    <a:pt x="46" y="25"/>
                  </a:cubicBezTo>
                  <a:cubicBezTo>
                    <a:pt x="46" y="27"/>
                    <a:pt x="45" y="28"/>
                    <a:pt x="43" y="28"/>
                  </a:cubicBezTo>
                  <a:cubicBezTo>
                    <a:pt x="28" y="28"/>
                    <a:pt x="28" y="28"/>
                    <a:pt x="28" y="28"/>
                  </a:cubicBezTo>
                  <a:cubicBezTo>
                    <a:pt x="28" y="76"/>
                    <a:pt x="28" y="76"/>
                    <a:pt x="28" y="76"/>
                  </a:cubicBezTo>
                  <a:cubicBezTo>
                    <a:pt x="28" y="84"/>
                    <a:pt x="30" y="85"/>
                    <a:pt x="36" y="85"/>
                  </a:cubicBezTo>
                  <a:cubicBezTo>
                    <a:pt x="44" y="85"/>
                    <a:pt x="44" y="85"/>
                    <a:pt x="44" y="85"/>
                  </a:cubicBezTo>
                  <a:cubicBezTo>
                    <a:pt x="46" y="85"/>
                    <a:pt x="47" y="85"/>
                    <a:pt x="47" y="87"/>
                  </a:cubicBezTo>
                  <a:cubicBezTo>
                    <a:pt x="47" y="92"/>
                    <a:pt x="47" y="92"/>
                    <a:pt x="47" y="92"/>
                  </a:cubicBezTo>
                  <a:cubicBezTo>
                    <a:pt x="47" y="93"/>
                    <a:pt x="46" y="94"/>
                    <a:pt x="44" y="9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20"/>
            <p:cNvSpPr/>
            <p:nvPr/>
          </p:nvSpPr>
          <p:spPr bwMode="auto">
            <a:xfrm>
              <a:off x="400050" y="3276600"/>
              <a:ext cx="184150" cy="146050"/>
            </a:xfrm>
            <a:custGeom>
              <a:avLst/>
              <a:gdLst>
                <a:gd name="T0" fmla="*/ 98 w 98"/>
                <a:gd name="T1" fmla="*/ 3 h 77"/>
                <a:gd name="T2" fmla="*/ 85 w 98"/>
                <a:gd name="T3" fmla="*/ 67 h 77"/>
                <a:gd name="T4" fmla="*/ 73 w 98"/>
                <a:gd name="T5" fmla="*/ 77 h 77"/>
                <a:gd name="T6" fmla="*/ 62 w 98"/>
                <a:gd name="T7" fmla="*/ 67 h 77"/>
                <a:gd name="T8" fmla="*/ 50 w 98"/>
                <a:gd name="T9" fmla="*/ 20 h 77"/>
                <a:gd name="T10" fmla="*/ 49 w 98"/>
                <a:gd name="T11" fmla="*/ 19 h 77"/>
                <a:gd name="T12" fmla="*/ 49 w 98"/>
                <a:gd name="T13" fmla="*/ 20 h 77"/>
                <a:gd name="T14" fmla="*/ 37 w 98"/>
                <a:gd name="T15" fmla="*/ 67 h 77"/>
                <a:gd name="T16" fmla="*/ 25 w 98"/>
                <a:gd name="T17" fmla="*/ 77 h 77"/>
                <a:gd name="T18" fmla="*/ 14 w 98"/>
                <a:gd name="T19" fmla="*/ 67 h 77"/>
                <a:gd name="T20" fmla="*/ 0 w 98"/>
                <a:gd name="T21" fmla="*/ 3 h 77"/>
                <a:gd name="T22" fmla="*/ 0 w 98"/>
                <a:gd name="T23" fmla="*/ 2 h 77"/>
                <a:gd name="T24" fmla="*/ 3 w 98"/>
                <a:gd name="T25" fmla="*/ 0 h 77"/>
                <a:gd name="T26" fmla="*/ 10 w 98"/>
                <a:gd name="T27" fmla="*/ 0 h 77"/>
                <a:gd name="T28" fmla="*/ 13 w 98"/>
                <a:gd name="T29" fmla="*/ 2 h 77"/>
                <a:gd name="T30" fmla="*/ 24 w 98"/>
                <a:gd name="T31" fmla="*/ 65 h 77"/>
                <a:gd name="T32" fmla="*/ 25 w 98"/>
                <a:gd name="T33" fmla="*/ 66 h 77"/>
                <a:gd name="T34" fmla="*/ 26 w 98"/>
                <a:gd name="T35" fmla="*/ 65 h 77"/>
                <a:gd name="T36" fmla="*/ 40 w 98"/>
                <a:gd name="T37" fmla="*/ 12 h 77"/>
                <a:gd name="T38" fmla="*/ 45 w 98"/>
                <a:gd name="T39" fmla="*/ 8 h 77"/>
                <a:gd name="T40" fmla="*/ 53 w 98"/>
                <a:gd name="T41" fmla="*/ 8 h 77"/>
                <a:gd name="T42" fmla="*/ 59 w 98"/>
                <a:gd name="T43" fmla="*/ 12 h 77"/>
                <a:gd name="T44" fmla="*/ 72 w 98"/>
                <a:gd name="T45" fmla="*/ 65 h 77"/>
                <a:gd name="T46" fmla="*/ 73 w 98"/>
                <a:gd name="T47" fmla="*/ 66 h 77"/>
                <a:gd name="T48" fmla="*/ 74 w 98"/>
                <a:gd name="T49" fmla="*/ 65 h 77"/>
                <a:gd name="T50" fmla="*/ 86 w 98"/>
                <a:gd name="T51" fmla="*/ 2 h 77"/>
                <a:gd name="T52" fmla="*/ 88 w 98"/>
                <a:gd name="T53" fmla="*/ 0 h 77"/>
                <a:gd name="T54" fmla="*/ 96 w 98"/>
                <a:gd name="T55" fmla="*/ 0 h 77"/>
                <a:gd name="T56" fmla="*/ 98 w 98"/>
                <a:gd name="T57" fmla="*/ 2 h 77"/>
                <a:gd name="T58" fmla="*/ 98 w 98"/>
                <a:gd name="T59" fmla="*/ 3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8" h="77">
                  <a:moveTo>
                    <a:pt x="98" y="3"/>
                  </a:moveTo>
                  <a:cubicBezTo>
                    <a:pt x="85" y="67"/>
                    <a:pt x="85" y="67"/>
                    <a:pt x="85" y="67"/>
                  </a:cubicBezTo>
                  <a:cubicBezTo>
                    <a:pt x="83" y="76"/>
                    <a:pt x="82" y="77"/>
                    <a:pt x="73" y="77"/>
                  </a:cubicBezTo>
                  <a:cubicBezTo>
                    <a:pt x="66" y="77"/>
                    <a:pt x="64" y="75"/>
                    <a:pt x="62" y="67"/>
                  </a:cubicBezTo>
                  <a:cubicBezTo>
                    <a:pt x="50" y="20"/>
                    <a:pt x="50" y="20"/>
                    <a:pt x="50" y="20"/>
                  </a:cubicBezTo>
                  <a:cubicBezTo>
                    <a:pt x="50" y="19"/>
                    <a:pt x="50" y="19"/>
                    <a:pt x="49" y="19"/>
                  </a:cubicBezTo>
                  <a:cubicBezTo>
                    <a:pt x="49" y="19"/>
                    <a:pt x="49" y="19"/>
                    <a:pt x="49" y="20"/>
                  </a:cubicBezTo>
                  <a:cubicBezTo>
                    <a:pt x="37" y="67"/>
                    <a:pt x="37" y="67"/>
                    <a:pt x="37" y="67"/>
                  </a:cubicBezTo>
                  <a:cubicBezTo>
                    <a:pt x="35" y="75"/>
                    <a:pt x="32" y="77"/>
                    <a:pt x="25" y="77"/>
                  </a:cubicBezTo>
                  <a:cubicBezTo>
                    <a:pt x="17" y="77"/>
                    <a:pt x="15" y="76"/>
                    <a:pt x="14" y="67"/>
                  </a:cubicBezTo>
                  <a:cubicBezTo>
                    <a:pt x="0" y="3"/>
                    <a:pt x="0" y="3"/>
                    <a:pt x="0" y="3"/>
                  </a:cubicBezTo>
                  <a:cubicBezTo>
                    <a:pt x="0" y="3"/>
                    <a:pt x="0" y="3"/>
                    <a:pt x="0" y="2"/>
                  </a:cubicBezTo>
                  <a:cubicBezTo>
                    <a:pt x="0" y="1"/>
                    <a:pt x="1" y="0"/>
                    <a:pt x="3" y="0"/>
                  </a:cubicBezTo>
                  <a:cubicBezTo>
                    <a:pt x="10" y="0"/>
                    <a:pt x="10" y="0"/>
                    <a:pt x="10" y="0"/>
                  </a:cubicBezTo>
                  <a:cubicBezTo>
                    <a:pt x="12" y="0"/>
                    <a:pt x="13" y="1"/>
                    <a:pt x="13" y="2"/>
                  </a:cubicBezTo>
                  <a:cubicBezTo>
                    <a:pt x="24" y="65"/>
                    <a:pt x="24" y="65"/>
                    <a:pt x="24" y="65"/>
                  </a:cubicBezTo>
                  <a:cubicBezTo>
                    <a:pt x="24" y="66"/>
                    <a:pt x="25" y="66"/>
                    <a:pt x="25" y="66"/>
                  </a:cubicBezTo>
                  <a:cubicBezTo>
                    <a:pt x="26" y="66"/>
                    <a:pt x="26" y="66"/>
                    <a:pt x="26" y="65"/>
                  </a:cubicBezTo>
                  <a:cubicBezTo>
                    <a:pt x="40" y="12"/>
                    <a:pt x="40" y="12"/>
                    <a:pt x="40" y="12"/>
                  </a:cubicBezTo>
                  <a:cubicBezTo>
                    <a:pt x="41" y="9"/>
                    <a:pt x="43" y="8"/>
                    <a:pt x="45" y="8"/>
                  </a:cubicBezTo>
                  <a:cubicBezTo>
                    <a:pt x="53" y="8"/>
                    <a:pt x="53" y="8"/>
                    <a:pt x="53" y="8"/>
                  </a:cubicBezTo>
                  <a:cubicBezTo>
                    <a:pt x="56" y="8"/>
                    <a:pt x="58" y="9"/>
                    <a:pt x="59" y="12"/>
                  </a:cubicBezTo>
                  <a:cubicBezTo>
                    <a:pt x="72" y="65"/>
                    <a:pt x="72" y="65"/>
                    <a:pt x="72" y="65"/>
                  </a:cubicBezTo>
                  <a:cubicBezTo>
                    <a:pt x="73" y="66"/>
                    <a:pt x="73" y="66"/>
                    <a:pt x="73" y="66"/>
                  </a:cubicBezTo>
                  <a:cubicBezTo>
                    <a:pt x="74" y="66"/>
                    <a:pt x="74" y="66"/>
                    <a:pt x="74" y="65"/>
                  </a:cubicBezTo>
                  <a:cubicBezTo>
                    <a:pt x="86" y="2"/>
                    <a:pt x="86" y="2"/>
                    <a:pt x="86" y="2"/>
                  </a:cubicBezTo>
                  <a:cubicBezTo>
                    <a:pt x="86" y="1"/>
                    <a:pt x="87" y="0"/>
                    <a:pt x="88" y="0"/>
                  </a:cubicBezTo>
                  <a:cubicBezTo>
                    <a:pt x="96" y="0"/>
                    <a:pt x="96" y="0"/>
                    <a:pt x="96" y="0"/>
                  </a:cubicBezTo>
                  <a:cubicBezTo>
                    <a:pt x="97" y="0"/>
                    <a:pt x="98" y="1"/>
                    <a:pt x="98" y="2"/>
                  </a:cubicBezTo>
                  <a:cubicBezTo>
                    <a:pt x="98" y="3"/>
                    <a:pt x="98" y="3"/>
                    <a:pt x="9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21"/>
            <p:cNvSpPr>
              <a:spLocks noEditPoints="1"/>
            </p:cNvSpPr>
            <p:nvPr/>
          </p:nvSpPr>
          <p:spPr bwMode="auto">
            <a:xfrm>
              <a:off x="608013" y="3275013"/>
              <a:ext cx="104775" cy="147637"/>
            </a:xfrm>
            <a:custGeom>
              <a:avLst/>
              <a:gdLst>
                <a:gd name="T0" fmla="*/ 53 w 56"/>
                <a:gd name="T1" fmla="*/ 77 h 78"/>
                <a:gd name="T2" fmla="*/ 47 w 56"/>
                <a:gd name="T3" fmla="*/ 77 h 78"/>
                <a:gd name="T4" fmla="*/ 44 w 56"/>
                <a:gd name="T5" fmla="*/ 74 h 78"/>
                <a:gd name="T6" fmla="*/ 44 w 56"/>
                <a:gd name="T7" fmla="*/ 71 h 78"/>
                <a:gd name="T8" fmla="*/ 23 w 56"/>
                <a:gd name="T9" fmla="*/ 78 h 78"/>
                <a:gd name="T10" fmla="*/ 0 w 56"/>
                <a:gd name="T11" fmla="*/ 55 h 78"/>
                <a:gd name="T12" fmla="*/ 0 w 56"/>
                <a:gd name="T13" fmla="*/ 54 h 78"/>
                <a:gd name="T14" fmla="*/ 34 w 56"/>
                <a:gd name="T15" fmla="*/ 31 h 78"/>
                <a:gd name="T16" fmla="*/ 44 w 56"/>
                <a:gd name="T17" fmla="*/ 31 h 78"/>
                <a:gd name="T18" fmla="*/ 44 w 56"/>
                <a:gd name="T19" fmla="*/ 26 h 78"/>
                <a:gd name="T20" fmla="*/ 29 w 56"/>
                <a:gd name="T21" fmla="*/ 10 h 78"/>
                <a:gd name="T22" fmla="*/ 8 w 56"/>
                <a:gd name="T23" fmla="*/ 11 h 78"/>
                <a:gd name="T24" fmla="*/ 7 w 56"/>
                <a:gd name="T25" fmla="*/ 11 h 78"/>
                <a:gd name="T26" fmla="*/ 5 w 56"/>
                <a:gd name="T27" fmla="*/ 9 h 78"/>
                <a:gd name="T28" fmla="*/ 5 w 56"/>
                <a:gd name="T29" fmla="*/ 4 h 78"/>
                <a:gd name="T30" fmla="*/ 8 w 56"/>
                <a:gd name="T31" fmla="*/ 1 h 78"/>
                <a:gd name="T32" fmla="*/ 29 w 56"/>
                <a:gd name="T33" fmla="*/ 0 h 78"/>
                <a:gd name="T34" fmla="*/ 56 w 56"/>
                <a:gd name="T35" fmla="*/ 26 h 78"/>
                <a:gd name="T36" fmla="*/ 56 w 56"/>
                <a:gd name="T37" fmla="*/ 74 h 78"/>
                <a:gd name="T38" fmla="*/ 53 w 56"/>
                <a:gd name="T39" fmla="*/ 77 h 78"/>
                <a:gd name="T40" fmla="*/ 44 w 56"/>
                <a:gd name="T41" fmla="*/ 40 h 78"/>
                <a:gd name="T42" fmla="*/ 34 w 56"/>
                <a:gd name="T43" fmla="*/ 40 h 78"/>
                <a:gd name="T44" fmla="*/ 12 w 56"/>
                <a:gd name="T45" fmla="*/ 53 h 78"/>
                <a:gd name="T46" fmla="*/ 12 w 56"/>
                <a:gd name="T47" fmla="*/ 55 h 78"/>
                <a:gd name="T48" fmla="*/ 25 w 56"/>
                <a:gd name="T49" fmla="*/ 68 h 78"/>
                <a:gd name="T50" fmla="*/ 44 w 56"/>
                <a:gd name="T51" fmla="*/ 62 h 78"/>
                <a:gd name="T52" fmla="*/ 44 w 56"/>
                <a:gd name="T53" fmla="*/ 4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6" h="78">
                  <a:moveTo>
                    <a:pt x="53" y="77"/>
                  </a:moveTo>
                  <a:cubicBezTo>
                    <a:pt x="47" y="77"/>
                    <a:pt x="47" y="77"/>
                    <a:pt x="47" y="77"/>
                  </a:cubicBezTo>
                  <a:cubicBezTo>
                    <a:pt x="45" y="77"/>
                    <a:pt x="44" y="75"/>
                    <a:pt x="44" y="74"/>
                  </a:cubicBezTo>
                  <a:cubicBezTo>
                    <a:pt x="44" y="71"/>
                    <a:pt x="44" y="71"/>
                    <a:pt x="44" y="71"/>
                  </a:cubicBezTo>
                  <a:cubicBezTo>
                    <a:pt x="37" y="75"/>
                    <a:pt x="30" y="78"/>
                    <a:pt x="23" y="78"/>
                  </a:cubicBezTo>
                  <a:cubicBezTo>
                    <a:pt x="11" y="78"/>
                    <a:pt x="0" y="72"/>
                    <a:pt x="0" y="55"/>
                  </a:cubicBezTo>
                  <a:cubicBezTo>
                    <a:pt x="0" y="54"/>
                    <a:pt x="0" y="54"/>
                    <a:pt x="0" y="54"/>
                  </a:cubicBezTo>
                  <a:cubicBezTo>
                    <a:pt x="0" y="39"/>
                    <a:pt x="9" y="31"/>
                    <a:pt x="34" y="31"/>
                  </a:cubicBezTo>
                  <a:cubicBezTo>
                    <a:pt x="44" y="31"/>
                    <a:pt x="44" y="31"/>
                    <a:pt x="44" y="31"/>
                  </a:cubicBezTo>
                  <a:cubicBezTo>
                    <a:pt x="44" y="26"/>
                    <a:pt x="44" y="26"/>
                    <a:pt x="44" y="26"/>
                  </a:cubicBezTo>
                  <a:cubicBezTo>
                    <a:pt x="44" y="14"/>
                    <a:pt x="40" y="10"/>
                    <a:pt x="29" y="10"/>
                  </a:cubicBezTo>
                  <a:cubicBezTo>
                    <a:pt x="20" y="10"/>
                    <a:pt x="13" y="11"/>
                    <a:pt x="8" y="11"/>
                  </a:cubicBezTo>
                  <a:cubicBezTo>
                    <a:pt x="8" y="11"/>
                    <a:pt x="7" y="11"/>
                    <a:pt x="7" y="11"/>
                  </a:cubicBezTo>
                  <a:cubicBezTo>
                    <a:pt x="6" y="11"/>
                    <a:pt x="5" y="11"/>
                    <a:pt x="5" y="9"/>
                  </a:cubicBezTo>
                  <a:cubicBezTo>
                    <a:pt x="5" y="4"/>
                    <a:pt x="5" y="4"/>
                    <a:pt x="5" y="4"/>
                  </a:cubicBezTo>
                  <a:cubicBezTo>
                    <a:pt x="5" y="3"/>
                    <a:pt x="6" y="2"/>
                    <a:pt x="8" y="1"/>
                  </a:cubicBezTo>
                  <a:cubicBezTo>
                    <a:pt x="13" y="0"/>
                    <a:pt x="20" y="0"/>
                    <a:pt x="29" y="0"/>
                  </a:cubicBezTo>
                  <a:cubicBezTo>
                    <a:pt x="48" y="0"/>
                    <a:pt x="56" y="9"/>
                    <a:pt x="56" y="26"/>
                  </a:cubicBezTo>
                  <a:cubicBezTo>
                    <a:pt x="56" y="74"/>
                    <a:pt x="56" y="74"/>
                    <a:pt x="56" y="74"/>
                  </a:cubicBezTo>
                  <a:cubicBezTo>
                    <a:pt x="56" y="75"/>
                    <a:pt x="55" y="77"/>
                    <a:pt x="53" y="77"/>
                  </a:cubicBezTo>
                  <a:close/>
                  <a:moveTo>
                    <a:pt x="44" y="40"/>
                  </a:moveTo>
                  <a:cubicBezTo>
                    <a:pt x="34" y="40"/>
                    <a:pt x="34" y="40"/>
                    <a:pt x="34" y="40"/>
                  </a:cubicBezTo>
                  <a:cubicBezTo>
                    <a:pt x="17" y="40"/>
                    <a:pt x="12" y="44"/>
                    <a:pt x="12" y="53"/>
                  </a:cubicBezTo>
                  <a:cubicBezTo>
                    <a:pt x="12" y="55"/>
                    <a:pt x="12" y="55"/>
                    <a:pt x="12" y="55"/>
                  </a:cubicBezTo>
                  <a:cubicBezTo>
                    <a:pt x="12" y="65"/>
                    <a:pt x="17" y="68"/>
                    <a:pt x="25" y="68"/>
                  </a:cubicBezTo>
                  <a:cubicBezTo>
                    <a:pt x="31" y="68"/>
                    <a:pt x="37" y="66"/>
                    <a:pt x="44" y="62"/>
                  </a:cubicBezTo>
                  <a:lnTo>
                    <a:pt x="44" y="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22"/>
            <p:cNvSpPr/>
            <p:nvPr/>
          </p:nvSpPr>
          <p:spPr bwMode="auto">
            <a:xfrm>
              <a:off x="749300" y="3275013"/>
              <a:ext cx="63500" cy="144462"/>
            </a:xfrm>
            <a:custGeom>
              <a:avLst/>
              <a:gdLst>
                <a:gd name="T0" fmla="*/ 31 w 34"/>
                <a:gd name="T1" fmla="*/ 10 h 77"/>
                <a:gd name="T2" fmla="*/ 12 w 34"/>
                <a:gd name="T3" fmla="*/ 16 h 77"/>
                <a:gd name="T4" fmla="*/ 12 w 34"/>
                <a:gd name="T5" fmla="*/ 74 h 77"/>
                <a:gd name="T6" fmla="*/ 9 w 34"/>
                <a:gd name="T7" fmla="*/ 77 h 77"/>
                <a:gd name="T8" fmla="*/ 2 w 34"/>
                <a:gd name="T9" fmla="*/ 77 h 77"/>
                <a:gd name="T10" fmla="*/ 0 w 34"/>
                <a:gd name="T11" fmla="*/ 74 h 77"/>
                <a:gd name="T12" fmla="*/ 0 w 34"/>
                <a:gd name="T13" fmla="*/ 3 h 77"/>
                <a:gd name="T14" fmla="*/ 2 w 34"/>
                <a:gd name="T15" fmla="*/ 1 h 77"/>
                <a:gd name="T16" fmla="*/ 9 w 34"/>
                <a:gd name="T17" fmla="*/ 1 h 77"/>
                <a:gd name="T18" fmla="*/ 11 w 34"/>
                <a:gd name="T19" fmla="*/ 3 h 77"/>
                <a:gd name="T20" fmla="*/ 11 w 34"/>
                <a:gd name="T21" fmla="*/ 6 h 77"/>
                <a:gd name="T22" fmla="*/ 31 w 34"/>
                <a:gd name="T23" fmla="*/ 0 h 77"/>
                <a:gd name="T24" fmla="*/ 34 w 34"/>
                <a:gd name="T25" fmla="*/ 2 h 77"/>
                <a:gd name="T26" fmla="*/ 34 w 34"/>
                <a:gd name="T27" fmla="*/ 8 h 77"/>
                <a:gd name="T28" fmla="*/ 31 w 34"/>
                <a:gd name="T29" fmla="*/ 1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 h="77">
                  <a:moveTo>
                    <a:pt x="31" y="10"/>
                  </a:moveTo>
                  <a:cubicBezTo>
                    <a:pt x="25" y="10"/>
                    <a:pt x="19" y="12"/>
                    <a:pt x="12" y="16"/>
                  </a:cubicBezTo>
                  <a:cubicBezTo>
                    <a:pt x="12" y="74"/>
                    <a:pt x="12" y="74"/>
                    <a:pt x="12" y="74"/>
                  </a:cubicBezTo>
                  <a:cubicBezTo>
                    <a:pt x="12" y="75"/>
                    <a:pt x="11" y="77"/>
                    <a:pt x="9" y="77"/>
                  </a:cubicBezTo>
                  <a:cubicBezTo>
                    <a:pt x="2" y="77"/>
                    <a:pt x="2" y="77"/>
                    <a:pt x="2" y="77"/>
                  </a:cubicBezTo>
                  <a:cubicBezTo>
                    <a:pt x="1" y="77"/>
                    <a:pt x="0" y="75"/>
                    <a:pt x="0" y="74"/>
                  </a:cubicBezTo>
                  <a:cubicBezTo>
                    <a:pt x="0" y="3"/>
                    <a:pt x="0" y="3"/>
                    <a:pt x="0" y="3"/>
                  </a:cubicBezTo>
                  <a:cubicBezTo>
                    <a:pt x="0" y="2"/>
                    <a:pt x="1" y="1"/>
                    <a:pt x="2" y="1"/>
                  </a:cubicBezTo>
                  <a:cubicBezTo>
                    <a:pt x="9" y="1"/>
                    <a:pt x="9" y="1"/>
                    <a:pt x="9" y="1"/>
                  </a:cubicBezTo>
                  <a:cubicBezTo>
                    <a:pt x="10" y="1"/>
                    <a:pt x="11" y="2"/>
                    <a:pt x="11" y="3"/>
                  </a:cubicBezTo>
                  <a:cubicBezTo>
                    <a:pt x="11" y="6"/>
                    <a:pt x="11" y="6"/>
                    <a:pt x="11" y="6"/>
                  </a:cubicBezTo>
                  <a:cubicBezTo>
                    <a:pt x="18" y="1"/>
                    <a:pt x="25" y="0"/>
                    <a:pt x="31" y="0"/>
                  </a:cubicBezTo>
                  <a:cubicBezTo>
                    <a:pt x="33" y="0"/>
                    <a:pt x="34" y="0"/>
                    <a:pt x="34" y="2"/>
                  </a:cubicBezTo>
                  <a:cubicBezTo>
                    <a:pt x="34" y="8"/>
                    <a:pt x="34" y="8"/>
                    <a:pt x="34" y="8"/>
                  </a:cubicBezTo>
                  <a:cubicBezTo>
                    <a:pt x="34" y="9"/>
                    <a:pt x="33" y="10"/>
                    <a:pt x="3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23"/>
            <p:cNvSpPr>
              <a:spLocks noEditPoints="1"/>
            </p:cNvSpPr>
            <p:nvPr/>
          </p:nvSpPr>
          <p:spPr bwMode="auto">
            <a:xfrm>
              <a:off x="825500" y="3275013"/>
              <a:ext cx="114300" cy="147637"/>
            </a:xfrm>
            <a:custGeom>
              <a:avLst/>
              <a:gdLst>
                <a:gd name="T0" fmla="*/ 59 w 61"/>
                <a:gd name="T1" fmla="*/ 42 h 78"/>
                <a:gd name="T2" fmla="*/ 12 w 61"/>
                <a:gd name="T3" fmla="*/ 42 h 78"/>
                <a:gd name="T4" fmla="*/ 12 w 61"/>
                <a:gd name="T5" fmla="*/ 44 h 78"/>
                <a:gd name="T6" fmla="*/ 32 w 61"/>
                <a:gd name="T7" fmla="*/ 67 h 78"/>
                <a:gd name="T8" fmla="*/ 56 w 61"/>
                <a:gd name="T9" fmla="*/ 65 h 78"/>
                <a:gd name="T10" fmla="*/ 57 w 61"/>
                <a:gd name="T11" fmla="*/ 65 h 78"/>
                <a:gd name="T12" fmla="*/ 59 w 61"/>
                <a:gd name="T13" fmla="*/ 67 h 78"/>
                <a:gd name="T14" fmla="*/ 59 w 61"/>
                <a:gd name="T15" fmla="*/ 72 h 78"/>
                <a:gd name="T16" fmla="*/ 56 w 61"/>
                <a:gd name="T17" fmla="*/ 75 h 78"/>
                <a:gd name="T18" fmla="*/ 32 w 61"/>
                <a:gd name="T19" fmla="*/ 78 h 78"/>
                <a:gd name="T20" fmla="*/ 0 w 61"/>
                <a:gd name="T21" fmla="*/ 44 h 78"/>
                <a:gd name="T22" fmla="*/ 0 w 61"/>
                <a:gd name="T23" fmla="*/ 32 h 78"/>
                <a:gd name="T24" fmla="*/ 31 w 61"/>
                <a:gd name="T25" fmla="*/ 0 h 78"/>
                <a:gd name="T26" fmla="*/ 61 w 61"/>
                <a:gd name="T27" fmla="*/ 32 h 78"/>
                <a:gd name="T28" fmla="*/ 61 w 61"/>
                <a:gd name="T29" fmla="*/ 39 h 78"/>
                <a:gd name="T30" fmla="*/ 59 w 61"/>
                <a:gd name="T31" fmla="*/ 42 h 78"/>
                <a:gd name="T32" fmla="*/ 49 w 61"/>
                <a:gd name="T33" fmla="*/ 32 h 78"/>
                <a:gd name="T34" fmla="*/ 31 w 61"/>
                <a:gd name="T35" fmla="*/ 10 h 78"/>
                <a:gd name="T36" fmla="*/ 12 w 61"/>
                <a:gd name="T37" fmla="*/ 32 h 78"/>
                <a:gd name="T38" fmla="*/ 12 w 61"/>
                <a:gd name="T39" fmla="*/ 33 h 78"/>
                <a:gd name="T40" fmla="*/ 49 w 61"/>
                <a:gd name="T41" fmla="*/ 33 h 78"/>
                <a:gd name="T42" fmla="*/ 49 w 61"/>
                <a:gd name="T43" fmla="*/ 3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 h="78">
                  <a:moveTo>
                    <a:pt x="59" y="42"/>
                  </a:moveTo>
                  <a:cubicBezTo>
                    <a:pt x="12" y="42"/>
                    <a:pt x="12" y="42"/>
                    <a:pt x="12" y="42"/>
                  </a:cubicBezTo>
                  <a:cubicBezTo>
                    <a:pt x="12" y="44"/>
                    <a:pt x="12" y="44"/>
                    <a:pt x="12" y="44"/>
                  </a:cubicBezTo>
                  <a:cubicBezTo>
                    <a:pt x="12" y="61"/>
                    <a:pt x="19" y="67"/>
                    <a:pt x="32" y="67"/>
                  </a:cubicBezTo>
                  <a:cubicBezTo>
                    <a:pt x="40" y="67"/>
                    <a:pt x="50" y="66"/>
                    <a:pt x="56" y="65"/>
                  </a:cubicBezTo>
                  <a:cubicBezTo>
                    <a:pt x="56" y="65"/>
                    <a:pt x="57" y="65"/>
                    <a:pt x="57" y="65"/>
                  </a:cubicBezTo>
                  <a:cubicBezTo>
                    <a:pt x="58" y="65"/>
                    <a:pt x="59" y="66"/>
                    <a:pt x="59" y="67"/>
                  </a:cubicBezTo>
                  <a:cubicBezTo>
                    <a:pt x="59" y="72"/>
                    <a:pt x="59" y="72"/>
                    <a:pt x="59" y="72"/>
                  </a:cubicBezTo>
                  <a:cubicBezTo>
                    <a:pt x="59" y="74"/>
                    <a:pt x="58" y="75"/>
                    <a:pt x="56" y="75"/>
                  </a:cubicBezTo>
                  <a:cubicBezTo>
                    <a:pt x="48" y="77"/>
                    <a:pt x="41" y="78"/>
                    <a:pt x="32" y="78"/>
                  </a:cubicBezTo>
                  <a:cubicBezTo>
                    <a:pt x="16" y="78"/>
                    <a:pt x="0" y="70"/>
                    <a:pt x="0" y="44"/>
                  </a:cubicBezTo>
                  <a:cubicBezTo>
                    <a:pt x="0" y="32"/>
                    <a:pt x="0" y="32"/>
                    <a:pt x="0" y="32"/>
                  </a:cubicBezTo>
                  <a:cubicBezTo>
                    <a:pt x="0" y="12"/>
                    <a:pt x="11" y="0"/>
                    <a:pt x="31" y="0"/>
                  </a:cubicBezTo>
                  <a:cubicBezTo>
                    <a:pt x="51" y="0"/>
                    <a:pt x="61" y="12"/>
                    <a:pt x="61" y="32"/>
                  </a:cubicBezTo>
                  <a:cubicBezTo>
                    <a:pt x="61" y="39"/>
                    <a:pt x="61" y="39"/>
                    <a:pt x="61" y="39"/>
                  </a:cubicBezTo>
                  <a:cubicBezTo>
                    <a:pt x="61" y="41"/>
                    <a:pt x="60" y="42"/>
                    <a:pt x="59" y="42"/>
                  </a:cubicBezTo>
                  <a:close/>
                  <a:moveTo>
                    <a:pt x="49" y="32"/>
                  </a:moveTo>
                  <a:cubicBezTo>
                    <a:pt x="49" y="16"/>
                    <a:pt x="43" y="10"/>
                    <a:pt x="31" y="10"/>
                  </a:cubicBezTo>
                  <a:cubicBezTo>
                    <a:pt x="19" y="10"/>
                    <a:pt x="12" y="17"/>
                    <a:pt x="12" y="32"/>
                  </a:cubicBezTo>
                  <a:cubicBezTo>
                    <a:pt x="12" y="33"/>
                    <a:pt x="12" y="33"/>
                    <a:pt x="12" y="33"/>
                  </a:cubicBezTo>
                  <a:cubicBezTo>
                    <a:pt x="49" y="33"/>
                    <a:pt x="49" y="33"/>
                    <a:pt x="49" y="33"/>
                  </a:cubicBezTo>
                  <a:lnTo>
                    <a:pt x="49"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24"/>
            <p:cNvSpPr>
              <a:spLocks noEditPoints="1"/>
            </p:cNvSpPr>
            <p:nvPr/>
          </p:nvSpPr>
          <p:spPr bwMode="auto">
            <a:xfrm>
              <a:off x="-1906587" y="2647950"/>
              <a:ext cx="441325" cy="441325"/>
            </a:xfrm>
            <a:custGeom>
              <a:avLst/>
              <a:gdLst>
                <a:gd name="T0" fmla="*/ 78 w 234"/>
                <a:gd name="T1" fmla="*/ 178 h 234"/>
                <a:gd name="T2" fmla="*/ 78 w 234"/>
                <a:gd name="T3" fmla="*/ 232 h 234"/>
                <a:gd name="T4" fmla="*/ 60 w 234"/>
                <a:gd name="T5" fmla="*/ 232 h 234"/>
                <a:gd name="T6" fmla="*/ 60 w 234"/>
                <a:gd name="T7" fmla="*/ 181 h 234"/>
                <a:gd name="T8" fmla="*/ 4 w 234"/>
                <a:gd name="T9" fmla="*/ 190 h 234"/>
                <a:gd name="T10" fmla="*/ 0 w 234"/>
                <a:gd name="T11" fmla="*/ 170 h 234"/>
                <a:gd name="T12" fmla="*/ 60 w 234"/>
                <a:gd name="T13" fmla="*/ 162 h 234"/>
                <a:gd name="T14" fmla="*/ 60 w 234"/>
                <a:gd name="T15" fmla="*/ 126 h 234"/>
                <a:gd name="T16" fmla="*/ 33 w 234"/>
                <a:gd name="T17" fmla="*/ 126 h 234"/>
                <a:gd name="T18" fmla="*/ 14 w 234"/>
                <a:gd name="T19" fmla="*/ 129 h 234"/>
                <a:gd name="T20" fmla="*/ 8 w 234"/>
                <a:gd name="T21" fmla="*/ 112 h 234"/>
                <a:gd name="T22" fmla="*/ 22 w 234"/>
                <a:gd name="T23" fmla="*/ 92 h 234"/>
                <a:gd name="T24" fmla="*/ 38 w 234"/>
                <a:gd name="T25" fmla="*/ 49 h 234"/>
                <a:gd name="T26" fmla="*/ 3 w 234"/>
                <a:gd name="T27" fmla="*/ 49 h 234"/>
                <a:gd name="T28" fmla="*/ 3 w 234"/>
                <a:gd name="T29" fmla="*/ 31 h 234"/>
                <a:gd name="T30" fmla="*/ 44 w 234"/>
                <a:gd name="T31" fmla="*/ 31 h 234"/>
                <a:gd name="T32" fmla="*/ 51 w 234"/>
                <a:gd name="T33" fmla="*/ 1 h 234"/>
                <a:gd name="T34" fmla="*/ 70 w 234"/>
                <a:gd name="T35" fmla="*/ 5 h 234"/>
                <a:gd name="T36" fmla="*/ 63 w 234"/>
                <a:gd name="T37" fmla="*/ 31 h 234"/>
                <a:gd name="T38" fmla="*/ 111 w 234"/>
                <a:gd name="T39" fmla="*/ 31 h 234"/>
                <a:gd name="T40" fmla="*/ 111 w 234"/>
                <a:gd name="T41" fmla="*/ 49 h 234"/>
                <a:gd name="T42" fmla="*/ 57 w 234"/>
                <a:gd name="T43" fmla="*/ 49 h 234"/>
                <a:gd name="T44" fmla="*/ 33 w 234"/>
                <a:gd name="T45" fmla="*/ 108 h 234"/>
                <a:gd name="T46" fmla="*/ 60 w 234"/>
                <a:gd name="T47" fmla="*/ 108 h 234"/>
                <a:gd name="T48" fmla="*/ 60 w 234"/>
                <a:gd name="T49" fmla="*/ 71 h 234"/>
                <a:gd name="T50" fmla="*/ 78 w 234"/>
                <a:gd name="T51" fmla="*/ 71 h 234"/>
                <a:gd name="T52" fmla="*/ 78 w 234"/>
                <a:gd name="T53" fmla="*/ 108 h 234"/>
                <a:gd name="T54" fmla="*/ 110 w 234"/>
                <a:gd name="T55" fmla="*/ 108 h 234"/>
                <a:gd name="T56" fmla="*/ 110 w 234"/>
                <a:gd name="T57" fmla="*/ 126 h 234"/>
                <a:gd name="T58" fmla="*/ 78 w 234"/>
                <a:gd name="T59" fmla="*/ 126 h 234"/>
                <a:gd name="T60" fmla="*/ 78 w 234"/>
                <a:gd name="T61" fmla="*/ 160 h 234"/>
                <a:gd name="T62" fmla="*/ 111 w 234"/>
                <a:gd name="T63" fmla="*/ 155 h 234"/>
                <a:gd name="T64" fmla="*/ 112 w 234"/>
                <a:gd name="T65" fmla="*/ 172 h 234"/>
                <a:gd name="T66" fmla="*/ 78 w 234"/>
                <a:gd name="T67" fmla="*/ 178 h 234"/>
                <a:gd name="T68" fmla="*/ 176 w 234"/>
                <a:gd name="T69" fmla="*/ 93 h 234"/>
                <a:gd name="T70" fmla="*/ 176 w 234"/>
                <a:gd name="T71" fmla="*/ 116 h 234"/>
                <a:gd name="T72" fmla="*/ 234 w 234"/>
                <a:gd name="T73" fmla="*/ 218 h 234"/>
                <a:gd name="T74" fmla="*/ 222 w 234"/>
                <a:gd name="T75" fmla="*/ 233 h 234"/>
                <a:gd name="T76" fmla="*/ 169 w 234"/>
                <a:gd name="T77" fmla="*/ 155 h 234"/>
                <a:gd name="T78" fmla="*/ 114 w 234"/>
                <a:gd name="T79" fmla="*/ 234 h 234"/>
                <a:gd name="T80" fmla="*/ 100 w 234"/>
                <a:gd name="T81" fmla="*/ 221 h 234"/>
                <a:gd name="T82" fmla="*/ 158 w 234"/>
                <a:gd name="T83" fmla="*/ 92 h 234"/>
                <a:gd name="T84" fmla="*/ 158 w 234"/>
                <a:gd name="T85" fmla="*/ 81 h 234"/>
                <a:gd name="T86" fmla="*/ 176 w 234"/>
                <a:gd name="T87" fmla="*/ 81 h 234"/>
                <a:gd name="T88" fmla="*/ 176 w 234"/>
                <a:gd name="T89" fmla="*/ 93 h 234"/>
                <a:gd name="T90" fmla="*/ 147 w 234"/>
                <a:gd name="T91" fmla="*/ 57 h 234"/>
                <a:gd name="T92" fmla="*/ 122 w 234"/>
                <a:gd name="T93" fmla="*/ 111 h 234"/>
                <a:gd name="T94" fmla="*/ 107 w 234"/>
                <a:gd name="T95" fmla="*/ 101 h 234"/>
                <a:gd name="T96" fmla="*/ 140 w 234"/>
                <a:gd name="T97" fmla="*/ 0 h 234"/>
                <a:gd name="T98" fmla="*/ 158 w 234"/>
                <a:gd name="T99" fmla="*/ 3 h 234"/>
                <a:gd name="T100" fmla="*/ 151 w 234"/>
                <a:gd name="T101" fmla="*/ 39 h 234"/>
                <a:gd name="T102" fmla="*/ 218 w 234"/>
                <a:gd name="T103" fmla="*/ 39 h 234"/>
                <a:gd name="T104" fmla="*/ 220 w 234"/>
                <a:gd name="T105" fmla="*/ 39 h 234"/>
                <a:gd name="T106" fmla="*/ 233 w 234"/>
                <a:gd name="T107" fmla="*/ 42 h 234"/>
                <a:gd name="T108" fmla="*/ 216 w 234"/>
                <a:gd name="T109" fmla="*/ 110 h 234"/>
                <a:gd name="T110" fmla="*/ 200 w 234"/>
                <a:gd name="T111" fmla="*/ 106 h 234"/>
                <a:gd name="T112" fmla="*/ 212 w 234"/>
                <a:gd name="T113" fmla="*/ 57 h 234"/>
                <a:gd name="T114" fmla="*/ 147 w 234"/>
                <a:gd name="T115" fmla="*/ 5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4" h="234">
                  <a:moveTo>
                    <a:pt x="78" y="178"/>
                  </a:moveTo>
                  <a:cubicBezTo>
                    <a:pt x="78" y="232"/>
                    <a:pt x="78" y="232"/>
                    <a:pt x="78" y="232"/>
                  </a:cubicBezTo>
                  <a:cubicBezTo>
                    <a:pt x="60" y="232"/>
                    <a:pt x="60" y="232"/>
                    <a:pt x="60" y="232"/>
                  </a:cubicBezTo>
                  <a:cubicBezTo>
                    <a:pt x="60" y="181"/>
                    <a:pt x="60" y="181"/>
                    <a:pt x="60" y="181"/>
                  </a:cubicBezTo>
                  <a:cubicBezTo>
                    <a:pt x="40" y="184"/>
                    <a:pt x="20" y="187"/>
                    <a:pt x="4" y="190"/>
                  </a:cubicBezTo>
                  <a:cubicBezTo>
                    <a:pt x="0" y="170"/>
                    <a:pt x="0" y="170"/>
                    <a:pt x="0" y="170"/>
                  </a:cubicBezTo>
                  <a:cubicBezTo>
                    <a:pt x="16" y="169"/>
                    <a:pt x="37" y="166"/>
                    <a:pt x="60" y="162"/>
                  </a:cubicBezTo>
                  <a:cubicBezTo>
                    <a:pt x="60" y="126"/>
                    <a:pt x="60" y="126"/>
                    <a:pt x="60" y="126"/>
                  </a:cubicBezTo>
                  <a:cubicBezTo>
                    <a:pt x="33" y="126"/>
                    <a:pt x="33" y="126"/>
                    <a:pt x="33" y="126"/>
                  </a:cubicBezTo>
                  <a:cubicBezTo>
                    <a:pt x="24" y="126"/>
                    <a:pt x="16" y="127"/>
                    <a:pt x="14" y="129"/>
                  </a:cubicBezTo>
                  <a:cubicBezTo>
                    <a:pt x="13" y="125"/>
                    <a:pt x="10" y="117"/>
                    <a:pt x="8" y="112"/>
                  </a:cubicBezTo>
                  <a:cubicBezTo>
                    <a:pt x="13" y="111"/>
                    <a:pt x="16" y="103"/>
                    <a:pt x="22" y="92"/>
                  </a:cubicBezTo>
                  <a:cubicBezTo>
                    <a:pt x="25" y="86"/>
                    <a:pt x="31" y="69"/>
                    <a:pt x="38" y="49"/>
                  </a:cubicBezTo>
                  <a:cubicBezTo>
                    <a:pt x="3" y="49"/>
                    <a:pt x="3" y="49"/>
                    <a:pt x="3" y="49"/>
                  </a:cubicBezTo>
                  <a:cubicBezTo>
                    <a:pt x="3" y="31"/>
                    <a:pt x="3" y="31"/>
                    <a:pt x="3" y="31"/>
                  </a:cubicBezTo>
                  <a:cubicBezTo>
                    <a:pt x="44" y="31"/>
                    <a:pt x="44" y="31"/>
                    <a:pt x="44" y="31"/>
                  </a:cubicBezTo>
                  <a:cubicBezTo>
                    <a:pt x="47" y="21"/>
                    <a:pt x="49" y="11"/>
                    <a:pt x="51" y="1"/>
                  </a:cubicBezTo>
                  <a:cubicBezTo>
                    <a:pt x="70" y="5"/>
                    <a:pt x="70" y="5"/>
                    <a:pt x="70" y="5"/>
                  </a:cubicBezTo>
                  <a:cubicBezTo>
                    <a:pt x="68" y="13"/>
                    <a:pt x="65" y="22"/>
                    <a:pt x="63" y="31"/>
                  </a:cubicBezTo>
                  <a:cubicBezTo>
                    <a:pt x="111" y="31"/>
                    <a:pt x="111" y="31"/>
                    <a:pt x="111" y="31"/>
                  </a:cubicBezTo>
                  <a:cubicBezTo>
                    <a:pt x="111" y="49"/>
                    <a:pt x="111" y="49"/>
                    <a:pt x="111" y="49"/>
                  </a:cubicBezTo>
                  <a:cubicBezTo>
                    <a:pt x="57" y="49"/>
                    <a:pt x="57" y="49"/>
                    <a:pt x="57" y="49"/>
                  </a:cubicBezTo>
                  <a:cubicBezTo>
                    <a:pt x="49" y="70"/>
                    <a:pt x="41" y="91"/>
                    <a:pt x="33" y="108"/>
                  </a:cubicBezTo>
                  <a:cubicBezTo>
                    <a:pt x="60" y="108"/>
                    <a:pt x="60" y="108"/>
                    <a:pt x="60" y="108"/>
                  </a:cubicBezTo>
                  <a:cubicBezTo>
                    <a:pt x="60" y="71"/>
                    <a:pt x="60" y="71"/>
                    <a:pt x="60" y="71"/>
                  </a:cubicBezTo>
                  <a:cubicBezTo>
                    <a:pt x="78" y="71"/>
                    <a:pt x="78" y="71"/>
                    <a:pt x="78" y="71"/>
                  </a:cubicBezTo>
                  <a:cubicBezTo>
                    <a:pt x="78" y="108"/>
                    <a:pt x="78" y="108"/>
                    <a:pt x="78" y="108"/>
                  </a:cubicBezTo>
                  <a:cubicBezTo>
                    <a:pt x="110" y="108"/>
                    <a:pt x="110" y="108"/>
                    <a:pt x="110" y="108"/>
                  </a:cubicBezTo>
                  <a:cubicBezTo>
                    <a:pt x="110" y="126"/>
                    <a:pt x="110" y="126"/>
                    <a:pt x="110" y="126"/>
                  </a:cubicBezTo>
                  <a:cubicBezTo>
                    <a:pt x="78" y="126"/>
                    <a:pt x="78" y="126"/>
                    <a:pt x="78" y="126"/>
                  </a:cubicBezTo>
                  <a:cubicBezTo>
                    <a:pt x="78" y="160"/>
                    <a:pt x="78" y="160"/>
                    <a:pt x="78" y="160"/>
                  </a:cubicBezTo>
                  <a:cubicBezTo>
                    <a:pt x="111" y="155"/>
                    <a:pt x="111" y="155"/>
                    <a:pt x="111" y="155"/>
                  </a:cubicBezTo>
                  <a:cubicBezTo>
                    <a:pt x="112" y="172"/>
                    <a:pt x="112" y="172"/>
                    <a:pt x="112" y="172"/>
                  </a:cubicBezTo>
                  <a:lnTo>
                    <a:pt x="78" y="178"/>
                  </a:lnTo>
                  <a:close/>
                  <a:moveTo>
                    <a:pt x="176" y="93"/>
                  </a:moveTo>
                  <a:cubicBezTo>
                    <a:pt x="176" y="100"/>
                    <a:pt x="176" y="107"/>
                    <a:pt x="176" y="116"/>
                  </a:cubicBezTo>
                  <a:cubicBezTo>
                    <a:pt x="185" y="161"/>
                    <a:pt x="203" y="201"/>
                    <a:pt x="234" y="218"/>
                  </a:cubicBezTo>
                  <a:cubicBezTo>
                    <a:pt x="231" y="221"/>
                    <a:pt x="225" y="228"/>
                    <a:pt x="222" y="233"/>
                  </a:cubicBezTo>
                  <a:cubicBezTo>
                    <a:pt x="196" y="218"/>
                    <a:pt x="180" y="190"/>
                    <a:pt x="169" y="155"/>
                  </a:cubicBezTo>
                  <a:cubicBezTo>
                    <a:pt x="161" y="182"/>
                    <a:pt x="146" y="210"/>
                    <a:pt x="114" y="234"/>
                  </a:cubicBezTo>
                  <a:cubicBezTo>
                    <a:pt x="111" y="229"/>
                    <a:pt x="105" y="224"/>
                    <a:pt x="100" y="221"/>
                  </a:cubicBezTo>
                  <a:cubicBezTo>
                    <a:pt x="155" y="181"/>
                    <a:pt x="158" y="128"/>
                    <a:pt x="158" y="92"/>
                  </a:cubicBezTo>
                  <a:cubicBezTo>
                    <a:pt x="158" y="81"/>
                    <a:pt x="158" y="81"/>
                    <a:pt x="158" y="81"/>
                  </a:cubicBezTo>
                  <a:cubicBezTo>
                    <a:pt x="176" y="81"/>
                    <a:pt x="176" y="81"/>
                    <a:pt x="176" y="81"/>
                  </a:cubicBezTo>
                  <a:lnTo>
                    <a:pt x="176" y="93"/>
                  </a:lnTo>
                  <a:close/>
                  <a:moveTo>
                    <a:pt x="147" y="57"/>
                  </a:moveTo>
                  <a:cubicBezTo>
                    <a:pt x="140" y="78"/>
                    <a:pt x="132" y="97"/>
                    <a:pt x="122" y="111"/>
                  </a:cubicBezTo>
                  <a:cubicBezTo>
                    <a:pt x="119" y="108"/>
                    <a:pt x="111" y="103"/>
                    <a:pt x="107" y="101"/>
                  </a:cubicBezTo>
                  <a:cubicBezTo>
                    <a:pt x="124" y="77"/>
                    <a:pt x="134" y="40"/>
                    <a:pt x="140" y="0"/>
                  </a:cubicBezTo>
                  <a:cubicBezTo>
                    <a:pt x="158" y="3"/>
                    <a:pt x="158" y="3"/>
                    <a:pt x="158" y="3"/>
                  </a:cubicBezTo>
                  <a:cubicBezTo>
                    <a:pt x="156" y="16"/>
                    <a:pt x="154" y="28"/>
                    <a:pt x="151" y="39"/>
                  </a:cubicBezTo>
                  <a:cubicBezTo>
                    <a:pt x="218" y="39"/>
                    <a:pt x="218" y="39"/>
                    <a:pt x="218" y="39"/>
                  </a:cubicBezTo>
                  <a:cubicBezTo>
                    <a:pt x="220" y="39"/>
                    <a:pt x="220" y="39"/>
                    <a:pt x="220" y="39"/>
                  </a:cubicBezTo>
                  <a:cubicBezTo>
                    <a:pt x="233" y="42"/>
                    <a:pt x="233" y="42"/>
                    <a:pt x="233" y="42"/>
                  </a:cubicBezTo>
                  <a:cubicBezTo>
                    <a:pt x="228" y="66"/>
                    <a:pt x="221" y="93"/>
                    <a:pt x="216" y="110"/>
                  </a:cubicBezTo>
                  <a:cubicBezTo>
                    <a:pt x="200" y="106"/>
                    <a:pt x="200" y="106"/>
                    <a:pt x="200" y="106"/>
                  </a:cubicBezTo>
                  <a:cubicBezTo>
                    <a:pt x="204" y="93"/>
                    <a:pt x="208" y="74"/>
                    <a:pt x="212" y="57"/>
                  </a:cubicBezTo>
                  <a:lnTo>
                    <a:pt x="147" y="5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25"/>
            <p:cNvSpPr>
              <a:spLocks noEditPoints="1"/>
            </p:cNvSpPr>
            <p:nvPr/>
          </p:nvSpPr>
          <p:spPr bwMode="auto">
            <a:xfrm>
              <a:off x="-1428750" y="2649538"/>
              <a:ext cx="436563" cy="439737"/>
            </a:xfrm>
            <a:custGeom>
              <a:avLst/>
              <a:gdLst>
                <a:gd name="T0" fmla="*/ 77 w 232"/>
                <a:gd name="T1" fmla="*/ 6 h 233"/>
                <a:gd name="T2" fmla="*/ 52 w 232"/>
                <a:gd name="T3" fmla="*/ 61 h 233"/>
                <a:gd name="T4" fmla="*/ 52 w 232"/>
                <a:gd name="T5" fmla="*/ 232 h 233"/>
                <a:gd name="T6" fmla="*/ 34 w 232"/>
                <a:gd name="T7" fmla="*/ 232 h 233"/>
                <a:gd name="T8" fmla="*/ 34 w 232"/>
                <a:gd name="T9" fmla="*/ 90 h 233"/>
                <a:gd name="T10" fmla="*/ 10 w 232"/>
                <a:gd name="T11" fmla="*/ 120 h 233"/>
                <a:gd name="T12" fmla="*/ 0 w 232"/>
                <a:gd name="T13" fmla="*/ 102 h 233"/>
                <a:gd name="T14" fmla="*/ 59 w 232"/>
                <a:gd name="T15" fmla="*/ 0 h 233"/>
                <a:gd name="T16" fmla="*/ 77 w 232"/>
                <a:gd name="T17" fmla="*/ 6 h 233"/>
                <a:gd name="T18" fmla="*/ 232 w 232"/>
                <a:gd name="T19" fmla="*/ 144 h 233"/>
                <a:gd name="T20" fmla="*/ 163 w 232"/>
                <a:gd name="T21" fmla="*/ 144 h 233"/>
                <a:gd name="T22" fmla="*/ 163 w 232"/>
                <a:gd name="T23" fmla="*/ 233 h 233"/>
                <a:gd name="T24" fmla="*/ 144 w 232"/>
                <a:gd name="T25" fmla="*/ 233 h 233"/>
                <a:gd name="T26" fmla="*/ 144 w 232"/>
                <a:gd name="T27" fmla="*/ 144 h 233"/>
                <a:gd name="T28" fmla="*/ 72 w 232"/>
                <a:gd name="T29" fmla="*/ 144 h 233"/>
                <a:gd name="T30" fmla="*/ 72 w 232"/>
                <a:gd name="T31" fmla="*/ 126 h 233"/>
                <a:gd name="T32" fmla="*/ 144 w 232"/>
                <a:gd name="T33" fmla="*/ 126 h 233"/>
                <a:gd name="T34" fmla="*/ 144 w 232"/>
                <a:gd name="T35" fmla="*/ 70 h 233"/>
                <a:gd name="T36" fmla="*/ 104 w 232"/>
                <a:gd name="T37" fmla="*/ 70 h 233"/>
                <a:gd name="T38" fmla="*/ 86 w 232"/>
                <a:gd name="T39" fmla="*/ 109 h 233"/>
                <a:gd name="T40" fmla="*/ 69 w 232"/>
                <a:gd name="T41" fmla="*/ 99 h 233"/>
                <a:gd name="T42" fmla="*/ 101 w 232"/>
                <a:gd name="T43" fmla="*/ 12 h 233"/>
                <a:gd name="T44" fmla="*/ 119 w 232"/>
                <a:gd name="T45" fmla="*/ 16 h 233"/>
                <a:gd name="T46" fmla="*/ 110 w 232"/>
                <a:gd name="T47" fmla="*/ 51 h 233"/>
                <a:gd name="T48" fmla="*/ 144 w 232"/>
                <a:gd name="T49" fmla="*/ 51 h 233"/>
                <a:gd name="T50" fmla="*/ 144 w 232"/>
                <a:gd name="T51" fmla="*/ 3 h 233"/>
                <a:gd name="T52" fmla="*/ 163 w 232"/>
                <a:gd name="T53" fmla="*/ 3 h 233"/>
                <a:gd name="T54" fmla="*/ 163 w 232"/>
                <a:gd name="T55" fmla="*/ 51 h 233"/>
                <a:gd name="T56" fmla="*/ 221 w 232"/>
                <a:gd name="T57" fmla="*/ 51 h 233"/>
                <a:gd name="T58" fmla="*/ 221 w 232"/>
                <a:gd name="T59" fmla="*/ 70 h 233"/>
                <a:gd name="T60" fmla="*/ 163 w 232"/>
                <a:gd name="T61" fmla="*/ 70 h 233"/>
                <a:gd name="T62" fmla="*/ 163 w 232"/>
                <a:gd name="T63" fmla="*/ 126 h 233"/>
                <a:gd name="T64" fmla="*/ 232 w 232"/>
                <a:gd name="T65" fmla="*/ 126 h 233"/>
                <a:gd name="T66" fmla="*/ 232 w 232"/>
                <a:gd name="T67" fmla="*/ 144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2" h="233">
                  <a:moveTo>
                    <a:pt x="77" y="6"/>
                  </a:moveTo>
                  <a:cubicBezTo>
                    <a:pt x="70" y="24"/>
                    <a:pt x="62" y="43"/>
                    <a:pt x="52" y="61"/>
                  </a:cubicBezTo>
                  <a:cubicBezTo>
                    <a:pt x="52" y="232"/>
                    <a:pt x="52" y="232"/>
                    <a:pt x="52" y="232"/>
                  </a:cubicBezTo>
                  <a:cubicBezTo>
                    <a:pt x="34" y="232"/>
                    <a:pt x="34" y="232"/>
                    <a:pt x="34" y="232"/>
                  </a:cubicBezTo>
                  <a:cubicBezTo>
                    <a:pt x="34" y="90"/>
                    <a:pt x="34" y="90"/>
                    <a:pt x="34" y="90"/>
                  </a:cubicBezTo>
                  <a:cubicBezTo>
                    <a:pt x="26" y="101"/>
                    <a:pt x="18" y="111"/>
                    <a:pt x="10" y="120"/>
                  </a:cubicBezTo>
                  <a:cubicBezTo>
                    <a:pt x="8" y="116"/>
                    <a:pt x="3" y="106"/>
                    <a:pt x="0" y="102"/>
                  </a:cubicBezTo>
                  <a:cubicBezTo>
                    <a:pt x="23" y="77"/>
                    <a:pt x="46" y="39"/>
                    <a:pt x="59" y="0"/>
                  </a:cubicBezTo>
                  <a:lnTo>
                    <a:pt x="77" y="6"/>
                  </a:lnTo>
                  <a:close/>
                  <a:moveTo>
                    <a:pt x="232" y="144"/>
                  </a:moveTo>
                  <a:cubicBezTo>
                    <a:pt x="163" y="144"/>
                    <a:pt x="163" y="144"/>
                    <a:pt x="163" y="144"/>
                  </a:cubicBezTo>
                  <a:cubicBezTo>
                    <a:pt x="163" y="233"/>
                    <a:pt x="163" y="233"/>
                    <a:pt x="163" y="233"/>
                  </a:cubicBezTo>
                  <a:cubicBezTo>
                    <a:pt x="144" y="233"/>
                    <a:pt x="144" y="233"/>
                    <a:pt x="144" y="233"/>
                  </a:cubicBezTo>
                  <a:cubicBezTo>
                    <a:pt x="144" y="144"/>
                    <a:pt x="144" y="144"/>
                    <a:pt x="144" y="144"/>
                  </a:cubicBezTo>
                  <a:cubicBezTo>
                    <a:pt x="72" y="144"/>
                    <a:pt x="72" y="144"/>
                    <a:pt x="72" y="144"/>
                  </a:cubicBezTo>
                  <a:cubicBezTo>
                    <a:pt x="72" y="126"/>
                    <a:pt x="72" y="126"/>
                    <a:pt x="72" y="126"/>
                  </a:cubicBezTo>
                  <a:cubicBezTo>
                    <a:pt x="144" y="126"/>
                    <a:pt x="144" y="126"/>
                    <a:pt x="144" y="126"/>
                  </a:cubicBezTo>
                  <a:cubicBezTo>
                    <a:pt x="144" y="70"/>
                    <a:pt x="144" y="70"/>
                    <a:pt x="144" y="70"/>
                  </a:cubicBezTo>
                  <a:cubicBezTo>
                    <a:pt x="104" y="70"/>
                    <a:pt x="104" y="70"/>
                    <a:pt x="104" y="70"/>
                  </a:cubicBezTo>
                  <a:cubicBezTo>
                    <a:pt x="99" y="85"/>
                    <a:pt x="93" y="98"/>
                    <a:pt x="86" y="109"/>
                  </a:cubicBezTo>
                  <a:cubicBezTo>
                    <a:pt x="82" y="106"/>
                    <a:pt x="74" y="101"/>
                    <a:pt x="69" y="99"/>
                  </a:cubicBezTo>
                  <a:cubicBezTo>
                    <a:pt x="85" y="78"/>
                    <a:pt x="95" y="45"/>
                    <a:pt x="101" y="12"/>
                  </a:cubicBezTo>
                  <a:cubicBezTo>
                    <a:pt x="119" y="16"/>
                    <a:pt x="119" y="16"/>
                    <a:pt x="119" y="16"/>
                  </a:cubicBezTo>
                  <a:cubicBezTo>
                    <a:pt x="116" y="28"/>
                    <a:pt x="114" y="40"/>
                    <a:pt x="110" y="51"/>
                  </a:cubicBezTo>
                  <a:cubicBezTo>
                    <a:pt x="144" y="51"/>
                    <a:pt x="144" y="51"/>
                    <a:pt x="144" y="51"/>
                  </a:cubicBezTo>
                  <a:cubicBezTo>
                    <a:pt x="144" y="3"/>
                    <a:pt x="144" y="3"/>
                    <a:pt x="144" y="3"/>
                  </a:cubicBezTo>
                  <a:cubicBezTo>
                    <a:pt x="163" y="3"/>
                    <a:pt x="163" y="3"/>
                    <a:pt x="163" y="3"/>
                  </a:cubicBezTo>
                  <a:cubicBezTo>
                    <a:pt x="163" y="51"/>
                    <a:pt x="163" y="51"/>
                    <a:pt x="163" y="51"/>
                  </a:cubicBezTo>
                  <a:cubicBezTo>
                    <a:pt x="221" y="51"/>
                    <a:pt x="221" y="51"/>
                    <a:pt x="221" y="51"/>
                  </a:cubicBezTo>
                  <a:cubicBezTo>
                    <a:pt x="221" y="70"/>
                    <a:pt x="221" y="70"/>
                    <a:pt x="221" y="70"/>
                  </a:cubicBezTo>
                  <a:cubicBezTo>
                    <a:pt x="163" y="70"/>
                    <a:pt x="163" y="70"/>
                    <a:pt x="163" y="70"/>
                  </a:cubicBezTo>
                  <a:cubicBezTo>
                    <a:pt x="163" y="126"/>
                    <a:pt x="163" y="126"/>
                    <a:pt x="163" y="126"/>
                  </a:cubicBezTo>
                  <a:cubicBezTo>
                    <a:pt x="232" y="126"/>
                    <a:pt x="232" y="126"/>
                    <a:pt x="232" y="126"/>
                  </a:cubicBezTo>
                  <a:lnTo>
                    <a:pt x="232" y="1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26"/>
            <p:cNvSpPr>
              <a:spLocks noEditPoints="1"/>
            </p:cNvSpPr>
            <p:nvPr/>
          </p:nvSpPr>
          <p:spPr bwMode="auto">
            <a:xfrm>
              <a:off x="-942975" y="2649538"/>
              <a:ext cx="417513" cy="439737"/>
            </a:xfrm>
            <a:custGeom>
              <a:avLst/>
              <a:gdLst>
                <a:gd name="T0" fmla="*/ 110 w 222"/>
                <a:gd name="T1" fmla="*/ 53 h 233"/>
                <a:gd name="T2" fmla="*/ 81 w 222"/>
                <a:gd name="T3" fmla="*/ 168 h 233"/>
                <a:gd name="T4" fmla="*/ 109 w 222"/>
                <a:gd name="T5" fmla="*/ 195 h 233"/>
                <a:gd name="T6" fmla="*/ 97 w 222"/>
                <a:gd name="T7" fmla="*/ 211 h 233"/>
                <a:gd name="T8" fmla="*/ 71 w 222"/>
                <a:gd name="T9" fmla="*/ 185 h 233"/>
                <a:gd name="T10" fmla="*/ 12 w 222"/>
                <a:gd name="T11" fmla="*/ 233 h 233"/>
                <a:gd name="T12" fmla="*/ 0 w 222"/>
                <a:gd name="T13" fmla="*/ 217 h 233"/>
                <a:gd name="T14" fmla="*/ 57 w 222"/>
                <a:gd name="T15" fmla="*/ 172 h 233"/>
                <a:gd name="T16" fmla="*/ 13 w 222"/>
                <a:gd name="T17" fmla="*/ 138 h 233"/>
                <a:gd name="T18" fmla="*/ 31 w 222"/>
                <a:gd name="T19" fmla="*/ 69 h 233"/>
                <a:gd name="T20" fmla="*/ 0 w 222"/>
                <a:gd name="T21" fmla="*/ 69 h 233"/>
                <a:gd name="T22" fmla="*/ 0 w 222"/>
                <a:gd name="T23" fmla="*/ 52 h 233"/>
                <a:gd name="T24" fmla="*/ 35 w 222"/>
                <a:gd name="T25" fmla="*/ 52 h 233"/>
                <a:gd name="T26" fmla="*/ 43 w 222"/>
                <a:gd name="T27" fmla="*/ 0 h 233"/>
                <a:gd name="T28" fmla="*/ 62 w 222"/>
                <a:gd name="T29" fmla="*/ 1 h 233"/>
                <a:gd name="T30" fmla="*/ 53 w 222"/>
                <a:gd name="T31" fmla="*/ 52 h 233"/>
                <a:gd name="T32" fmla="*/ 94 w 222"/>
                <a:gd name="T33" fmla="*/ 52 h 233"/>
                <a:gd name="T34" fmla="*/ 98 w 222"/>
                <a:gd name="T35" fmla="*/ 51 h 233"/>
                <a:gd name="T36" fmla="*/ 110 w 222"/>
                <a:gd name="T37" fmla="*/ 53 h 233"/>
                <a:gd name="T38" fmla="*/ 50 w 222"/>
                <a:gd name="T39" fmla="*/ 69 h 233"/>
                <a:gd name="T40" fmla="*/ 34 w 222"/>
                <a:gd name="T41" fmla="*/ 131 h 233"/>
                <a:gd name="T42" fmla="*/ 67 w 222"/>
                <a:gd name="T43" fmla="*/ 156 h 233"/>
                <a:gd name="T44" fmla="*/ 90 w 222"/>
                <a:gd name="T45" fmla="*/ 69 h 233"/>
                <a:gd name="T46" fmla="*/ 50 w 222"/>
                <a:gd name="T47" fmla="*/ 69 h 233"/>
                <a:gd name="T48" fmla="*/ 222 w 222"/>
                <a:gd name="T49" fmla="*/ 27 h 233"/>
                <a:gd name="T50" fmla="*/ 222 w 222"/>
                <a:gd name="T51" fmla="*/ 222 h 233"/>
                <a:gd name="T52" fmla="*/ 204 w 222"/>
                <a:gd name="T53" fmla="*/ 222 h 233"/>
                <a:gd name="T54" fmla="*/ 204 w 222"/>
                <a:gd name="T55" fmla="*/ 207 h 233"/>
                <a:gd name="T56" fmla="*/ 141 w 222"/>
                <a:gd name="T57" fmla="*/ 207 h 233"/>
                <a:gd name="T58" fmla="*/ 141 w 222"/>
                <a:gd name="T59" fmla="*/ 226 h 233"/>
                <a:gd name="T60" fmla="*/ 123 w 222"/>
                <a:gd name="T61" fmla="*/ 226 h 233"/>
                <a:gd name="T62" fmla="*/ 123 w 222"/>
                <a:gd name="T63" fmla="*/ 27 h 233"/>
                <a:gd name="T64" fmla="*/ 222 w 222"/>
                <a:gd name="T65" fmla="*/ 27 h 233"/>
                <a:gd name="T66" fmla="*/ 204 w 222"/>
                <a:gd name="T67" fmla="*/ 189 h 233"/>
                <a:gd name="T68" fmla="*/ 204 w 222"/>
                <a:gd name="T69" fmla="*/ 45 h 233"/>
                <a:gd name="T70" fmla="*/ 141 w 222"/>
                <a:gd name="T71" fmla="*/ 45 h 233"/>
                <a:gd name="T72" fmla="*/ 141 w 222"/>
                <a:gd name="T73" fmla="*/ 189 h 233"/>
                <a:gd name="T74" fmla="*/ 204 w 222"/>
                <a:gd name="T75" fmla="*/ 18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2" h="233">
                  <a:moveTo>
                    <a:pt x="110" y="53"/>
                  </a:moveTo>
                  <a:cubicBezTo>
                    <a:pt x="106" y="102"/>
                    <a:pt x="97" y="140"/>
                    <a:pt x="81" y="168"/>
                  </a:cubicBezTo>
                  <a:cubicBezTo>
                    <a:pt x="93" y="178"/>
                    <a:pt x="103" y="187"/>
                    <a:pt x="109" y="195"/>
                  </a:cubicBezTo>
                  <a:cubicBezTo>
                    <a:pt x="97" y="211"/>
                    <a:pt x="97" y="211"/>
                    <a:pt x="97" y="211"/>
                  </a:cubicBezTo>
                  <a:cubicBezTo>
                    <a:pt x="90" y="203"/>
                    <a:pt x="81" y="194"/>
                    <a:pt x="71" y="185"/>
                  </a:cubicBezTo>
                  <a:cubicBezTo>
                    <a:pt x="56" y="207"/>
                    <a:pt x="36" y="222"/>
                    <a:pt x="12" y="233"/>
                  </a:cubicBezTo>
                  <a:cubicBezTo>
                    <a:pt x="10" y="228"/>
                    <a:pt x="4" y="221"/>
                    <a:pt x="0" y="217"/>
                  </a:cubicBezTo>
                  <a:cubicBezTo>
                    <a:pt x="23" y="208"/>
                    <a:pt x="42" y="194"/>
                    <a:pt x="57" y="172"/>
                  </a:cubicBezTo>
                  <a:cubicBezTo>
                    <a:pt x="42" y="160"/>
                    <a:pt x="27" y="148"/>
                    <a:pt x="13" y="138"/>
                  </a:cubicBezTo>
                  <a:cubicBezTo>
                    <a:pt x="19" y="120"/>
                    <a:pt x="26" y="95"/>
                    <a:pt x="31" y="69"/>
                  </a:cubicBezTo>
                  <a:cubicBezTo>
                    <a:pt x="0" y="69"/>
                    <a:pt x="0" y="69"/>
                    <a:pt x="0" y="69"/>
                  </a:cubicBezTo>
                  <a:cubicBezTo>
                    <a:pt x="0" y="52"/>
                    <a:pt x="0" y="52"/>
                    <a:pt x="0" y="52"/>
                  </a:cubicBezTo>
                  <a:cubicBezTo>
                    <a:pt x="35" y="52"/>
                    <a:pt x="35" y="52"/>
                    <a:pt x="35" y="52"/>
                  </a:cubicBezTo>
                  <a:cubicBezTo>
                    <a:pt x="39" y="34"/>
                    <a:pt x="41" y="16"/>
                    <a:pt x="43" y="0"/>
                  </a:cubicBezTo>
                  <a:cubicBezTo>
                    <a:pt x="62" y="1"/>
                    <a:pt x="62" y="1"/>
                    <a:pt x="62" y="1"/>
                  </a:cubicBezTo>
                  <a:cubicBezTo>
                    <a:pt x="60" y="17"/>
                    <a:pt x="57" y="34"/>
                    <a:pt x="53" y="52"/>
                  </a:cubicBezTo>
                  <a:cubicBezTo>
                    <a:pt x="94" y="52"/>
                    <a:pt x="94" y="52"/>
                    <a:pt x="94" y="52"/>
                  </a:cubicBezTo>
                  <a:cubicBezTo>
                    <a:pt x="98" y="51"/>
                    <a:pt x="98" y="51"/>
                    <a:pt x="98" y="51"/>
                  </a:cubicBezTo>
                  <a:lnTo>
                    <a:pt x="110" y="53"/>
                  </a:lnTo>
                  <a:close/>
                  <a:moveTo>
                    <a:pt x="50" y="69"/>
                  </a:moveTo>
                  <a:cubicBezTo>
                    <a:pt x="45" y="92"/>
                    <a:pt x="39" y="113"/>
                    <a:pt x="34" y="131"/>
                  </a:cubicBezTo>
                  <a:cubicBezTo>
                    <a:pt x="44" y="139"/>
                    <a:pt x="56" y="147"/>
                    <a:pt x="67" y="156"/>
                  </a:cubicBezTo>
                  <a:cubicBezTo>
                    <a:pt x="78" y="133"/>
                    <a:pt x="86" y="104"/>
                    <a:pt x="90" y="69"/>
                  </a:cubicBezTo>
                  <a:lnTo>
                    <a:pt x="50" y="69"/>
                  </a:lnTo>
                  <a:close/>
                  <a:moveTo>
                    <a:pt x="222" y="27"/>
                  </a:moveTo>
                  <a:cubicBezTo>
                    <a:pt x="222" y="222"/>
                    <a:pt x="222" y="222"/>
                    <a:pt x="222" y="222"/>
                  </a:cubicBezTo>
                  <a:cubicBezTo>
                    <a:pt x="204" y="222"/>
                    <a:pt x="204" y="222"/>
                    <a:pt x="204" y="222"/>
                  </a:cubicBezTo>
                  <a:cubicBezTo>
                    <a:pt x="204" y="207"/>
                    <a:pt x="204" y="207"/>
                    <a:pt x="204" y="207"/>
                  </a:cubicBezTo>
                  <a:cubicBezTo>
                    <a:pt x="141" y="207"/>
                    <a:pt x="141" y="207"/>
                    <a:pt x="141" y="207"/>
                  </a:cubicBezTo>
                  <a:cubicBezTo>
                    <a:pt x="141" y="226"/>
                    <a:pt x="141" y="226"/>
                    <a:pt x="141" y="226"/>
                  </a:cubicBezTo>
                  <a:cubicBezTo>
                    <a:pt x="123" y="226"/>
                    <a:pt x="123" y="226"/>
                    <a:pt x="123" y="226"/>
                  </a:cubicBezTo>
                  <a:cubicBezTo>
                    <a:pt x="123" y="27"/>
                    <a:pt x="123" y="27"/>
                    <a:pt x="123" y="27"/>
                  </a:cubicBezTo>
                  <a:lnTo>
                    <a:pt x="222" y="27"/>
                  </a:lnTo>
                  <a:close/>
                  <a:moveTo>
                    <a:pt x="204" y="189"/>
                  </a:moveTo>
                  <a:cubicBezTo>
                    <a:pt x="204" y="45"/>
                    <a:pt x="204" y="45"/>
                    <a:pt x="204" y="45"/>
                  </a:cubicBezTo>
                  <a:cubicBezTo>
                    <a:pt x="141" y="45"/>
                    <a:pt x="141" y="45"/>
                    <a:pt x="141" y="45"/>
                  </a:cubicBezTo>
                  <a:cubicBezTo>
                    <a:pt x="141" y="189"/>
                    <a:pt x="141" y="189"/>
                    <a:pt x="141" y="189"/>
                  </a:cubicBezTo>
                  <a:lnTo>
                    <a:pt x="204" y="18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27"/>
            <p:cNvSpPr>
              <a:spLocks noEditPoints="1"/>
            </p:cNvSpPr>
            <p:nvPr/>
          </p:nvSpPr>
          <p:spPr bwMode="auto">
            <a:xfrm>
              <a:off x="-463550" y="2647950"/>
              <a:ext cx="442913" cy="433387"/>
            </a:xfrm>
            <a:custGeom>
              <a:avLst/>
              <a:gdLst>
                <a:gd name="T0" fmla="*/ 123 w 235"/>
                <a:gd name="T1" fmla="*/ 189 h 230"/>
                <a:gd name="T2" fmla="*/ 125 w 235"/>
                <a:gd name="T3" fmla="*/ 207 h 230"/>
                <a:gd name="T4" fmla="*/ 3 w 235"/>
                <a:gd name="T5" fmla="*/ 230 h 230"/>
                <a:gd name="T6" fmla="*/ 0 w 235"/>
                <a:gd name="T7" fmla="*/ 210 h 230"/>
                <a:gd name="T8" fmla="*/ 20 w 235"/>
                <a:gd name="T9" fmla="*/ 207 h 230"/>
                <a:gd name="T10" fmla="*/ 20 w 235"/>
                <a:gd name="T11" fmla="*/ 52 h 230"/>
                <a:gd name="T12" fmla="*/ 39 w 235"/>
                <a:gd name="T13" fmla="*/ 52 h 230"/>
                <a:gd name="T14" fmla="*/ 39 w 235"/>
                <a:gd name="T15" fmla="*/ 203 h 230"/>
                <a:gd name="T16" fmla="*/ 68 w 235"/>
                <a:gd name="T17" fmla="*/ 199 h 230"/>
                <a:gd name="T18" fmla="*/ 68 w 235"/>
                <a:gd name="T19" fmla="*/ 0 h 230"/>
                <a:gd name="T20" fmla="*/ 87 w 235"/>
                <a:gd name="T21" fmla="*/ 0 h 230"/>
                <a:gd name="T22" fmla="*/ 87 w 235"/>
                <a:gd name="T23" fmla="*/ 79 h 230"/>
                <a:gd name="T24" fmla="*/ 123 w 235"/>
                <a:gd name="T25" fmla="*/ 79 h 230"/>
                <a:gd name="T26" fmla="*/ 123 w 235"/>
                <a:gd name="T27" fmla="*/ 97 h 230"/>
                <a:gd name="T28" fmla="*/ 87 w 235"/>
                <a:gd name="T29" fmla="*/ 97 h 230"/>
                <a:gd name="T30" fmla="*/ 87 w 235"/>
                <a:gd name="T31" fmla="*/ 195 h 230"/>
                <a:gd name="T32" fmla="*/ 123 w 235"/>
                <a:gd name="T33" fmla="*/ 189 h 230"/>
                <a:gd name="T34" fmla="*/ 203 w 235"/>
                <a:gd name="T35" fmla="*/ 207 h 230"/>
                <a:gd name="T36" fmla="*/ 216 w 235"/>
                <a:gd name="T37" fmla="*/ 162 h 230"/>
                <a:gd name="T38" fmla="*/ 235 w 235"/>
                <a:gd name="T39" fmla="*/ 170 h 230"/>
                <a:gd name="T40" fmla="*/ 204 w 235"/>
                <a:gd name="T41" fmla="*/ 225 h 230"/>
                <a:gd name="T42" fmla="*/ 166 w 235"/>
                <a:gd name="T43" fmla="*/ 225 h 230"/>
                <a:gd name="T44" fmla="*/ 136 w 235"/>
                <a:gd name="T45" fmla="*/ 190 h 230"/>
                <a:gd name="T46" fmla="*/ 136 w 235"/>
                <a:gd name="T47" fmla="*/ 0 h 230"/>
                <a:gd name="T48" fmla="*/ 156 w 235"/>
                <a:gd name="T49" fmla="*/ 0 h 230"/>
                <a:gd name="T50" fmla="*/ 156 w 235"/>
                <a:gd name="T51" fmla="*/ 93 h 230"/>
                <a:gd name="T52" fmla="*/ 210 w 235"/>
                <a:gd name="T53" fmla="*/ 56 h 230"/>
                <a:gd name="T54" fmla="*/ 226 w 235"/>
                <a:gd name="T55" fmla="*/ 71 h 230"/>
                <a:gd name="T56" fmla="*/ 156 w 235"/>
                <a:gd name="T57" fmla="*/ 112 h 230"/>
                <a:gd name="T58" fmla="*/ 156 w 235"/>
                <a:gd name="T59" fmla="*/ 191 h 230"/>
                <a:gd name="T60" fmla="*/ 168 w 235"/>
                <a:gd name="T61" fmla="*/ 207 h 230"/>
                <a:gd name="T62" fmla="*/ 203 w 235"/>
                <a:gd name="T63" fmla="*/ 20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5" h="230">
                  <a:moveTo>
                    <a:pt x="123" y="189"/>
                  </a:moveTo>
                  <a:cubicBezTo>
                    <a:pt x="125" y="207"/>
                    <a:pt x="125" y="207"/>
                    <a:pt x="125" y="207"/>
                  </a:cubicBezTo>
                  <a:cubicBezTo>
                    <a:pt x="81" y="216"/>
                    <a:pt x="35" y="224"/>
                    <a:pt x="3" y="230"/>
                  </a:cubicBezTo>
                  <a:cubicBezTo>
                    <a:pt x="0" y="210"/>
                    <a:pt x="0" y="210"/>
                    <a:pt x="0" y="210"/>
                  </a:cubicBezTo>
                  <a:cubicBezTo>
                    <a:pt x="6" y="209"/>
                    <a:pt x="13" y="208"/>
                    <a:pt x="20" y="207"/>
                  </a:cubicBezTo>
                  <a:cubicBezTo>
                    <a:pt x="20" y="52"/>
                    <a:pt x="20" y="52"/>
                    <a:pt x="20" y="52"/>
                  </a:cubicBezTo>
                  <a:cubicBezTo>
                    <a:pt x="39" y="52"/>
                    <a:pt x="39" y="52"/>
                    <a:pt x="39" y="52"/>
                  </a:cubicBezTo>
                  <a:cubicBezTo>
                    <a:pt x="39" y="203"/>
                    <a:pt x="39" y="203"/>
                    <a:pt x="39" y="203"/>
                  </a:cubicBezTo>
                  <a:cubicBezTo>
                    <a:pt x="68" y="199"/>
                    <a:pt x="68" y="199"/>
                    <a:pt x="68" y="199"/>
                  </a:cubicBezTo>
                  <a:cubicBezTo>
                    <a:pt x="68" y="0"/>
                    <a:pt x="68" y="0"/>
                    <a:pt x="68" y="0"/>
                  </a:cubicBezTo>
                  <a:cubicBezTo>
                    <a:pt x="87" y="0"/>
                    <a:pt x="87" y="0"/>
                    <a:pt x="87" y="0"/>
                  </a:cubicBezTo>
                  <a:cubicBezTo>
                    <a:pt x="87" y="79"/>
                    <a:pt x="87" y="79"/>
                    <a:pt x="87" y="79"/>
                  </a:cubicBezTo>
                  <a:cubicBezTo>
                    <a:pt x="123" y="79"/>
                    <a:pt x="123" y="79"/>
                    <a:pt x="123" y="79"/>
                  </a:cubicBezTo>
                  <a:cubicBezTo>
                    <a:pt x="123" y="97"/>
                    <a:pt x="123" y="97"/>
                    <a:pt x="123" y="97"/>
                  </a:cubicBezTo>
                  <a:cubicBezTo>
                    <a:pt x="87" y="97"/>
                    <a:pt x="87" y="97"/>
                    <a:pt x="87" y="97"/>
                  </a:cubicBezTo>
                  <a:cubicBezTo>
                    <a:pt x="87" y="195"/>
                    <a:pt x="87" y="195"/>
                    <a:pt x="87" y="195"/>
                  </a:cubicBezTo>
                  <a:lnTo>
                    <a:pt x="123" y="189"/>
                  </a:lnTo>
                  <a:close/>
                  <a:moveTo>
                    <a:pt x="203" y="207"/>
                  </a:moveTo>
                  <a:cubicBezTo>
                    <a:pt x="214" y="207"/>
                    <a:pt x="215" y="198"/>
                    <a:pt x="216" y="162"/>
                  </a:cubicBezTo>
                  <a:cubicBezTo>
                    <a:pt x="222" y="165"/>
                    <a:pt x="229" y="169"/>
                    <a:pt x="235" y="170"/>
                  </a:cubicBezTo>
                  <a:cubicBezTo>
                    <a:pt x="232" y="211"/>
                    <a:pt x="227" y="225"/>
                    <a:pt x="204" y="225"/>
                  </a:cubicBezTo>
                  <a:cubicBezTo>
                    <a:pt x="166" y="225"/>
                    <a:pt x="166" y="225"/>
                    <a:pt x="166" y="225"/>
                  </a:cubicBezTo>
                  <a:cubicBezTo>
                    <a:pt x="142" y="225"/>
                    <a:pt x="136" y="218"/>
                    <a:pt x="136" y="190"/>
                  </a:cubicBezTo>
                  <a:cubicBezTo>
                    <a:pt x="136" y="0"/>
                    <a:pt x="136" y="0"/>
                    <a:pt x="136" y="0"/>
                  </a:cubicBezTo>
                  <a:cubicBezTo>
                    <a:pt x="156" y="0"/>
                    <a:pt x="156" y="0"/>
                    <a:pt x="156" y="0"/>
                  </a:cubicBezTo>
                  <a:cubicBezTo>
                    <a:pt x="156" y="93"/>
                    <a:pt x="156" y="93"/>
                    <a:pt x="156" y="93"/>
                  </a:cubicBezTo>
                  <a:cubicBezTo>
                    <a:pt x="176" y="82"/>
                    <a:pt x="197" y="68"/>
                    <a:pt x="210" y="56"/>
                  </a:cubicBezTo>
                  <a:cubicBezTo>
                    <a:pt x="226" y="71"/>
                    <a:pt x="226" y="71"/>
                    <a:pt x="226" y="71"/>
                  </a:cubicBezTo>
                  <a:cubicBezTo>
                    <a:pt x="206" y="85"/>
                    <a:pt x="180" y="100"/>
                    <a:pt x="156" y="112"/>
                  </a:cubicBezTo>
                  <a:cubicBezTo>
                    <a:pt x="156" y="191"/>
                    <a:pt x="156" y="191"/>
                    <a:pt x="156" y="191"/>
                  </a:cubicBezTo>
                  <a:cubicBezTo>
                    <a:pt x="156" y="204"/>
                    <a:pt x="157" y="207"/>
                    <a:pt x="168" y="207"/>
                  </a:cubicBezTo>
                  <a:lnTo>
                    <a:pt x="203" y="2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28"/>
            <p:cNvSpPr>
              <a:spLocks noEditPoints="1"/>
            </p:cNvSpPr>
            <p:nvPr/>
          </p:nvSpPr>
          <p:spPr bwMode="auto">
            <a:xfrm>
              <a:off x="20638" y="2647950"/>
              <a:ext cx="427038" cy="441325"/>
            </a:xfrm>
            <a:custGeom>
              <a:avLst/>
              <a:gdLst>
                <a:gd name="T0" fmla="*/ 227 w 227"/>
                <a:gd name="T1" fmla="*/ 118 h 234"/>
                <a:gd name="T2" fmla="*/ 192 w 227"/>
                <a:gd name="T3" fmla="*/ 118 h 234"/>
                <a:gd name="T4" fmla="*/ 192 w 227"/>
                <a:gd name="T5" fmla="*/ 210 h 234"/>
                <a:gd name="T6" fmla="*/ 180 w 227"/>
                <a:gd name="T7" fmla="*/ 230 h 234"/>
                <a:gd name="T8" fmla="*/ 132 w 227"/>
                <a:gd name="T9" fmla="*/ 234 h 234"/>
                <a:gd name="T10" fmla="*/ 125 w 227"/>
                <a:gd name="T11" fmla="*/ 215 h 234"/>
                <a:gd name="T12" fmla="*/ 167 w 227"/>
                <a:gd name="T13" fmla="*/ 216 h 234"/>
                <a:gd name="T14" fmla="*/ 173 w 227"/>
                <a:gd name="T15" fmla="*/ 210 h 234"/>
                <a:gd name="T16" fmla="*/ 173 w 227"/>
                <a:gd name="T17" fmla="*/ 118 h 234"/>
                <a:gd name="T18" fmla="*/ 0 w 227"/>
                <a:gd name="T19" fmla="*/ 118 h 234"/>
                <a:gd name="T20" fmla="*/ 0 w 227"/>
                <a:gd name="T21" fmla="*/ 101 h 234"/>
                <a:gd name="T22" fmla="*/ 227 w 227"/>
                <a:gd name="T23" fmla="*/ 101 h 234"/>
                <a:gd name="T24" fmla="*/ 227 w 227"/>
                <a:gd name="T25" fmla="*/ 118 h 234"/>
                <a:gd name="T26" fmla="*/ 197 w 227"/>
                <a:gd name="T27" fmla="*/ 98 h 234"/>
                <a:gd name="T28" fmla="*/ 107 w 227"/>
                <a:gd name="T29" fmla="*/ 61 h 234"/>
                <a:gd name="T30" fmla="*/ 18 w 227"/>
                <a:gd name="T31" fmla="*/ 99 h 234"/>
                <a:gd name="T32" fmla="*/ 9 w 227"/>
                <a:gd name="T33" fmla="*/ 84 h 234"/>
                <a:gd name="T34" fmla="*/ 98 w 227"/>
                <a:gd name="T35" fmla="*/ 41 h 234"/>
                <a:gd name="T36" fmla="*/ 13 w 227"/>
                <a:gd name="T37" fmla="*/ 41 h 234"/>
                <a:gd name="T38" fmla="*/ 13 w 227"/>
                <a:gd name="T39" fmla="*/ 24 h 234"/>
                <a:gd name="T40" fmla="*/ 103 w 227"/>
                <a:gd name="T41" fmla="*/ 24 h 234"/>
                <a:gd name="T42" fmla="*/ 107 w 227"/>
                <a:gd name="T43" fmla="*/ 0 h 234"/>
                <a:gd name="T44" fmla="*/ 126 w 227"/>
                <a:gd name="T45" fmla="*/ 0 h 234"/>
                <a:gd name="T46" fmla="*/ 123 w 227"/>
                <a:gd name="T47" fmla="*/ 24 h 234"/>
                <a:gd name="T48" fmla="*/ 215 w 227"/>
                <a:gd name="T49" fmla="*/ 24 h 234"/>
                <a:gd name="T50" fmla="*/ 215 w 227"/>
                <a:gd name="T51" fmla="*/ 41 h 234"/>
                <a:gd name="T52" fmla="*/ 118 w 227"/>
                <a:gd name="T53" fmla="*/ 41 h 234"/>
                <a:gd name="T54" fmla="*/ 116 w 227"/>
                <a:gd name="T55" fmla="*/ 47 h 234"/>
                <a:gd name="T56" fmla="*/ 211 w 227"/>
                <a:gd name="T57" fmla="*/ 85 h 234"/>
                <a:gd name="T58" fmla="*/ 197 w 227"/>
                <a:gd name="T59" fmla="*/ 98 h 234"/>
                <a:gd name="T60" fmla="*/ 45 w 227"/>
                <a:gd name="T61" fmla="*/ 204 h 234"/>
                <a:gd name="T62" fmla="*/ 45 w 227"/>
                <a:gd name="T63" fmla="*/ 221 h 234"/>
                <a:gd name="T64" fmla="*/ 27 w 227"/>
                <a:gd name="T65" fmla="*/ 221 h 234"/>
                <a:gd name="T66" fmla="*/ 27 w 227"/>
                <a:gd name="T67" fmla="*/ 138 h 234"/>
                <a:gd name="T68" fmla="*/ 128 w 227"/>
                <a:gd name="T69" fmla="*/ 138 h 234"/>
                <a:gd name="T70" fmla="*/ 128 w 227"/>
                <a:gd name="T71" fmla="*/ 204 h 234"/>
                <a:gd name="T72" fmla="*/ 45 w 227"/>
                <a:gd name="T73" fmla="*/ 204 h 234"/>
                <a:gd name="T74" fmla="*/ 45 w 227"/>
                <a:gd name="T75" fmla="*/ 154 h 234"/>
                <a:gd name="T76" fmla="*/ 45 w 227"/>
                <a:gd name="T77" fmla="*/ 189 h 234"/>
                <a:gd name="T78" fmla="*/ 110 w 227"/>
                <a:gd name="T79" fmla="*/ 189 h 234"/>
                <a:gd name="T80" fmla="*/ 110 w 227"/>
                <a:gd name="T81" fmla="*/ 154 h 234"/>
                <a:gd name="T82" fmla="*/ 45 w 227"/>
                <a:gd name="T83" fmla="*/ 15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7" h="234">
                  <a:moveTo>
                    <a:pt x="227" y="118"/>
                  </a:moveTo>
                  <a:cubicBezTo>
                    <a:pt x="192" y="118"/>
                    <a:pt x="192" y="118"/>
                    <a:pt x="192" y="118"/>
                  </a:cubicBezTo>
                  <a:cubicBezTo>
                    <a:pt x="192" y="210"/>
                    <a:pt x="192" y="210"/>
                    <a:pt x="192" y="210"/>
                  </a:cubicBezTo>
                  <a:cubicBezTo>
                    <a:pt x="192" y="222"/>
                    <a:pt x="189" y="227"/>
                    <a:pt x="180" y="230"/>
                  </a:cubicBezTo>
                  <a:cubicBezTo>
                    <a:pt x="171" y="233"/>
                    <a:pt x="155" y="234"/>
                    <a:pt x="132" y="234"/>
                  </a:cubicBezTo>
                  <a:cubicBezTo>
                    <a:pt x="131" y="228"/>
                    <a:pt x="127" y="221"/>
                    <a:pt x="125" y="215"/>
                  </a:cubicBezTo>
                  <a:cubicBezTo>
                    <a:pt x="144" y="216"/>
                    <a:pt x="162" y="216"/>
                    <a:pt x="167" y="216"/>
                  </a:cubicBezTo>
                  <a:cubicBezTo>
                    <a:pt x="172" y="215"/>
                    <a:pt x="173" y="214"/>
                    <a:pt x="173" y="210"/>
                  </a:cubicBezTo>
                  <a:cubicBezTo>
                    <a:pt x="173" y="118"/>
                    <a:pt x="173" y="118"/>
                    <a:pt x="173" y="118"/>
                  </a:cubicBezTo>
                  <a:cubicBezTo>
                    <a:pt x="0" y="118"/>
                    <a:pt x="0" y="118"/>
                    <a:pt x="0" y="118"/>
                  </a:cubicBezTo>
                  <a:cubicBezTo>
                    <a:pt x="0" y="101"/>
                    <a:pt x="0" y="101"/>
                    <a:pt x="0" y="101"/>
                  </a:cubicBezTo>
                  <a:cubicBezTo>
                    <a:pt x="227" y="101"/>
                    <a:pt x="227" y="101"/>
                    <a:pt x="227" y="101"/>
                  </a:cubicBezTo>
                  <a:lnTo>
                    <a:pt x="227" y="118"/>
                  </a:lnTo>
                  <a:close/>
                  <a:moveTo>
                    <a:pt x="197" y="98"/>
                  </a:moveTo>
                  <a:cubicBezTo>
                    <a:pt x="176" y="88"/>
                    <a:pt x="139" y="72"/>
                    <a:pt x="107" y="61"/>
                  </a:cubicBezTo>
                  <a:cubicBezTo>
                    <a:pt x="92" y="80"/>
                    <a:pt x="65" y="92"/>
                    <a:pt x="18" y="99"/>
                  </a:cubicBezTo>
                  <a:cubicBezTo>
                    <a:pt x="16" y="95"/>
                    <a:pt x="12" y="88"/>
                    <a:pt x="9" y="84"/>
                  </a:cubicBezTo>
                  <a:cubicBezTo>
                    <a:pt x="63" y="77"/>
                    <a:pt x="87" y="64"/>
                    <a:pt x="98" y="41"/>
                  </a:cubicBezTo>
                  <a:cubicBezTo>
                    <a:pt x="13" y="41"/>
                    <a:pt x="13" y="41"/>
                    <a:pt x="13" y="41"/>
                  </a:cubicBezTo>
                  <a:cubicBezTo>
                    <a:pt x="13" y="24"/>
                    <a:pt x="13" y="24"/>
                    <a:pt x="13" y="24"/>
                  </a:cubicBezTo>
                  <a:cubicBezTo>
                    <a:pt x="103" y="24"/>
                    <a:pt x="103" y="24"/>
                    <a:pt x="103" y="24"/>
                  </a:cubicBezTo>
                  <a:cubicBezTo>
                    <a:pt x="105" y="17"/>
                    <a:pt x="106" y="9"/>
                    <a:pt x="107" y="0"/>
                  </a:cubicBezTo>
                  <a:cubicBezTo>
                    <a:pt x="126" y="0"/>
                    <a:pt x="126" y="0"/>
                    <a:pt x="126" y="0"/>
                  </a:cubicBezTo>
                  <a:cubicBezTo>
                    <a:pt x="125" y="9"/>
                    <a:pt x="124" y="17"/>
                    <a:pt x="123" y="24"/>
                  </a:cubicBezTo>
                  <a:cubicBezTo>
                    <a:pt x="215" y="24"/>
                    <a:pt x="215" y="24"/>
                    <a:pt x="215" y="24"/>
                  </a:cubicBezTo>
                  <a:cubicBezTo>
                    <a:pt x="215" y="41"/>
                    <a:pt x="215" y="41"/>
                    <a:pt x="215" y="41"/>
                  </a:cubicBezTo>
                  <a:cubicBezTo>
                    <a:pt x="118" y="41"/>
                    <a:pt x="118" y="41"/>
                    <a:pt x="118" y="41"/>
                  </a:cubicBezTo>
                  <a:cubicBezTo>
                    <a:pt x="117" y="43"/>
                    <a:pt x="116" y="45"/>
                    <a:pt x="116" y="47"/>
                  </a:cubicBezTo>
                  <a:cubicBezTo>
                    <a:pt x="148" y="58"/>
                    <a:pt x="188" y="74"/>
                    <a:pt x="211" y="85"/>
                  </a:cubicBezTo>
                  <a:lnTo>
                    <a:pt x="197" y="98"/>
                  </a:lnTo>
                  <a:close/>
                  <a:moveTo>
                    <a:pt x="45" y="204"/>
                  </a:moveTo>
                  <a:cubicBezTo>
                    <a:pt x="45" y="221"/>
                    <a:pt x="45" y="221"/>
                    <a:pt x="45" y="221"/>
                  </a:cubicBezTo>
                  <a:cubicBezTo>
                    <a:pt x="27" y="221"/>
                    <a:pt x="27" y="221"/>
                    <a:pt x="27" y="221"/>
                  </a:cubicBezTo>
                  <a:cubicBezTo>
                    <a:pt x="27" y="138"/>
                    <a:pt x="27" y="138"/>
                    <a:pt x="27" y="138"/>
                  </a:cubicBezTo>
                  <a:cubicBezTo>
                    <a:pt x="128" y="138"/>
                    <a:pt x="128" y="138"/>
                    <a:pt x="128" y="138"/>
                  </a:cubicBezTo>
                  <a:cubicBezTo>
                    <a:pt x="128" y="204"/>
                    <a:pt x="128" y="204"/>
                    <a:pt x="128" y="204"/>
                  </a:cubicBezTo>
                  <a:lnTo>
                    <a:pt x="45" y="204"/>
                  </a:lnTo>
                  <a:close/>
                  <a:moveTo>
                    <a:pt x="45" y="154"/>
                  </a:moveTo>
                  <a:cubicBezTo>
                    <a:pt x="45" y="189"/>
                    <a:pt x="45" y="189"/>
                    <a:pt x="45" y="189"/>
                  </a:cubicBezTo>
                  <a:cubicBezTo>
                    <a:pt x="110" y="189"/>
                    <a:pt x="110" y="189"/>
                    <a:pt x="110" y="189"/>
                  </a:cubicBezTo>
                  <a:cubicBezTo>
                    <a:pt x="110" y="154"/>
                    <a:pt x="110" y="154"/>
                    <a:pt x="110" y="154"/>
                  </a:cubicBezTo>
                  <a:lnTo>
                    <a:pt x="45" y="1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29"/>
            <p:cNvSpPr>
              <a:spLocks noEditPoints="1"/>
            </p:cNvSpPr>
            <p:nvPr/>
          </p:nvSpPr>
          <p:spPr bwMode="auto">
            <a:xfrm>
              <a:off x="496888" y="2647950"/>
              <a:ext cx="434975" cy="438150"/>
            </a:xfrm>
            <a:custGeom>
              <a:avLst/>
              <a:gdLst>
                <a:gd name="T0" fmla="*/ 88 w 231"/>
                <a:gd name="T1" fmla="*/ 54 h 233"/>
                <a:gd name="T2" fmla="*/ 66 w 231"/>
                <a:gd name="T3" fmla="*/ 165 h 233"/>
                <a:gd name="T4" fmla="*/ 92 w 231"/>
                <a:gd name="T5" fmla="*/ 188 h 233"/>
                <a:gd name="T6" fmla="*/ 80 w 231"/>
                <a:gd name="T7" fmla="*/ 202 h 233"/>
                <a:gd name="T8" fmla="*/ 58 w 231"/>
                <a:gd name="T9" fmla="*/ 181 h 233"/>
                <a:gd name="T10" fmla="*/ 11 w 231"/>
                <a:gd name="T11" fmla="*/ 233 h 233"/>
                <a:gd name="T12" fmla="*/ 0 w 231"/>
                <a:gd name="T13" fmla="*/ 218 h 233"/>
                <a:gd name="T14" fmla="*/ 44 w 231"/>
                <a:gd name="T15" fmla="*/ 169 h 233"/>
                <a:gd name="T16" fmla="*/ 6 w 231"/>
                <a:gd name="T17" fmla="*/ 139 h 233"/>
                <a:gd name="T18" fmla="*/ 24 w 231"/>
                <a:gd name="T19" fmla="*/ 70 h 233"/>
                <a:gd name="T20" fmla="*/ 0 w 231"/>
                <a:gd name="T21" fmla="*/ 70 h 233"/>
                <a:gd name="T22" fmla="*/ 0 w 231"/>
                <a:gd name="T23" fmla="*/ 53 h 233"/>
                <a:gd name="T24" fmla="*/ 28 w 231"/>
                <a:gd name="T25" fmla="*/ 53 h 233"/>
                <a:gd name="T26" fmla="*/ 36 w 231"/>
                <a:gd name="T27" fmla="*/ 0 h 233"/>
                <a:gd name="T28" fmla="*/ 54 w 231"/>
                <a:gd name="T29" fmla="*/ 2 h 233"/>
                <a:gd name="T30" fmla="*/ 45 w 231"/>
                <a:gd name="T31" fmla="*/ 53 h 233"/>
                <a:gd name="T32" fmla="*/ 74 w 231"/>
                <a:gd name="T33" fmla="*/ 53 h 233"/>
                <a:gd name="T34" fmla="*/ 77 w 231"/>
                <a:gd name="T35" fmla="*/ 52 h 233"/>
                <a:gd name="T36" fmla="*/ 88 w 231"/>
                <a:gd name="T37" fmla="*/ 54 h 233"/>
                <a:gd name="T38" fmla="*/ 42 w 231"/>
                <a:gd name="T39" fmla="*/ 70 h 233"/>
                <a:gd name="T40" fmla="*/ 26 w 231"/>
                <a:gd name="T41" fmla="*/ 133 h 233"/>
                <a:gd name="T42" fmla="*/ 52 w 231"/>
                <a:gd name="T43" fmla="*/ 153 h 233"/>
                <a:gd name="T44" fmla="*/ 70 w 231"/>
                <a:gd name="T45" fmla="*/ 70 h 233"/>
                <a:gd name="T46" fmla="*/ 42 w 231"/>
                <a:gd name="T47" fmla="*/ 70 h 233"/>
                <a:gd name="T48" fmla="*/ 219 w 231"/>
                <a:gd name="T49" fmla="*/ 130 h 233"/>
                <a:gd name="T50" fmla="*/ 91 w 231"/>
                <a:gd name="T51" fmla="*/ 233 h 233"/>
                <a:gd name="T52" fmla="*/ 80 w 231"/>
                <a:gd name="T53" fmla="*/ 216 h 233"/>
                <a:gd name="T54" fmla="*/ 202 w 231"/>
                <a:gd name="T55" fmla="*/ 125 h 233"/>
                <a:gd name="T56" fmla="*/ 219 w 231"/>
                <a:gd name="T57" fmla="*/ 130 h 233"/>
                <a:gd name="T58" fmla="*/ 133 w 231"/>
                <a:gd name="T59" fmla="*/ 47 h 233"/>
                <a:gd name="T60" fmla="*/ 112 w 231"/>
                <a:gd name="T61" fmla="*/ 128 h 233"/>
                <a:gd name="T62" fmla="*/ 96 w 231"/>
                <a:gd name="T63" fmla="*/ 120 h 233"/>
                <a:gd name="T64" fmla="*/ 116 w 231"/>
                <a:gd name="T65" fmla="*/ 44 h 233"/>
                <a:gd name="T66" fmla="*/ 133 w 231"/>
                <a:gd name="T67" fmla="*/ 47 h 233"/>
                <a:gd name="T68" fmla="*/ 169 w 231"/>
                <a:gd name="T69" fmla="*/ 157 h 233"/>
                <a:gd name="T70" fmla="*/ 151 w 231"/>
                <a:gd name="T71" fmla="*/ 157 h 233"/>
                <a:gd name="T72" fmla="*/ 151 w 231"/>
                <a:gd name="T73" fmla="*/ 0 h 233"/>
                <a:gd name="T74" fmla="*/ 169 w 231"/>
                <a:gd name="T75" fmla="*/ 0 h 233"/>
                <a:gd name="T76" fmla="*/ 169 w 231"/>
                <a:gd name="T77" fmla="*/ 157 h 233"/>
                <a:gd name="T78" fmla="*/ 214 w 231"/>
                <a:gd name="T79" fmla="*/ 115 h 233"/>
                <a:gd name="T80" fmla="*/ 186 w 231"/>
                <a:gd name="T81" fmla="*/ 46 h 233"/>
                <a:gd name="T82" fmla="*/ 202 w 231"/>
                <a:gd name="T83" fmla="*/ 40 h 233"/>
                <a:gd name="T84" fmla="*/ 231 w 231"/>
                <a:gd name="T85" fmla="*/ 109 h 233"/>
                <a:gd name="T86" fmla="*/ 214 w 231"/>
                <a:gd name="T87" fmla="*/ 11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1" h="233">
                  <a:moveTo>
                    <a:pt x="88" y="54"/>
                  </a:moveTo>
                  <a:cubicBezTo>
                    <a:pt x="85" y="100"/>
                    <a:pt x="78" y="137"/>
                    <a:pt x="66" y="165"/>
                  </a:cubicBezTo>
                  <a:cubicBezTo>
                    <a:pt x="76" y="173"/>
                    <a:pt x="86" y="181"/>
                    <a:pt x="92" y="188"/>
                  </a:cubicBezTo>
                  <a:cubicBezTo>
                    <a:pt x="80" y="202"/>
                    <a:pt x="80" y="202"/>
                    <a:pt x="80" y="202"/>
                  </a:cubicBezTo>
                  <a:cubicBezTo>
                    <a:pt x="74" y="197"/>
                    <a:pt x="67" y="189"/>
                    <a:pt x="58" y="181"/>
                  </a:cubicBezTo>
                  <a:cubicBezTo>
                    <a:pt x="46" y="204"/>
                    <a:pt x="30" y="221"/>
                    <a:pt x="11" y="233"/>
                  </a:cubicBezTo>
                  <a:cubicBezTo>
                    <a:pt x="9" y="228"/>
                    <a:pt x="4" y="222"/>
                    <a:pt x="0" y="218"/>
                  </a:cubicBezTo>
                  <a:cubicBezTo>
                    <a:pt x="18" y="208"/>
                    <a:pt x="33" y="192"/>
                    <a:pt x="44" y="169"/>
                  </a:cubicBezTo>
                  <a:cubicBezTo>
                    <a:pt x="32" y="159"/>
                    <a:pt x="18" y="148"/>
                    <a:pt x="6" y="139"/>
                  </a:cubicBezTo>
                  <a:cubicBezTo>
                    <a:pt x="12" y="121"/>
                    <a:pt x="18" y="96"/>
                    <a:pt x="24" y="70"/>
                  </a:cubicBezTo>
                  <a:cubicBezTo>
                    <a:pt x="0" y="70"/>
                    <a:pt x="0" y="70"/>
                    <a:pt x="0" y="70"/>
                  </a:cubicBezTo>
                  <a:cubicBezTo>
                    <a:pt x="0" y="53"/>
                    <a:pt x="0" y="53"/>
                    <a:pt x="0" y="53"/>
                  </a:cubicBezTo>
                  <a:cubicBezTo>
                    <a:pt x="28" y="53"/>
                    <a:pt x="28" y="53"/>
                    <a:pt x="28" y="53"/>
                  </a:cubicBezTo>
                  <a:cubicBezTo>
                    <a:pt x="31" y="34"/>
                    <a:pt x="34" y="17"/>
                    <a:pt x="36" y="0"/>
                  </a:cubicBezTo>
                  <a:cubicBezTo>
                    <a:pt x="54" y="2"/>
                    <a:pt x="54" y="2"/>
                    <a:pt x="54" y="2"/>
                  </a:cubicBezTo>
                  <a:cubicBezTo>
                    <a:pt x="52" y="18"/>
                    <a:pt x="49" y="35"/>
                    <a:pt x="45" y="53"/>
                  </a:cubicBezTo>
                  <a:cubicBezTo>
                    <a:pt x="74" y="53"/>
                    <a:pt x="74" y="53"/>
                    <a:pt x="74" y="53"/>
                  </a:cubicBezTo>
                  <a:cubicBezTo>
                    <a:pt x="77" y="52"/>
                    <a:pt x="77" y="52"/>
                    <a:pt x="77" y="52"/>
                  </a:cubicBezTo>
                  <a:lnTo>
                    <a:pt x="88" y="54"/>
                  </a:lnTo>
                  <a:close/>
                  <a:moveTo>
                    <a:pt x="42" y="70"/>
                  </a:moveTo>
                  <a:cubicBezTo>
                    <a:pt x="36" y="93"/>
                    <a:pt x="31" y="115"/>
                    <a:pt x="26" y="133"/>
                  </a:cubicBezTo>
                  <a:cubicBezTo>
                    <a:pt x="34" y="140"/>
                    <a:pt x="43" y="146"/>
                    <a:pt x="52" y="153"/>
                  </a:cubicBezTo>
                  <a:cubicBezTo>
                    <a:pt x="60" y="130"/>
                    <a:pt x="67" y="103"/>
                    <a:pt x="70" y="70"/>
                  </a:cubicBezTo>
                  <a:lnTo>
                    <a:pt x="42" y="70"/>
                  </a:lnTo>
                  <a:close/>
                  <a:moveTo>
                    <a:pt x="219" y="130"/>
                  </a:moveTo>
                  <a:cubicBezTo>
                    <a:pt x="200" y="185"/>
                    <a:pt x="157" y="217"/>
                    <a:pt x="91" y="233"/>
                  </a:cubicBezTo>
                  <a:cubicBezTo>
                    <a:pt x="89" y="227"/>
                    <a:pt x="84" y="220"/>
                    <a:pt x="80" y="216"/>
                  </a:cubicBezTo>
                  <a:cubicBezTo>
                    <a:pt x="143" y="203"/>
                    <a:pt x="183" y="174"/>
                    <a:pt x="202" y="125"/>
                  </a:cubicBezTo>
                  <a:lnTo>
                    <a:pt x="219" y="130"/>
                  </a:lnTo>
                  <a:close/>
                  <a:moveTo>
                    <a:pt x="133" y="47"/>
                  </a:moveTo>
                  <a:cubicBezTo>
                    <a:pt x="129" y="77"/>
                    <a:pt x="121" y="108"/>
                    <a:pt x="112" y="128"/>
                  </a:cubicBezTo>
                  <a:cubicBezTo>
                    <a:pt x="108" y="126"/>
                    <a:pt x="100" y="122"/>
                    <a:pt x="96" y="120"/>
                  </a:cubicBezTo>
                  <a:cubicBezTo>
                    <a:pt x="105" y="101"/>
                    <a:pt x="112" y="72"/>
                    <a:pt x="116" y="44"/>
                  </a:cubicBezTo>
                  <a:lnTo>
                    <a:pt x="133" y="47"/>
                  </a:lnTo>
                  <a:close/>
                  <a:moveTo>
                    <a:pt x="169" y="157"/>
                  </a:moveTo>
                  <a:cubicBezTo>
                    <a:pt x="151" y="157"/>
                    <a:pt x="151" y="157"/>
                    <a:pt x="151" y="157"/>
                  </a:cubicBezTo>
                  <a:cubicBezTo>
                    <a:pt x="151" y="0"/>
                    <a:pt x="151" y="0"/>
                    <a:pt x="151" y="0"/>
                  </a:cubicBezTo>
                  <a:cubicBezTo>
                    <a:pt x="169" y="0"/>
                    <a:pt x="169" y="0"/>
                    <a:pt x="169" y="0"/>
                  </a:cubicBezTo>
                  <a:lnTo>
                    <a:pt x="169" y="157"/>
                  </a:lnTo>
                  <a:close/>
                  <a:moveTo>
                    <a:pt x="214" y="115"/>
                  </a:moveTo>
                  <a:cubicBezTo>
                    <a:pt x="209" y="96"/>
                    <a:pt x="198" y="67"/>
                    <a:pt x="186" y="46"/>
                  </a:cubicBezTo>
                  <a:cubicBezTo>
                    <a:pt x="202" y="40"/>
                    <a:pt x="202" y="40"/>
                    <a:pt x="202" y="40"/>
                  </a:cubicBezTo>
                  <a:cubicBezTo>
                    <a:pt x="214" y="62"/>
                    <a:pt x="226" y="90"/>
                    <a:pt x="231" y="109"/>
                  </a:cubicBezTo>
                  <a:lnTo>
                    <a:pt x="214" y="1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封面四">
    <p:spTree>
      <p:nvGrpSpPr>
        <p:cNvPr id="1" name=""/>
        <p:cNvGrpSpPr/>
        <p:nvPr/>
      </p:nvGrpSpPr>
      <p:grpSpPr>
        <a:xfrm>
          <a:off x="0" y="0"/>
          <a:ext cx="0" cy="0"/>
          <a:chOff x="0" y="0"/>
          <a:chExt cx="0" cy="0"/>
        </a:xfrm>
      </p:grpSpPr>
      <p:sp>
        <p:nvSpPr>
          <p:cNvPr id="18" name="文本框 17"/>
          <p:cNvSpPr txBox="1"/>
          <p:nvPr userDrawn="1"/>
        </p:nvSpPr>
        <p:spPr>
          <a:xfrm>
            <a:off x="836421" y="6233666"/>
            <a:ext cx="3911069" cy="246221"/>
          </a:xfrm>
          <a:prstGeom prst="rect">
            <a:avLst/>
          </a:prstGeom>
          <a:noFill/>
        </p:spPr>
        <p:txBody>
          <a:bodyPr wrap="square" rtlCol="0">
            <a:spAutoFit/>
          </a:bodyPr>
          <a:lstStyle/>
          <a:p>
            <a:pPr eaLnBrk="0" fontAlgn="base" hangingPunct="0">
              <a:lnSpc>
                <a:spcPct val="100000"/>
              </a:lnSpc>
              <a:spcBef>
                <a:spcPct val="0"/>
              </a:spcBef>
              <a:spcAft>
                <a:spcPct val="0"/>
              </a:spcAft>
              <a:buSzPct val="50000"/>
              <a:buFont typeface="Wingdings" panose="05000000000000000000" pitchFamily="2" charset="2"/>
              <a:buNone/>
            </a:pPr>
            <a:r>
              <a:rPr lang="en-US" altLang="zh-CN" sz="1000" dirty="0">
                <a:solidFill>
                  <a:srgbClr val="323232"/>
                </a:solidFill>
                <a:latin typeface="Verdana" panose="020B0604030504040204" charset="0"/>
              </a:rPr>
              <a:t>Copyright © 2020 Neusoft Corporation</a:t>
            </a:r>
            <a:endParaRPr lang="en-US" altLang="zh-CN" sz="1000" dirty="0">
              <a:solidFill>
                <a:srgbClr val="323232"/>
              </a:solidFill>
              <a:latin typeface="Verdana" panose="020B0604030504040204" charset="0"/>
            </a:endParaRPr>
          </a:p>
        </p:txBody>
      </p:sp>
      <p:sp>
        <p:nvSpPr>
          <p:cNvPr id="20" name="矩形 19"/>
          <p:cNvSpPr/>
          <p:nvPr userDrawn="1"/>
        </p:nvSpPr>
        <p:spPr>
          <a:xfrm>
            <a:off x="836421" y="6030540"/>
            <a:ext cx="697627"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东软</a:t>
            </a:r>
            <a:r>
              <a:rPr lang="zh-CN" altLang="en-US"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秘密</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21" name="文本占位符 126"/>
          <p:cNvSpPr>
            <a:spLocks noGrp="1"/>
          </p:cNvSpPr>
          <p:nvPr>
            <p:ph type="body" sz="quarter" idx="19" hasCustomPrompt="1"/>
          </p:nvPr>
        </p:nvSpPr>
        <p:spPr>
          <a:xfrm>
            <a:off x="855662" y="5469496"/>
            <a:ext cx="8580438" cy="339645"/>
          </a:xfrm>
          <a:prstGeom prst="rect">
            <a:avLst/>
          </a:prstGeom>
          <a:noFill/>
        </p:spPr>
        <p:txBody>
          <a:bodyPr wrap="square" tIns="46800">
            <a:spAutoFit/>
          </a:bodyPr>
          <a:lstStyle>
            <a:lvl1pPr marL="0" indent="0">
              <a:lnSpc>
                <a:spcPct val="100000"/>
              </a:lnSpc>
              <a:spcBef>
                <a:spcPts val="0"/>
              </a:spcBef>
              <a:buNone/>
              <a:defRPr sz="1600">
                <a:solidFill>
                  <a:srgbClr val="323232"/>
                </a:solidFill>
                <a:latin typeface="Verdana" panose="020B0604030504040204" charset="0"/>
                <a:ea typeface="Microsoft YaHei" panose="020B0503020204020204" pitchFamily="34" charset="-122"/>
                <a:cs typeface="Verdana" panose="020B0604030504040204" charset="0"/>
              </a:defRPr>
            </a:lvl1pPr>
          </a:lstStyle>
          <a:p>
            <a:pPr lvl="0"/>
            <a:r>
              <a:rPr lang="zh-CN" altLang="en-US" dirty="0"/>
              <a:t>演讲人                </a:t>
            </a:r>
            <a:r>
              <a:rPr lang="en-US" altLang="zh-CN" dirty="0"/>
              <a:t>16pt </a:t>
            </a:r>
            <a:r>
              <a:rPr lang="zh-CN" altLang="en-US" dirty="0"/>
              <a:t>微软雅黑</a:t>
            </a:r>
            <a:endParaRPr lang="zh-CN" altLang="en-US" dirty="0"/>
          </a:p>
        </p:txBody>
      </p:sp>
      <p:sp>
        <p:nvSpPr>
          <p:cNvPr id="22" name="图片占位符 30"/>
          <p:cNvSpPr>
            <a:spLocks noGrp="1"/>
          </p:cNvSpPr>
          <p:nvPr>
            <p:ph type="pic" sz="quarter" idx="17"/>
          </p:nvPr>
        </p:nvSpPr>
        <p:spPr>
          <a:xfrm>
            <a:off x="897499" y="0"/>
            <a:ext cx="6927595" cy="3440888"/>
          </a:xfrm>
          <a:custGeom>
            <a:avLst/>
            <a:gdLst>
              <a:gd name="connsiteX0" fmla="*/ 5151490 w 7697585"/>
              <a:gd name="connsiteY0" fmla="*/ 0 h 2622900"/>
              <a:gd name="connsiteX1" fmla="*/ 7618189 w 7697585"/>
              <a:gd name="connsiteY1" fmla="*/ 0 h 2622900"/>
              <a:gd name="connsiteX2" fmla="*/ 7697585 w 7697585"/>
              <a:gd name="connsiteY2" fmla="*/ 0 h 2622900"/>
              <a:gd name="connsiteX3" fmla="*/ 7697585 w 7697585"/>
              <a:gd name="connsiteY3" fmla="*/ 1143928 h 2622900"/>
              <a:gd name="connsiteX4" fmla="*/ 7697584 w 7697585"/>
              <a:gd name="connsiteY4" fmla="*/ 1143928 h 2622900"/>
              <a:gd name="connsiteX5" fmla="*/ 7697584 w 7697585"/>
              <a:gd name="connsiteY5" fmla="*/ 2543505 h 2622900"/>
              <a:gd name="connsiteX6" fmla="*/ 7618189 w 7697585"/>
              <a:gd name="connsiteY6" fmla="*/ 2622900 h 2622900"/>
              <a:gd name="connsiteX7" fmla="*/ 5151490 w 7697585"/>
              <a:gd name="connsiteY7" fmla="*/ 2622900 h 2622900"/>
              <a:gd name="connsiteX8" fmla="*/ 2581562 w 7697585"/>
              <a:gd name="connsiteY8" fmla="*/ 0 h 2622900"/>
              <a:gd name="connsiteX9" fmla="*/ 5105771 w 7697585"/>
              <a:gd name="connsiteY9" fmla="*/ 0 h 2622900"/>
              <a:gd name="connsiteX10" fmla="*/ 5105771 w 7697585"/>
              <a:gd name="connsiteY10" fmla="*/ 2622900 h 2622900"/>
              <a:gd name="connsiteX11" fmla="*/ 2581562 w 7697585"/>
              <a:gd name="connsiteY11" fmla="*/ 2622900 h 2622900"/>
              <a:gd name="connsiteX12" fmla="*/ 1 w 7697585"/>
              <a:gd name="connsiteY12" fmla="*/ 0 h 2622900"/>
              <a:gd name="connsiteX13" fmla="*/ 79395 w 7697585"/>
              <a:gd name="connsiteY13" fmla="*/ 0 h 2622900"/>
              <a:gd name="connsiteX14" fmla="*/ 2535843 w 7697585"/>
              <a:gd name="connsiteY14" fmla="*/ 0 h 2622900"/>
              <a:gd name="connsiteX15" fmla="*/ 2535843 w 7697585"/>
              <a:gd name="connsiteY15" fmla="*/ 2622900 h 2622900"/>
              <a:gd name="connsiteX16" fmla="*/ 79395 w 7697585"/>
              <a:gd name="connsiteY16" fmla="*/ 2622900 h 2622900"/>
              <a:gd name="connsiteX17" fmla="*/ 0 w 7697585"/>
              <a:gd name="connsiteY17" fmla="*/ 2543505 h 2622900"/>
              <a:gd name="connsiteX18" fmla="*/ 0 w 7697585"/>
              <a:gd name="connsiteY18" fmla="*/ 79395 h 2622900"/>
              <a:gd name="connsiteX19" fmla="*/ 1 w 7697585"/>
              <a:gd name="connsiteY19" fmla="*/ 79390 h 2622900"/>
              <a:gd name="connsiteX0-1" fmla="*/ 5151490 w 7697585"/>
              <a:gd name="connsiteY0-2" fmla="*/ 0 h 2622900"/>
              <a:gd name="connsiteX1-3" fmla="*/ 7618189 w 7697585"/>
              <a:gd name="connsiteY1-4" fmla="*/ 0 h 2622900"/>
              <a:gd name="connsiteX2-5" fmla="*/ 7697585 w 7697585"/>
              <a:gd name="connsiteY2-6" fmla="*/ 1143928 h 2622900"/>
              <a:gd name="connsiteX3-7" fmla="*/ 7697584 w 7697585"/>
              <a:gd name="connsiteY3-8" fmla="*/ 1143928 h 2622900"/>
              <a:gd name="connsiteX4-9" fmla="*/ 7697584 w 7697585"/>
              <a:gd name="connsiteY4-10" fmla="*/ 2543505 h 2622900"/>
              <a:gd name="connsiteX5-11" fmla="*/ 7618189 w 7697585"/>
              <a:gd name="connsiteY5-12" fmla="*/ 2622900 h 2622900"/>
              <a:gd name="connsiteX6-13" fmla="*/ 5151490 w 7697585"/>
              <a:gd name="connsiteY6-14" fmla="*/ 2622900 h 2622900"/>
              <a:gd name="connsiteX7-15" fmla="*/ 5151490 w 7697585"/>
              <a:gd name="connsiteY7-16" fmla="*/ 0 h 2622900"/>
              <a:gd name="connsiteX8-17" fmla="*/ 2581562 w 7697585"/>
              <a:gd name="connsiteY8-18" fmla="*/ 0 h 2622900"/>
              <a:gd name="connsiteX9-19" fmla="*/ 5105771 w 7697585"/>
              <a:gd name="connsiteY9-20" fmla="*/ 0 h 2622900"/>
              <a:gd name="connsiteX10-21" fmla="*/ 5105771 w 7697585"/>
              <a:gd name="connsiteY10-22" fmla="*/ 2622900 h 2622900"/>
              <a:gd name="connsiteX11-23" fmla="*/ 2581562 w 7697585"/>
              <a:gd name="connsiteY11-24" fmla="*/ 2622900 h 2622900"/>
              <a:gd name="connsiteX12-25" fmla="*/ 2581562 w 7697585"/>
              <a:gd name="connsiteY12-26" fmla="*/ 0 h 2622900"/>
              <a:gd name="connsiteX13-27" fmla="*/ 1 w 7697585"/>
              <a:gd name="connsiteY13-28" fmla="*/ 0 h 2622900"/>
              <a:gd name="connsiteX14-29" fmla="*/ 79395 w 7697585"/>
              <a:gd name="connsiteY14-30" fmla="*/ 0 h 2622900"/>
              <a:gd name="connsiteX15-31" fmla="*/ 2535843 w 7697585"/>
              <a:gd name="connsiteY15-32" fmla="*/ 0 h 2622900"/>
              <a:gd name="connsiteX16-33" fmla="*/ 2535843 w 7697585"/>
              <a:gd name="connsiteY16-34" fmla="*/ 2622900 h 2622900"/>
              <a:gd name="connsiteX17-35" fmla="*/ 79395 w 7697585"/>
              <a:gd name="connsiteY17-36" fmla="*/ 2622900 h 2622900"/>
              <a:gd name="connsiteX18-37" fmla="*/ 0 w 7697585"/>
              <a:gd name="connsiteY18-38" fmla="*/ 2543505 h 2622900"/>
              <a:gd name="connsiteX19-39" fmla="*/ 0 w 7697585"/>
              <a:gd name="connsiteY19-40" fmla="*/ 79395 h 2622900"/>
              <a:gd name="connsiteX20" fmla="*/ 1 w 7697585"/>
              <a:gd name="connsiteY20" fmla="*/ 79390 h 2622900"/>
              <a:gd name="connsiteX21" fmla="*/ 1 w 7697585"/>
              <a:gd name="connsiteY21" fmla="*/ 0 h 2622900"/>
              <a:gd name="connsiteX0-41" fmla="*/ 5151490 w 7697585"/>
              <a:gd name="connsiteY0-42" fmla="*/ 0 h 2622900"/>
              <a:gd name="connsiteX1-43" fmla="*/ 7697585 w 7697585"/>
              <a:gd name="connsiteY1-44" fmla="*/ 1143928 h 2622900"/>
              <a:gd name="connsiteX2-45" fmla="*/ 7697584 w 7697585"/>
              <a:gd name="connsiteY2-46" fmla="*/ 1143928 h 2622900"/>
              <a:gd name="connsiteX3-47" fmla="*/ 7697584 w 7697585"/>
              <a:gd name="connsiteY3-48" fmla="*/ 2543505 h 2622900"/>
              <a:gd name="connsiteX4-49" fmla="*/ 7618189 w 7697585"/>
              <a:gd name="connsiteY4-50" fmla="*/ 2622900 h 2622900"/>
              <a:gd name="connsiteX5-51" fmla="*/ 5151490 w 7697585"/>
              <a:gd name="connsiteY5-52" fmla="*/ 2622900 h 2622900"/>
              <a:gd name="connsiteX6-53" fmla="*/ 5151490 w 7697585"/>
              <a:gd name="connsiteY6-54" fmla="*/ 0 h 2622900"/>
              <a:gd name="connsiteX7-55" fmla="*/ 2581562 w 7697585"/>
              <a:gd name="connsiteY7-56" fmla="*/ 0 h 2622900"/>
              <a:gd name="connsiteX8-57" fmla="*/ 5105771 w 7697585"/>
              <a:gd name="connsiteY8-58" fmla="*/ 0 h 2622900"/>
              <a:gd name="connsiteX9-59" fmla="*/ 5105771 w 7697585"/>
              <a:gd name="connsiteY9-60" fmla="*/ 2622900 h 2622900"/>
              <a:gd name="connsiteX10-61" fmla="*/ 2581562 w 7697585"/>
              <a:gd name="connsiteY10-62" fmla="*/ 2622900 h 2622900"/>
              <a:gd name="connsiteX11-63" fmla="*/ 2581562 w 7697585"/>
              <a:gd name="connsiteY11-64" fmla="*/ 0 h 2622900"/>
              <a:gd name="connsiteX12-65" fmla="*/ 1 w 7697585"/>
              <a:gd name="connsiteY12-66" fmla="*/ 0 h 2622900"/>
              <a:gd name="connsiteX13-67" fmla="*/ 79395 w 7697585"/>
              <a:gd name="connsiteY13-68" fmla="*/ 0 h 2622900"/>
              <a:gd name="connsiteX14-69" fmla="*/ 2535843 w 7697585"/>
              <a:gd name="connsiteY14-70" fmla="*/ 0 h 2622900"/>
              <a:gd name="connsiteX15-71" fmla="*/ 2535843 w 7697585"/>
              <a:gd name="connsiteY15-72" fmla="*/ 2622900 h 2622900"/>
              <a:gd name="connsiteX16-73" fmla="*/ 79395 w 7697585"/>
              <a:gd name="connsiteY16-74" fmla="*/ 2622900 h 2622900"/>
              <a:gd name="connsiteX17-75" fmla="*/ 0 w 7697585"/>
              <a:gd name="connsiteY17-76" fmla="*/ 2543505 h 2622900"/>
              <a:gd name="connsiteX18-77" fmla="*/ 0 w 7697585"/>
              <a:gd name="connsiteY18-78" fmla="*/ 79395 h 2622900"/>
              <a:gd name="connsiteX19-79" fmla="*/ 1 w 7697585"/>
              <a:gd name="connsiteY19-80" fmla="*/ 79390 h 2622900"/>
              <a:gd name="connsiteX20-81" fmla="*/ 1 w 7697585"/>
              <a:gd name="connsiteY20-82" fmla="*/ 0 h 2622900"/>
              <a:gd name="connsiteX0-83" fmla="*/ 5151490 w 7697585"/>
              <a:gd name="connsiteY0-84" fmla="*/ 0 h 2622900"/>
              <a:gd name="connsiteX1-85" fmla="*/ 7697585 w 7697585"/>
              <a:gd name="connsiteY1-86" fmla="*/ 1143928 h 2622900"/>
              <a:gd name="connsiteX2-87" fmla="*/ 7697584 w 7697585"/>
              <a:gd name="connsiteY2-88" fmla="*/ 2543505 h 2622900"/>
              <a:gd name="connsiteX3-89" fmla="*/ 7618189 w 7697585"/>
              <a:gd name="connsiteY3-90" fmla="*/ 2622900 h 2622900"/>
              <a:gd name="connsiteX4-91" fmla="*/ 5151490 w 7697585"/>
              <a:gd name="connsiteY4-92" fmla="*/ 2622900 h 2622900"/>
              <a:gd name="connsiteX5-93" fmla="*/ 5151490 w 7697585"/>
              <a:gd name="connsiteY5-94" fmla="*/ 0 h 2622900"/>
              <a:gd name="connsiteX6-95" fmla="*/ 2581562 w 7697585"/>
              <a:gd name="connsiteY6-96" fmla="*/ 0 h 2622900"/>
              <a:gd name="connsiteX7-97" fmla="*/ 5105771 w 7697585"/>
              <a:gd name="connsiteY7-98" fmla="*/ 0 h 2622900"/>
              <a:gd name="connsiteX8-99" fmla="*/ 5105771 w 7697585"/>
              <a:gd name="connsiteY8-100" fmla="*/ 2622900 h 2622900"/>
              <a:gd name="connsiteX9-101" fmla="*/ 2581562 w 7697585"/>
              <a:gd name="connsiteY9-102" fmla="*/ 2622900 h 2622900"/>
              <a:gd name="connsiteX10-103" fmla="*/ 2581562 w 7697585"/>
              <a:gd name="connsiteY10-104" fmla="*/ 0 h 2622900"/>
              <a:gd name="connsiteX11-105" fmla="*/ 1 w 7697585"/>
              <a:gd name="connsiteY11-106" fmla="*/ 0 h 2622900"/>
              <a:gd name="connsiteX12-107" fmla="*/ 79395 w 7697585"/>
              <a:gd name="connsiteY12-108" fmla="*/ 0 h 2622900"/>
              <a:gd name="connsiteX13-109" fmla="*/ 2535843 w 7697585"/>
              <a:gd name="connsiteY13-110" fmla="*/ 0 h 2622900"/>
              <a:gd name="connsiteX14-111" fmla="*/ 2535843 w 7697585"/>
              <a:gd name="connsiteY14-112" fmla="*/ 2622900 h 2622900"/>
              <a:gd name="connsiteX15-113" fmla="*/ 79395 w 7697585"/>
              <a:gd name="connsiteY15-114" fmla="*/ 2622900 h 2622900"/>
              <a:gd name="connsiteX16-115" fmla="*/ 0 w 7697585"/>
              <a:gd name="connsiteY16-116" fmla="*/ 2543505 h 2622900"/>
              <a:gd name="connsiteX17-117" fmla="*/ 0 w 7697585"/>
              <a:gd name="connsiteY17-118" fmla="*/ 79395 h 2622900"/>
              <a:gd name="connsiteX18-119" fmla="*/ 1 w 7697585"/>
              <a:gd name="connsiteY18-120" fmla="*/ 79390 h 2622900"/>
              <a:gd name="connsiteX19-121" fmla="*/ 1 w 7697585"/>
              <a:gd name="connsiteY19-122" fmla="*/ 0 h 2622900"/>
              <a:gd name="connsiteX0-123" fmla="*/ 5151490 w 7697584"/>
              <a:gd name="connsiteY0-124" fmla="*/ 0 h 2622900"/>
              <a:gd name="connsiteX1-125" fmla="*/ 7697584 w 7697584"/>
              <a:gd name="connsiteY1-126" fmla="*/ 2543505 h 2622900"/>
              <a:gd name="connsiteX2-127" fmla="*/ 7618189 w 7697584"/>
              <a:gd name="connsiteY2-128" fmla="*/ 2622900 h 2622900"/>
              <a:gd name="connsiteX3-129" fmla="*/ 5151490 w 7697584"/>
              <a:gd name="connsiteY3-130" fmla="*/ 2622900 h 2622900"/>
              <a:gd name="connsiteX4-131" fmla="*/ 5151490 w 7697584"/>
              <a:gd name="connsiteY4-132" fmla="*/ 0 h 2622900"/>
              <a:gd name="connsiteX5-133" fmla="*/ 2581562 w 7697584"/>
              <a:gd name="connsiteY5-134" fmla="*/ 0 h 2622900"/>
              <a:gd name="connsiteX6-135" fmla="*/ 5105771 w 7697584"/>
              <a:gd name="connsiteY6-136" fmla="*/ 0 h 2622900"/>
              <a:gd name="connsiteX7-137" fmla="*/ 5105771 w 7697584"/>
              <a:gd name="connsiteY7-138" fmla="*/ 2622900 h 2622900"/>
              <a:gd name="connsiteX8-139" fmla="*/ 2581562 w 7697584"/>
              <a:gd name="connsiteY8-140" fmla="*/ 2622900 h 2622900"/>
              <a:gd name="connsiteX9-141" fmla="*/ 2581562 w 7697584"/>
              <a:gd name="connsiteY9-142" fmla="*/ 0 h 2622900"/>
              <a:gd name="connsiteX10-143" fmla="*/ 1 w 7697584"/>
              <a:gd name="connsiteY10-144" fmla="*/ 0 h 2622900"/>
              <a:gd name="connsiteX11-145" fmla="*/ 79395 w 7697584"/>
              <a:gd name="connsiteY11-146" fmla="*/ 0 h 2622900"/>
              <a:gd name="connsiteX12-147" fmla="*/ 2535843 w 7697584"/>
              <a:gd name="connsiteY12-148" fmla="*/ 0 h 2622900"/>
              <a:gd name="connsiteX13-149" fmla="*/ 2535843 w 7697584"/>
              <a:gd name="connsiteY13-150" fmla="*/ 2622900 h 2622900"/>
              <a:gd name="connsiteX14-151" fmla="*/ 79395 w 7697584"/>
              <a:gd name="connsiteY14-152" fmla="*/ 2622900 h 2622900"/>
              <a:gd name="connsiteX15-153" fmla="*/ 0 w 7697584"/>
              <a:gd name="connsiteY15-154" fmla="*/ 2543505 h 2622900"/>
              <a:gd name="connsiteX16-155" fmla="*/ 0 w 7697584"/>
              <a:gd name="connsiteY16-156" fmla="*/ 79395 h 2622900"/>
              <a:gd name="connsiteX17-157" fmla="*/ 1 w 7697584"/>
              <a:gd name="connsiteY17-158" fmla="*/ 79390 h 2622900"/>
              <a:gd name="connsiteX18-159" fmla="*/ 1 w 7697584"/>
              <a:gd name="connsiteY18-160" fmla="*/ 0 h 2622900"/>
              <a:gd name="connsiteX0-161" fmla="*/ 5151490 w 7618189"/>
              <a:gd name="connsiteY0-162" fmla="*/ 0 h 2622900"/>
              <a:gd name="connsiteX1-163" fmla="*/ 7618189 w 7618189"/>
              <a:gd name="connsiteY1-164" fmla="*/ 2622900 h 2622900"/>
              <a:gd name="connsiteX2-165" fmla="*/ 5151490 w 7618189"/>
              <a:gd name="connsiteY2-166" fmla="*/ 2622900 h 2622900"/>
              <a:gd name="connsiteX3-167" fmla="*/ 5151490 w 7618189"/>
              <a:gd name="connsiteY3-168" fmla="*/ 0 h 2622900"/>
              <a:gd name="connsiteX4-169" fmla="*/ 2581562 w 7618189"/>
              <a:gd name="connsiteY4-170" fmla="*/ 0 h 2622900"/>
              <a:gd name="connsiteX5-171" fmla="*/ 5105771 w 7618189"/>
              <a:gd name="connsiteY5-172" fmla="*/ 0 h 2622900"/>
              <a:gd name="connsiteX6-173" fmla="*/ 5105771 w 7618189"/>
              <a:gd name="connsiteY6-174" fmla="*/ 2622900 h 2622900"/>
              <a:gd name="connsiteX7-175" fmla="*/ 2581562 w 7618189"/>
              <a:gd name="connsiteY7-176" fmla="*/ 2622900 h 2622900"/>
              <a:gd name="connsiteX8-177" fmla="*/ 2581562 w 7618189"/>
              <a:gd name="connsiteY8-178" fmla="*/ 0 h 2622900"/>
              <a:gd name="connsiteX9-179" fmla="*/ 1 w 7618189"/>
              <a:gd name="connsiteY9-180" fmla="*/ 0 h 2622900"/>
              <a:gd name="connsiteX10-181" fmla="*/ 79395 w 7618189"/>
              <a:gd name="connsiteY10-182" fmla="*/ 0 h 2622900"/>
              <a:gd name="connsiteX11-183" fmla="*/ 2535843 w 7618189"/>
              <a:gd name="connsiteY11-184" fmla="*/ 0 h 2622900"/>
              <a:gd name="connsiteX12-185" fmla="*/ 2535843 w 7618189"/>
              <a:gd name="connsiteY12-186" fmla="*/ 2622900 h 2622900"/>
              <a:gd name="connsiteX13-187" fmla="*/ 79395 w 7618189"/>
              <a:gd name="connsiteY13-188" fmla="*/ 2622900 h 2622900"/>
              <a:gd name="connsiteX14-189" fmla="*/ 0 w 7618189"/>
              <a:gd name="connsiteY14-190" fmla="*/ 2543505 h 2622900"/>
              <a:gd name="connsiteX15-191" fmla="*/ 0 w 7618189"/>
              <a:gd name="connsiteY15-192" fmla="*/ 79395 h 2622900"/>
              <a:gd name="connsiteX16-193" fmla="*/ 1 w 7618189"/>
              <a:gd name="connsiteY16-194" fmla="*/ 79390 h 2622900"/>
              <a:gd name="connsiteX17-195" fmla="*/ 1 w 7618189"/>
              <a:gd name="connsiteY17-196" fmla="*/ 0 h 2622900"/>
              <a:gd name="connsiteX0-197" fmla="*/ 5151490 w 5151490"/>
              <a:gd name="connsiteY0-198" fmla="*/ 0 h 2622900"/>
              <a:gd name="connsiteX1-199" fmla="*/ 5151490 w 5151490"/>
              <a:gd name="connsiteY1-200" fmla="*/ 2622900 h 2622900"/>
              <a:gd name="connsiteX2-201" fmla="*/ 5151490 w 5151490"/>
              <a:gd name="connsiteY2-202" fmla="*/ 0 h 2622900"/>
              <a:gd name="connsiteX3-203" fmla="*/ 2581562 w 5151490"/>
              <a:gd name="connsiteY3-204" fmla="*/ 0 h 2622900"/>
              <a:gd name="connsiteX4-205" fmla="*/ 5105771 w 5151490"/>
              <a:gd name="connsiteY4-206" fmla="*/ 0 h 2622900"/>
              <a:gd name="connsiteX5-207" fmla="*/ 5105771 w 5151490"/>
              <a:gd name="connsiteY5-208" fmla="*/ 2622900 h 2622900"/>
              <a:gd name="connsiteX6-209" fmla="*/ 2581562 w 5151490"/>
              <a:gd name="connsiteY6-210" fmla="*/ 2622900 h 2622900"/>
              <a:gd name="connsiteX7-211" fmla="*/ 2581562 w 5151490"/>
              <a:gd name="connsiteY7-212" fmla="*/ 0 h 2622900"/>
              <a:gd name="connsiteX8-213" fmla="*/ 1 w 5151490"/>
              <a:gd name="connsiteY8-214" fmla="*/ 0 h 2622900"/>
              <a:gd name="connsiteX9-215" fmla="*/ 79395 w 5151490"/>
              <a:gd name="connsiteY9-216" fmla="*/ 0 h 2622900"/>
              <a:gd name="connsiteX10-217" fmla="*/ 2535843 w 5151490"/>
              <a:gd name="connsiteY10-218" fmla="*/ 0 h 2622900"/>
              <a:gd name="connsiteX11-219" fmla="*/ 2535843 w 5151490"/>
              <a:gd name="connsiteY11-220" fmla="*/ 2622900 h 2622900"/>
              <a:gd name="connsiteX12-221" fmla="*/ 79395 w 5151490"/>
              <a:gd name="connsiteY12-222" fmla="*/ 2622900 h 2622900"/>
              <a:gd name="connsiteX13-223" fmla="*/ 0 w 5151490"/>
              <a:gd name="connsiteY13-224" fmla="*/ 2543505 h 2622900"/>
              <a:gd name="connsiteX14-225" fmla="*/ 0 w 5151490"/>
              <a:gd name="connsiteY14-226" fmla="*/ 79395 h 2622900"/>
              <a:gd name="connsiteX15-227" fmla="*/ 1 w 5151490"/>
              <a:gd name="connsiteY15-228" fmla="*/ 79390 h 2622900"/>
              <a:gd name="connsiteX16-229" fmla="*/ 1 w 5151490"/>
              <a:gd name="connsiteY16-230" fmla="*/ 0 h 2622900"/>
              <a:gd name="connsiteX0-231" fmla="*/ 2581562 w 5105771"/>
              <a:gd name="connsiteY0-232" fmla="*/ 0 h 2622900"/>
              <a:gd name="connsiteX1-233" fmla="*/ 5105771 w 5105771"/>
              <a:gd name="connsiteY1-234" fmla="*/ 0 h 2622900"/>
              <a:gd name="connsiteX2-235" fmla="*/ 5105771 w 5105771"/>
              <a:gd name="connsiteY2-236" fmla="*/ 2622900 h 2622900"/>
              <a:gd name="connsiteX3-237" fmla="*/ 2581562 w 5105771"/>
              <a:gd name="connsiteY3-238" fmla="*/ 2622900 h 2622900"/>
              <a:gd name="connsiteX4-239" fmla="*/ 2581562 w 5105771"/>
              <a:gd name="connsiteY4-240" fmla="*/ 0 h 2622900"/>
              <a:gd name="connsiteX5-241" fmla="*/ 1 w 5105771"/>
              <a:gd name="connsiteY5-242" fmla="*/ 0 h 2622900"/>
              <a:gd name="connsiteX6-243" fmla="*/ 79395 w 5105771"/>
              <a:gd name="connsiteY6-244" fmla="*/ 0 h 2622900"/>
              <a:gd name="connsiteX7-245" fmla="*/ 2535843 w 5105771"/>
              <a:gd name="connsiteY7-246" fmla="*/ 0 h 2622900"/>
              <a:gd name="connsiteX8-247" fmla="*/ 2535843 w 5105771"/>
              <a:gd name="connsiteY8-248" fmla="*/ 2622900 h 2622900"/>
              <a:gd name="connsiteX9-249" fmla="*/ 79395 w 5105771"/>
              <a:gd name="connsiteY9-250" fmla="*/ 2622900 h 2622900"/>
              <a:gd name="connsiteX10-251" fmla="*/ 0 w 5105771"/>
              <a:gd name="connsiteY10-252" fmla="*/ 2543505 h 2622900"/>
              <a:gd name="connsiteX11-253" fmla="*/ 0 w 5105771"/>
              <a:gd name="connsiteY11-254" fmla="*/ 79395 h 2622900"/>
              <a:gd name="connsiteX12-255" fmla="*/ 1 w 5105771"/>
              <a:gd name="connsiteY12-256" fmla="*/ 79390 h 2622900"/>
              <a:gd name="connsiteX13-257" fmla="*/ 1 w 5105771"/>
              <a:gd name="connsiteY13-258" fmla="*/ 0 h 2622900"/>
              <a:gd name="connsiteX0-259" fmla="*/ 2581562 w 5105771"/>
              <a:gd name="connsiteY0-260" fmla="*/ 0 h 2622900"/>
              <a:gd name="connsiteX1-261" fmla="*/ 5105771 w 5105771"/>
              <a:gd name="connsiteY1-262" fmla="*/ 0 h 2622900"/>
              <a:gd name="connsiteX2-263" fmla="*/ 5105771 w 5105771"/>
              <a:gd name="connsiteY2-264" fmla="*/ 2622900 h 2622900"/>
              <a:gd name="connsiteX3-265" fmla="*/ 2581562 w 5105771"/>
              <a:gd name="connsiteY3-266" fmla="*/ 2622900 h 2622900"/>
              <a:gd name="connsiteX4-267" fmla="*/ 2581562 w 5105771"/>
              <a:gd name="connsiteY4-268" fmla="*/ 0 h 2622900"/>
              <a:gd name="connsiteX5-269" fmla="*/ 1 w 5105771"/>
              <a:gd name="connsiteY5-270" fmla="*/ 0 h 2622900"/>
              <a:gd name="connsiteX6-271" fmla="*/ 79395 w 5105771"/>
              <a:gd name="connsiteY6-272" fmla="*/ 0 h 2622900"/>
              <a:gd name="connsiteX7-273" fmla="*/ 2535843 w 5105771"/>
              <a:gd name="connsiteY7-274" fmla="*/ 0 h 2622900"/>
              <a:gd name="connsiteX8-275" fmla="*/ 2535843 w 5105771"/>
              <a:gd name="connsiteY8-276" fmla="*/ 2622900 h 2622900"/>
              <a:gd name="connsiteX9-277" fmla="*/ 79395 w 5105771"/>
              <a:gd name="connsiteY9-278" fmla="*/ 2622900 h 2622900"/>
              <a:gd name="connsiteX10-279" fmla="*/ 0 w 5105771"/>
              <a:gd name="connsiteY10-280" fmla="*/ 2479975 h 2622900"/>
              <a:gd name="connsiteX11-281" fmla="*/ 0 w 5105771"/>
              <a:gd name="connsiteY11-282" fmla="*/ 79395 h 2622900"/>
              <a:gd name="connsiteX12-283" fmla="*/ 1 w 5105771"/>
              <a:gd name="connsiteY12-284" fmla="*/ 79390 h 2622900"/>
              <a:gd name="connsiteX13-285" fmla="*/ 1 w 5105771"/>
              <a:gd name="connsiteY13-286" fmla="*/ 0 h 2622900"/>
              <a:gd name="connsiteX0-287" fmla="*/ 2581562 w 5105771"/>
              <a:gd name="connsiteY0-288" fmla="*/ 0 h 2622900"/>
              <a:gd name="connsiteX1-289" fmla="*/ 5105771 w 5105771"/>
              <a:gd name="connsiteY1-290" fmla="*/ 0 h 2622900"/>
              <a:gd name="connsiteX2-291" fmla="*/ 5105771 w 5105771"/>
              <a:gd name="connsiteY2-292" fmla="*/ 2622900 h 2622900"/>
              <a:gd name="connsiteX3-293" fmla="*/ 2581562 w 5105771"/>
              <a:gd name="connsiteY3-294" fmla="*/ 2622900 h 2622900"/>
              <a:gd name="connsiteX4-295" fmla="*/ 2581562 w 5105771"/>
              <a:gd name="connsiteY4-296" fmla="*/ 0 h 2622900"/>
              <a:gd name="connsiteX5-297" fmla="*/ 1 w 5105771"/>
              <a:gd name="connsiteY5-298" fmla="*/ 0 h 2622900"/>
              <a:gd name="connsiteX6-299" fmla="*/ 79395 w 5105771"/>
              <a:gd name="connsiteY6-300" fmla="*/ 0 h 2622900"/>
              <a:gd name="connsiteX7-301" fmla="*/ 2535843 w 5105771"/>
              <a:gd name="connsiteY7-302" fmla="*/ 0 h 2622900"/>
              <a:gd name="connsiteX8-303" fmla="*/ 2535843 w 5105771"/>
              <a:gd name="connsiteY8-304" fmla="*/ 2622900 h 2622900"/>
              <a:gd name="connsiteX9-305" fmla="*/ 123271 w 5105771"/>
              <a:gd name="connsiteY9-306" fmla="*/ 2622900 h 2622900"/>
              <a:gd name="connsiteX10-307" fmla="*/ 0 w 5105771"/>
              <a:gd name="connsiteY10-308" fmla="*/ 2479975 h 2622900"/>
              <a:gd name="connsiteX11-309" fmla="*/ 0 w 5105771"/>
              <a:gd name="connsiteY11-310" fmla="*/ 79395 h 2622900"/>
              <a:gd name="connsiteX12-311" fmla="*/ 1 w 5105771"/>
              <a:gd name="connsiteY12-312" fmla="*/ 79390 h 2622900"/>
              <a:gd name="connsiteX13-313" fmla="*/ 1 w 5105771"/>
              <a:gd name="connsiteY13-314" fmla="*/ 0 h 2622900"/>
              <a:gd name="connsiteX0-315" fmla="*/ 2581562 w 5105771"/>
              <a:gd name="connsiteY0-316" fmla="*/ 0 h 2622900"/>
              <a:gd name="connsiteX1-317" fmla="*/ 5105771 w 5105771"/>
              <a:gd name="connsiteY1-318" fmla="*/ 0 h 2622900"/>
              <a:gd name="connsiteX2-319" fmla="*/ 5105771 w 5105771"/>
              <a:gd name="connsiteY2-320" fmla="*/ 2622900 h 2622900"/>
              <a:gd name="connsiteX3-321" fmla="*/ 2581562 w 5105771"/>
              <a:gd name="connsiteY3-322" fmla="*/ 2622900 h 2622900"/>
              <a:gd name="connsiteX4-323" fmla="*/ 2581562 w 5105771"/>
              <a:gd name="connsiteY4-324" fmla="*/ 0 h 2622900"/>
              <a:gd name="connsiteX5-325" fmla="*/ 1 w 5105771"/>
              <a:gd name="connsiteY5-326" fmla="*/ 0 h 2622900"/>
              <a:gd name="connsiteX6-327" fmla="*/ 79395 w 5105771"/>
              <a:gd name="connsiteY6-328" fmla="*/ 0 h 2622900"/>
              <a:gd name="connsiteX7-329" fmla="*/ 2535843 w 5105771"/>
              <a:gd name="connsiteY7-330" fmla="*/ 0 h 2622900"/>
              <a:gd name="connsiteX8-331" fmla="*/ 2535843 w 5105771"/>
              <a:gd name="connsiteY8-332" fmla="*/ 2622900 h 2622900"/>
              <a:gd name="connsiteX9-333" fmla="*/ 123271 w 5105771"/>
              <a:gd name="connsiteY9-334" fmla="*/ 2622900 h 2622900"/>
              <a:gd name="connsiteX10-335" fmla="*/ 0 w 5105771"/>
              <a:gd name="connsiteY10-336" fmla="*/ 2479975 h 2622900"/>
              <a:gd name="connsiteX11-337" fmla="*/ 0 w 5105771"/>
              <a:gd name="connsiteY11-338" fmla="*/ 79395 h 2622900"/>
              <a:gd name="connsiteX12-339" fmla="*/ 1 w 5105771"/>
              <a:gd name="connsiteY12-340" fmla="*/ 79390 h 2622900"/>
              <a:gd name="connsiteX13-341" fmla="*/ 1 w 5105771"/>
              <a:gd name="connsiteY13-342" fmla="*/ 0 h 2622900"/>
              <a:gd name="connsiteX0-343" fmla="*/ 2684436 w 5208645"/>
              <a:gd name="connsiteY0-344" fmla="*/ 0 h 2643383"/>
              <a:gd name="connsiteX1-345" fmla="*/ 5208645 w 5208645"/>
              <a:gd name="connsiteY1-346" fmla="*/ 0 h 2643383"/>
              <a:gd name="connsiteX2-347" fmla="*/ 5208645 w 5208645"/>
              <a:gd name="connsiteY2-348" fmla="*/ 2622900 h 2643383"/>
              <a:gd name="connsiteX3-349" fmla="*/ 2684436 w 5208645"/>
              <a:gd name="connsiteY3-350" fmla="*/ 2622900 h 2643383"/>
              <a:gd name="connsiteX4-351" fmla="*/ 2684436 w 5208645"/>
              <a:gd name="connsiteY4-352" fmla="*/ 0 h 2643383"/>
              <a:gd name="connsiteX5-353" fmla="*/ 102875 w 5208645"/>
              <a:gd name="connsiteY5-354" fmla="*/ 0 h 2643383"/>
              <a:gd name="connsiteX6-355" fmla="*/ 182269 w 5208645"/>
              <a:gd name="connsiteY6-356" fmla="*/ 0 h 2643383"/>
              <a:gd name="connsiteX7-357" fmla="*/ 2638717 w 5208645"/>
              <a:gd name="connsiteY7-358" fmla="*/ 0 h 2643383"/>
              <a:gd name="connsiteX8-359" fmla="*/ 2638717 w 5208645"/>
              <a:gd name="connsiteY8-360" fmla="*/ 2622900 h 2643383"/>
              <a:gd name="connsiteX9-361" fmla="*/ 226145 w 5208645"/>
              <a:gd name="connsiteY9-362" fmla="*/ 2622900 h 2643383"/>
              <a:gd name="connsiteX10-363" fmla="*/ 102874 w 5208645"/>
              <a:gd name="connsiteY10-364" fmla="*/ 2346379 h 2643383"/>
              <a:gd name="connsiteX11-365" fmla="*/ 102874 w 5208645"/>
              <a:gd name="connsiteY11-366" fmla="*/ 79395 h 2643383"/>
              <a:gd name="connsiteX12-367" fmla="*/ 102875 w 5208645"/>
              <a:gd name="connsiteY12-368" fmla="*/ 79390 h 2643383"/>
              <a:gd name="connsiteX13-369" fmla="*/ 102875 w 5208645"/>
              <a:gd name="connsiteY13-370" fmla="*/ 0 h 2643383"/>
              <a:gd name="connsiteX0-371" fmla="*/ 2684436 w 5208645"/>
              <a:gd name="connsiteY0-372" fmla="*/ 0 h 2643383"/>
              <a:gd name="connsiteX1-373" fmla="*/ 5208645 w 5208645"/>
              <a:gd name="connsiteY1-374" fmla="*/ 0 h 2643383"/>
              <a:gd name="connsiteX2-375" fmla="*/ 5208645 w 5208645"/>
              <a:gd name="connsiteY2-376" fmla="*/ 2622900 h 2643383"/>
              <a:gd name="connsiteX3-377" fmla="*/ 2684436 w 5208645"/>
              <a:gd name="connsiteY3-378" fmla="*/ 2622900 h 2643383"/>
              <a:gd name="connsiteX4-379" fmla="*/ 2684436 w 5208645"/>
              <a:gd name="connsiteY4-380" fmla="*/ 0 h 2643383"/>
              <a:gd name="connsiteX5-381" fmla="*/ 102875 w 5208645"/>
              <a:gd name="connsiteY5-382" fmla="*/ 0 h 2643383"/>
              <a:gd name="connsiteX6-383" fmla="*/ 182269 w 5208645"/>
              <a:gd name="connsiteY6-384" fmla="*/ 0 h 2643383"/>
              <a:gd name="connsiteX7-385" fmla="*/ 2638717 w 5208645"/>
              <a:gd name="connsiteY7-386" fmla="*/ 0 h 2643383"/>
              <a:gd name="connsiteX8-387" fmla="*/ 2638717 w 5208645"/>
              <a:gd name="connsiteY8-388" fmla="*/ 2622900 h 2643383"/>
              <a:gd name="connsiteX9-389" fmla="*/ 226145 w 5208645"/>
              <a:gd name="connsiteY9-390" fmla="*/ 2622900 h 2643383"/>
              <a:gd name="connsiteX10-391" fmla="*/ 102874 w 5208645"/>
              <a:gd name="connsiteY10-392" fmla="*/ 2346379 h 2643383"/>
              <a:gd name="connsiteX11-393" fmla="*/ 102874 w 5208645"/>
              <a:gd name="connsiteY11-394" fmla="*/ 79395 h 2643383"/>
              <a:gd name="connsiteX12-395" fmla="*/ 102875 w 5208645"/>
              <a:gd name="connsiteY12-396" fmla="*/ 79390 h 2643383"/>
              <a:gd name="connsiteX13-397" fmla="*/ 102875 w 5208645"/>
              <a:gd name="connsiteY13-398" fmla="*/ 0 h 2643383"/>
              <a:gd name="connsiteX0-399" fmla="*/ 2684436 w 5208645"/>
              <a:gd name="connsiteY0-400" fmla="*/ 0 h 2622900"/>
              <a:gd name="connsiteX1-401" fmla="*/ 5208645 w 5208645"/>
              <a:gd name="connsiteY1-402" fmla="*/ 0 h 2622900"/>
              <a:gd name="connsiteX2-403" fmla="*/ 5208645 w 5208645"/>
              <a:gd name="connsiteY2-404" fmla="*/ 2622900 h 2622900"/>
              <a:gd name="connsiteX3-405" fmla="*/ 2684436 w 5208645"/>
              <a:gd name="connsiteY3-406" fmla="*/ 2622900 h 2622900"/>
              <a:gd name="connsiteX4-407" fmla="*/ 2684436 w 5208645"/>
              <a:gd name="connsiteY4-408" fmla="*/ 0 h 2622900"/>
              <a:gd name="connsiteX5-409" fmla="*/ 102875 w 5208645"/>
              <a:gd name="connsiteY5-410" fmla="*/ 0 h 2622900"/>
              <a:gd name="connsiteX6-411" fmla="*/ 182269 w 5208645"/>
              <a:gd name="connsiteY6-412" fmla="*/ 0 h 2622900"/>
              <a:gd name="connsiteX7-413" fmla="*/ 2638717 w 5208645"/>
              <a:gd name="connsiteY7-414" fmla="*/ 0 h 2622900"/>
              <a:gd name="connsiteX8-415" fmla="*/ 2638717 w 5208645"/>
              <a:gd name="connsiteY8-416" fmla="*/ 2622900 h 2622900"/>
              <a:gd name="connsiteX9-417" fmla="*/ 226145 w 5208645"/>
              <a:gd name="connsiteY9-418" fmla="*/ 2622900 h 2622900"/>
              <a:gd name="connsiteX10-419" fmla="*/ 102874 w 5208645"/>
              <a:gd name="connsiteY10-420" fmla="*/ 2346379 h 2622900"/>
              <a:gd name="connsiteX11-421" fmla="*/ 102874 w 5208645"/>
              <a:gd name="connsiteY11-422" fmla="*/ 79395 h 2622900"/>
              <a:gd name="connsiteX12-423" fmla="*/ 102875 w 5208645"/>
              <a:gd name="connsiteY12-424" fmla="*/ 79390 h 2622900"/>
              <a:gd name="connsiteX13-425" fmla="*/ 102875 w 5208645"/>
              <a:gd name="connsiteY13-426" fmla="*/ 0 h 2622900"/>
              <a:gd name="connsiteX0-427" fmla="*/ 2582362 w 5106571"/>
              <a:gd name="connsiteY0-428" fmla="*/ 0 h 2622900"/>
              <a:gd name="connsiteX1-429" fmla="*/ 5106571 w 5106571"/>
              <a:gd name="connsiteY1-430" fmla="*/ 0 h 2622900"/>
              <a:gd name="connsiteX2-431" fmla="*/ 5106571 w 5106571"/>
              <a:gd name="connsiteY2-432" fmla="*/ 2622900 h 2622900"/>
              <a:gd name="connsiteX3-433" fmla="*/ 2582362 w 5106571"/>
              <a:gd name="connsiteY3-434" fmla="*/ 2622900 h 2622900"/>
              <a:gd name="connsiteX4-435" fmla="*/ 2582362 w 5106571"/>
              <a:gd name="connsiteY4-436" fmla="*/ 0 h 2622900"/>
              <a:gd name="connsiteX5-437" fmla="*/ 801 w 5106571"/>
              <a:gd name="connsiteY5-438" fmla="*/ 0 h 2622900"/>
              <a:gd name="connsiteX6-439" fmla="*/ 80195 w 5106571"/>
              <a:gd name="connsiteY6-440" fmla="*/ 0 h 2622900"/>
              <a:gd name="connsiteX7-441" fmla="*/ 2536643 w 5106571"/>
              <a:gd name="connsiteY7-442" fmla="*/ 0 h 2622900"/>
              <a:gd name="connsiteX8-443" fmla="*/ 2536643 w 5106571"/>
              <a:gd name="connsiteY8-444" fmla="*/ 2622900 h 2622900"/>
              <a:gd name="connsiteX9-445" fmla="*/ 124071 w 5106571"/>
              <a:gd name="connsiteY9-446" fmla="*/ 2622900 h 2622900"/>
              <a:gd name="connsiteX10-447" fmla="*/ 800 w 5106571"/>
              <a:gd name="connsiteY10-448" fmla="*/ 2346379 h 2622900"/>
              <a:gd name="connsiteX11-449" fmla="*/ 800 w 5106571"/>
              <a:gd name="connsiteY11-450" fmla="*/ 79395 h 2622900"/>
              <a:gd name="connsiteX12-451" fmla="*/ 801 w 5106571"/>
              <a:gd name="connsiteY12-452" fmla="*/ 79390 h 2622900"/>
              <a:gd name="connsiteX13-453" fmla="*/ 801 w 5106571"/>
              <a:gd name="connsiteY13-454" fmla="*/ 0 h 2622900"/>
              <a:gd name="connsiteX0-455" fmla="*/ 2581562 w 5105771"/>
              <a:gd name="connsiteY0-456" fmla="*/ 0 h 2622900"/>
              <a:gd name="connsiteX1-457" fmla="*/ 5105771 w 5105771"/>
              <a:gd name="connsiteY1-458" fmla="*/ 0 h 2622900"/>
              <a:gd name="connsiteX2-459" fmla="*/ 5105771 w 5105771"/>
              <a:gd name="connsiteY2-460" fmla="*/ 2622900 h 2622900"/>
              <a:gd name="connsiteX3-461" fmla="*/ 2581562 w 5105771"/>
              <a:gd name="connsiteY3-462" fmla="*/ 2622900 h 2622900"/>
              <a:gd name="connsiteX4-463" fmla="*/ 2581562 w 5105771"/>
              <a:gd name="connsiteY4-464" fmla="*/ 0 h 2622900"/>
              <a:gd name="connsiteX5-465" fmla="*/ 1 w 5105771"/>
              <a:gd name="connsiteY5-466" fmla="*/ 0 h 2622900"/>
              <a:gd name="connsiteX6-467" fmla="*/ 79395 w 5105771"/>
              <a:gd name="connsiteY6-468" fmla="*/ 0 h 2622900"/>
              <a:gd name="connsiteX7-469" fmla="*/ 2535843 w 5105771"/>
              <a:gd name="connsiteY7-470" fmla="*/ 0 h 2622900"/>
              <a:gd name="connsiteX8-471" fmla="*/ 2535843 w 5105771"/>
              <a:gd name="connsiteY8-472" fmla="*/ 2622900 h 2622900"/>
              <a:gd name="connsiteX9-473" fmla="*/ 165392 w 5105771"/>
              <a:gd name="connsiteY9-474" fmla="*/ 2622900 h 2622900"/>
              <a:gd name="connsiteX10-475" fmla="*/ 0 w 5105771"/>
              <a:gd name="connsiteY10-476" fmla="*/ 2346379 h 2622900"/>
              <a:gd name="connsiteX11-477" fmla="*/ 0 w 5105771"/>
              <a:gd name="connsiteY11-478" fmla="*/ 79395 h 2622900"/>
              <a:gd name="connsiteX12-479" fmla="*/ 1 w 5105771"/>
              <a:gd name="connsiteY12-480" fmla="*/ 79390 h 2622900"/>
              <a:gd name="connsiteX13-481" fmla="*/ 1 w 5105771"/>
              <a:gd name="connsiteY13-482" fmla="*/ 0 h 2622900"/>
              <a:gd name="connsiteX0-483" fmla="*/ 2581785 w 5105994"/>
              <a:gd name="connsiteY0-484" fmla="*/ 0 h 2622900"/>
              <a:gd name="connsiteX1-485" fmla="*/ 5105994 w 5105994"/>
              <a:gd name="connsiteY1-486" fmla="*/ 0 h 2622900"/>
              <a:gd name="connsiteX2-487" fmla="*/ 5105994 w 5105994"/>
              <a:gd name="connsiteY2-488" fmla="*/ 2622900 h 2622900"/>
              <a:gd name="connsiteX3-489" fmla="*/ 2581785 w 5105994"/>
              <a:gd name="connsiteY3-490" fmla="*/ 2622900 h 2622900"/>
              <a:gd name="connsiteX4-491" fmla="*/ 2581785 w 5105994"/>
              <a:gd name="connsiteY4-492" fmla="*/ 0 h 2622900"/>
              <a:gd name="connsiteX5-493" fmla="*/ 224 w 5105994"/>
              <a:gd name="connsiteY5-494" fmla="*/ 0 h 2622900"/>
              <a:gd name="connsiteX6-495" fmla="*/ 79618 w 5105994"/>
              <a:gd name="connsiteY6-496" fmla="*/ 0 h 2622900"/>
              <a:gd name="connsiteX7-497" fmla="*/ 2536066 w 5105994"/>
              <a:gd name="connsiteY7-498" fmla="*/ 0 h 2622900"/>
              <a:gd name="connsiteX8-499" fmla="*/ 2536066 w 5105994"/>
              <a:gd name="connsiteY8-500" fmla="*/ 2622900 h 2622900"/>
              <a:gd name="connsiteX9-501" fmla="*/ 165615 w 5105994"/>
              <a:gd name="connsiteY9-502" fmla="*/ 2622900 h 2622900"/>
              <a:gd name="connsiteX10-503" fmla="*/ 223 w 5105994"/>
              <a:gd name="connsiteY10-504" fmla="*/ 2346379 h 2622900"/>
              <a:gd name="connsiteX11-505" fmla="*/ 223 w 5105994"/>
              <a:gd name="connsiteY11-506" fmla="*/ 79395 h 2622900"/>
              <a:gd name="connsiteX12-507" fmla="*/ 224 w 5105994"/>
              <a:gd name="connsiteY12-508" fmla="*/ 79390 h 2622900"/>
              <a:gd name="connsiteX13-509" fmla="*/ 224 w 5105994"/>
              <a:gd name="connsiteY13-510" fmla="*/ 0 h 2622900"/>
              <a:gd name="connsiteX0-511" fmla="*/ 2581562 w 5105771"/>
              <a:gd name="connsiteY0-512" fmla="*/ 0 h 2622900"/>
              <a:gd name="connsiteX1-513" fmla="*/ 5105771 w 5105771"/>
              <a:gd name="connsiteY1-514" fmla="*/ 0 h 2622900"/>
              <a:gd name="connsiteX2-515" fmla="*/ 5105771 w 5105771"/>
              <a:gd name="connsiteY2-516" fmla="*/ 2622900 h 2622900"/>
              <a:gd name="connsiteX3-517" fmla="*/ 2581562 w 5105771"/>
              <a:gd name="connsiteY3-518" fmla="*/ 2622900 h 2622900"/>
              <a:gd name="connsiteX4-519" fmla="*/ 2581562 w 5105771"/>
              <a:gd name="connsiteY4-520" fmla="*/ 0 h 2622900"/>
              <a:gd name="connsiteX5-521" fmla="*/ 1 w 5105771"/>
              <a:gd name="connsiteY5-522" fmla="*/ 0 h 2622900"/>
              <a:gd name="connsiteX6-523" fmla="*/ 79395 w 5105771"/>
              <a:gd name="connsiteY6-524" fmla="*/ 0 h 2622900"/>
              <a:gd name="connsiteX7-525" fmla="*/ 2535843 w 5105771"/>
              <a:gd name="connsiteY7-526" fmla="*/ 0 h 2622900"/>
              <a:gd name="connsiteX8-527" fmla="*/ 2535843 w 5105771"/>
              <a:gd name="connsiteY8-528" fmla="*/ 2622900 h 2622900"/>
              <a:gd name="connsiteX9-529" fmla="*/ 198738 w 5105771"/>
              <a:gd name="connsiteY9-530" fmla="*/ 2622900 h 2622900"/>
              <a:gd name="connsiteX10-531" fmla="*/ 0 w 5105771"/>
              <a:gd name="connsiteY10-532" fmla="*/ 2346379 h 2622900"/>
              <a:gd name="connsiteX11-533" fmla="*/ 0 w 5105771"/>
              <a:gd name="connsiteY11-534" fmla="*/ 79395 h 2622900"/>
              <a:gd name="connsiteX12-535" fmla="*/ 1 w 5105771"/>
              <a:gd name="connsiteY12-536" fmla="*/ 79390 h 2622900"/>
              <a:gd name="connsiteX13-537" fmla="*/ 1 w 5105771"/>
              <a:gd name="connsiteY13-538" fmla="*/ 0 h 2622900"/>
              <a:gd name="connsiteX0-539" fmla="*/ 2581562 w 5105771"/>
              <a:gd name="connsiteY0-540" fmla="*/ 0 h 2622900"/>
              <a:gd name="connsiteX1-541" fmla="*/ 5105771 w 5105771"/>
              <a:gd name="connsiteY1-542" fmla="*/ 0 h 2622900"/>
              <a:gd name="connsiteX2-543" fmla="*/ 5105771 w 5105771"/>
              <a:gd name="connsiteY2-544" fmla="*/ 2622900 h 2622900"/>
              <a:gd name="connsiteX3-545" fmla="*/ 2581562 w 5105771"/>
              <a:gd name="connsiteY3-546" fmla="*/ 2622900 h 2622900"/>
              <a:gd name="connsiteX4-547" fmla="*/ 2581562 w 5105771"/>
              <a:gd name="connsiteY4-548" fmla="*/ 0 h 2622900"/>
              <a:gd name="connsiteX5-549" fmla="*/ 1 w 5105771"/>
              <a:gd name="connsiteY5-550" fmla="*/ 0 h 2622900"/>
              <a:gd name="connsiteX6-551" fmla="*/ 79395 w 5105771"/>
              <a:gd name="connsiteY6-552" fmla="*/ 0 h 2622900"/>
              <a:gd name="connsiteX7-553" fmla="*/ 2535843 w 5105771"/>
              <a:gd name="connsiteY7-554" fmla="*/ 0 h 2622900"/>
              <a:gd name="connsiteX8-555" fmla="*/ 2535843 w 5105771"/>
              <a:gd name="connsiteY8-556" fmla="*/ 2622900 h 2622900"/>
              <a:gd name="connsiteX9-557" fmla="*/ 198738 w 5105771"/>
              <a:gd name="connsiteY9-558" fmla="*/ 2622900 h 2622900"/>
              <a:gd name="connsiteX10-559" fmla="*/ 0 w 5105771"/>
              <a:gd name="connsiteY10-560" fmla="*/ 2346379 h 2622900"/>
              <a:gd name="connsiteX11-561" fmla="*/ 0 w 5105771"/>
              <a:gd name="connsiteY11-562" fmla="*/ 79395 h 2622900"/>
              <a:gd name="connsiteX12-563" fmla="*/ 1 w 5105771"/>
              <a:gd name="connsiteY12-564" fmla="*/ 79390 h 2622900"/>
              <a:gd name="connsiteX13-565" fmla="*/ 1 w 5105771"/>
              <a:gd name="connsiteY13-566" fmla="*/ 0 h 26229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5105771" h="2622900">
                <a:moveTo>
                  <a:pt x="2581562" y="0"/>
                </a:moveTo>
                <a:lnTo>
                  <a:pt x="5105771" y="0"/>
                </a:lnTo>
                <a:lnTo>
                  <a:pt x="5105771" y="2622900"/>
                </a:lnTo>
                <a:lnTo>
                  <a:pt x="2581562" y="2622900"/>
                </a:lnTo>
                <a:lnTo>
                  <a:pt x="2581562" y="0"/>
                </a:lnTo>
                <a:close/>
                <a:moveTo>
                  <a:pt x="1" y="0"/>
                </a:moveTo>
                <a:lnTo>
                  <a:pt x="79395" y="0"/>
                </a:lnTo>
                <a:lnTo>
                  <a:pt x="2535843" y="0"/>
                </a:lnTo>
                <a:lnTo>
                  <a:pt x="2535843" y="2622900"/>
                </a:lnTo>
                <a:lnTo>
                  <a:pt x="198738" y="2622900"/>
                </a:lnTo>
                <a:cubicBezTo>
                  <a:pt x="741" y="2619288"/>
                  <a:pt x="0" y="2390228"/>
                  <a:pt x="0" y="2346379"/>
                </a:cubicBezTo>
                <a:lnTo>
                  <a:pt x="0" y="79395"/>
                </a:lnTo>
                <a:cubicBezTo>
                  <a:pt x="0" y="79393"/>
                  <a:pt x="1" y="79392"/>
                  <a:pt x="1" y="79390"/>
                </a:cubicBezTo>
                <a:lnTo>
                  <a:pt x="1" y="0"/>
                </a:lnTo>
                <a:close/>
              </a:path>
            </a:pathLst>
          </a:custGeom>
        </p:spPr>
        <p:txBody>
          <a:bodyPr wrap="square">
            <a:noAutofit/>
          </a:bodyPr>
          <a:lstStyle>
            <a:lvl1pPr marL="0" indent="0">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3" name="任意多边形 22"/>
          <p:cNvSpPr/>
          <p:nvPr userDrawn="1"/>
        </p:nvSpPr>
        <p:spPr>
          <a:xfrm flipV="1">
            <a:off x="7888622" y="0"/>
            <a:ext cx="3443006" cy="3440888"/>
          </a:xfrm>
          <a:custGeom>
            <a:avLst/>
            <a:gdLst>
              <a:gd name="connsiteX0" fmla="*/ 0 w 2515238"/>
              <a:gd name="connsiteY0" fmla="*/ 0 h 2616731"/>
              <a:gd name="connsiteX1" fmla="*/ 2241386 w 2515238"/>
              <a:gd name="connsiteY1" fmla="*/ 0 h 2616731"/>
              <a:gd name="connsiteX2" fmla="*/ 2506771 w 2515238"/>
              <a:gd name="connsiteY2" fmla="*/ 333120 h 2616731"/>
              <a:gd name="connsiteX3" fmla="*/ 2515238 w 2515238"/>
              <a:gd name="connsiteY3" fmla="*/ 2616731 h 2616731"/>
              <a:gd name="connsiteX4" fmla="*/ 0 w 2515238"/>
              <a:gd name="connsiteY4" fmla="*/ 2616731 h 2616731"/>
              <a:gd name="connsiteX5" fmla="*/ 0 w 2515238"/>
              <a:gd name="connsiteY5" fmla="*/ 0 h 2616731"/>
              <a:gd name="connsiteX0-1" fmla="*/ 0 w 2515238"/>
              <a:gd name="connsiteY0-2" fmla="*/ 0 h 2616731"/>
              <a:gd name="connsiteX1-3" fmla="*/ 2241386 w 2515238"/>
              <a:gd name="connsiteY1-4" fmla="*/ 0 h 2616731"/>
              <a:gd name="connsiteX2-5" fmla="*/ 2509092 w 2515238"/>
              <a:gd name="connsiteY2-6" fmla="*/ 333120 h 2616731"/>
              <a:gd name="connsiteX3-7" fmla="*/ 2515238 w 2515238"/>
              <a:gd name="connsiteY3-8" fmla="*/ 2616731 h 2616731"/>
              <a:gd name="connsiteX4-9" fmla="*/ 0 w 2515238"/>
              <a:gd name="connsiteY4-10" fmla="*/ 2616731 h 2616731"/>
              <a:gd name="connsiteX5-11" fmla="*/ 0 w 2515238"/>
              <a:gd name="connsiteY5-12" fmla="*/ 0 h 2616731"/>
              <a:gd name="connsiteX0-13" fmla="*/ 0 w 2515238"/>
              <a:gd name="connsiteY0-14" fmla="*/ 0 h 2616731"/>
              <a:gd name="connsiteX1-15" fmla="*/ 2241386 w 2515238"/>
              <a:gd name="connsiteY1-16" fmla="*/ 0 h 2616731"/>
              <a:gd name="connsiteX2-17" fmla="*/ 2509092 w 2515238"/>
              <a:gd name="connsiteY2-18" fmla="*/ 333120 h 2616731"/>
              <a:gd name="connsiteX3-19" fmla="*/ 2515238 w 2515238"/>
              <a:gd name="connsiteY3-20" fmla="*/ 2616731 h 2616731"/>
              <a:gd name="connsiteX4-21" fmla="*/ 0 w 2515238"/>
              <a:gd name="connsiteY4-22" fmla="*/ 2616731 h 2616731"/>
              <a:gd name="connsiteX5-23" fmla="*/ 0 w 2515238"/>
              <a:gd name="connsiteY5-24" fmla="*/ 0 h 2616731"/>
              <a:gd name="connsiteX0-25" fmla="*/ 0 w 2518941"/>
              <a:gd name="connsiteY0-26" fmla="*/ 0 h 2616731"/>
              <a:gd name="connsiteX1-27" fmla="*/ 2241386 w 2518941"/>
              <a:gd name="connsiteY1-28" fmla="*/ 0 h 2616731"/>
              <a:gd name="connsiteX2-29" fmla="*/ 2518375 w 2518941"/>
              <a:gd name="connsiteY2-30" fmla="*/ 333120 h 2616731"/>
              <a:gd name="connsiteX3-31" fmla="*/ 2515238 w 2518941"/>
              <a:gd name="connsiteY3-32" fmla="*/ 2616731 h 2616731"/>
              <a:gd name="connsiteX4-33" fmla="*/ 0 w 2518941"/>
              <a:gd name="connsiteY4-34" fmla="*/ 2616731 h 2616731"/>
              <a:gd name="connsiteX5-35" fmla="*/ 0 w 2518941"/>
              <a:gd name="connsiteY5-36" fmla="*/ 0 h 2616731"/>
              <a:gd name="connsiteX0-37" fmla="*/ 0 w 2515238"/>
              <a:gd name="connsiteY0-38" fmla="*/ 0 h 2616731"/>
              <a:gd name="connsiteX1-39" fmla="*/ 2241386 w 2515238"/>
              <a:gd name="connsiteY1-40" fmla="*/ 0 h 2616731"/>
              <a:gd name="connsiteX2-41" fmla="*/ 2511413 w 2515238"/>
              <a:gd name="connsiteY2-42" fmla="*/ 333120 h 2616731"/>
              <a:gd name="connsiteX3-43" fmla="*/ 2515238 w 2515238"/>
              <a:gd name="connsiteY3-44" fmla="*/ 2616731 h 2616731"/>
              <a:gd name="connsiteX4-45" fmla="*/ 0 w 2515238"/>
              <a:gd name="connsiteY4-46" fmla="*/ 2616731 h 2616731"/>
              <a:gd name="connsiteX5-47" fmla="*/ 0 w 2515238"/>
              <a:gd name="connsiteY5-48" fmla="*/ 0 h 2616731"/>
              <a:gd name="connsiteX0-49" fmla="*/ 0 w 2515238"/>
              <a:gd name="connsiteY0-50" fmla="*/ 0 h 2616731"/>
              <a:gd name="connsiteX1-51" fmla="*/ 2241386 w 2515238"/>
              <a:gd name="connsiteY1-52" fmla="*/ 0 h 2616731"/>
              <a:gd name="connsiteX2-53" fmla="*/ 2513734 w 2515238"/>
              <a:gd name="connsiteY2-54" fmla="*/ 333120 h 2616731"/>
              <a:gd name="connsiteX3-55" fmla="*/ 2515238 w 2515238"/>
              <a:gd name="connsiteY3-56" fmla="*/ 2616731 h 2616731"/>
              <a:gd name="connsiteX4-57" fmla="*/ 0 w 2515238"/>
              <a:gd name="connsiteY4-58" fmla="*/ 2616731 h 2616731"/>
              <a:gd name="connsiteX5-59" fmla="*/ 0 w 2515238"/>
              <a:gd name="connsiteY5-60" fmla="*/ 0 h 2616731"/>
              <a:gd name="connsiteX0-61" fmla="*/ 0 w 2521160"/>
              <a:gd name="connsiteY0-62" fmla="*/ 0 h 2616731"/>
              <a:gd name="connsiteX1-63" fmla="*/ 2241386 w 2521160"/>
              <a:gd name="connsiteY1-64" fmla="*/ 0 h 2616731"/>
              <a:gd name="connsiteX2-65" fmla="*/ 2520697 w 2521160"/>
              <a:gd name="connsiteY2-66" fmla="*/ 333120 h 2616731"/>
              <a:gd name="connsiteX3-67" fmla="*/ 2515238 w 2521160"/>
              <a:gd name="connsiteY3-68" fmla="*/ 2616731 h 2616731"/>
              <a:gd name="connsiteX4-69" fmla="*/ 0 w 2521160"/>
              <a:gd name="connsiteY4-70" fmla="*/ 2616731 h 2616731"/>
              <a:gd name="connsiteX5-71" fmla="*/ 0 w 2521160"/>
              <a:gd name="connsiteY5-72" fmla="*/ 0 h 2616731"/>
              <a:gd name="connsiteX0-73" fmla="*/ 0 w 2518942"/>
              <a:gd name="connsiteY0-74" fmla="*/ 0 h 2616731"/>
              <a:gd name="connsiteX1-75" fmla="*/ 2241386 w 2518942"/>
              <a:gd name="connsiteY1-76" fmla="*/ 0 h 2616731"/>
              <a:gd name="connsiteX2-77" fmla="*/ 2518376 w 2518942"/>
              <a:gd name="connsiteY2-78" fmla="*/ 333120 h 2616731"/>
              <a:gd name="connsiteX3-79" fmla="*/ 2515238 w 2518942"/>
              <a:gd name="connsiteY3-80" fmla="*/ 2616731 h 2616731"/>
              <a:gd name="connsiteX4-81" fmla="*/ 0 w 2518942"/>
              <a:gd name="connsiteY4-82" fmla="*/ 2616731 h 2616731"/>
              <a:gd name="connsiteX5-83" fmla="*/ 0 w 2518942"/>
              <a:gd name="connsiteY5-84" fmla="*/ 0 h 2616731"/>
              <a:gd name="connsiteX0-85" fmla="*/ 0 w 2518942"/>
              <a:gd name="connsiteY0-86" fmla="*/ 0 h 2616731"/>
              <a:gd name="connsiteX1-87" fmla="*/ 2241386 w 2518942"/>
              <a:gd name="connsiteY1-88" fmla="*/ 0 h 2616731"/>
              <a:gd name="connsiteX2-89" fmla="*/ 2518376 w 2518942"/>
              <a:gd name="connsiteY2-90" fmla="*/ 333120 h 2616731"/>
              <a:gd name="connsiteX3-91" fmla="*/ 2515238 w 2518942"/>
              <a:gd name="connsiteY3-92" fmla="*/ 2616731 h 2616731"/>
              <a:gd name="connsiteX4-93" fmla="*/ 0 w 2518942"/>
              <a:gd name="connsiteY4-94" fmla="*/ 2616731 h 2616731"/>
              <a:gd name="connsiteX5-95" fmla="*/ 0 w 2518942"/>
              <a:gd name="connsiteY5-96" fmla="*/ 0 h 2616731"/>
              <a:gd name="connsiteX0-97" fmla="*/ 0 w 2515238"/>
              <a:gd name="connsiteY0-98" fmla="*/ 0 h 2616731"/>
              <a:gd name="connsiteX1-99" fmla="*/ 2241386 w 2515238"/>
              <a:gd name="connsiteY1-100" fmla="*/ 0 h 2616731"/>
              <a:gd name="connsiteX2-101" fmla="*/ 2511414 w 2515238"/>
              <a:gd name="connsiteY2-102" fmla="*/ 333120 h 2616731"/>
              <a:gd name="connsiteX3-103" fmla="*/ 2515238 w 2515238"/>
              <a:gd name="connsiteY3-104" fmla="*/ 2616731 h 2616731"/>
              <a:gd name="connsiteX4-105" fmla="*/ 0 w 2515238"/>
              <a:gd name="connsiteY4-106" fmla="*/ 2616731 h 2616731"/>
              <a:gd name="connsiteX5-107" fmla="*/ 0 w 2515238"/>
              <a:gd name="connsiteY5-108" fmla="*/ 0 h 2616731"/>
              <a:gd name="connsiteX0-109" fmla="*/ 0 w 2515238"/>
              <a:gd name="connsiteY0-110" fmla="*/ 0 h 2616731"/>
              <a:gd name="connsiteX1-111" fmla="*/ 2241386 w 2515238"/>
              <a:gd name="connsiteY1-112" fmla="*/ 0 h 2616731"/>
              <a:gd name="connsiteX2-113" fmla="*/ 2511414 w 2515238"/>
              <a:gd name="connsiteY2-114" fmla="*/ 335534 h 2616731"/>
              <a:gd name="connsiteX3-115" fmla="*/ 2515238 w 2515238"/>
              <a:gd name="connsiteY3-116" fmla="*/ 2616731 h 2616731"/>
              <a:gd name="connsiteX4-117" fmla="*/ 0 w 2515238"/>
              <a:gd name="connsiteY4-118" fmla="*/ 2616731 h 2616731"/>
              <a:gd name="connsiteX5-119" fmla="*/ 0 w 2515238"/>
              <a:gd name="connsiteY5-120" fmla="*/ 0 h 2616731"/>
              <a:gd name="connsiteX0-121" fmla="*/ 0 w 2516786"/>
              <a:gd name="connsiteY0-122" fmla="*/ 0 h 2616731"/>
              <a:gd name="connsiteX1-123" fmla="*/ 2241386 w 2516786"/>
              <a:gd name="connsiteY1-124" fmla="*/ 0 h 2616731"/>
              <a:gd name="connsiteX2-125" fmla="*/ 2516056 w 2516786"/>
              <a:gd name="connsiteY2-126" fmla="*/ 335534 h 2616731"/>
              <a:gd name="connsiteX3-127" fmla="*/ 2515238 w 2516786"/>
              <a:gd name="connsiteY3-128" fmla="*/ 2616731 h 2616731"/>
              <a:gd name="connsiteX4-129" fmla="*/ 0 w 2516786"/>
              <a:gd name="connsiteY4-130" fmla="*/ 2616731 h 2616731"/>
              <a:gd name="connsiteX5-131" fmla="*/ 0 w 2516786"/>
              <a:gd name="connsiteY5-132" fmla="*/ 0 h 2616731"/>
              <a:gd name="connsiteX0-133" fmla="*/ 0 w 2516786"/>
              <a:gd name="connsiteY0-134" fmla="*/ 0 h 2616731"/>
              <a:gd name="connsiteX1-135" fmla="*/ 2241386 w 2516786"/>
              <a:gd name="connsiteY1-136" fmla="*/ 0 h 2616731"/>
              <a:gd name="connsiteX2-137" fmla="*/ 2516056 w 2516786"/>
              <a:gd name="connsiteY2-138" fmla="*/ 335534 h 2616731"/>
              <a:gd name="connsiteX3-139" fmla="*/ 2515238 w 2516786"/>
              <a:gd name="connsiteY3-140" fmla="*/ 2616731 h 2616731"/>
              <a:gd name="connsiteX4-141" fmla="*/ 0 w 2516786"/>
              <a:gd name="connsiteY4-142" fmla="*/ 2616731 h 2616731"/>
              <a:gd name="connsiteX5-143" fmla="*/ 0 w 2516786"/>
              <a:gd name="connsiteY5-144" fmla="*/ 0 h 261673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16786" h="2616731">
                <a:moveTo>
                  <a:pt x="0" y="0"/>
                </a:moveTo>
                <a:lnTo>
                  <a:pt x="2241386" y="0"/>
                </a:lnTo>
                <a:cubicBezTo>
                  <a:pt x="2481475" y="0"/>
                  <a:pt x="2514315" y="99067"/>
                  <a:pt x="2516056" y="335534"/>
                </a:cubicBezTo>
                <a:cubicBezTo>
                  <a:pt x="2518878" y="1096738"/>
                  <a:pt x="2512416" y="1855527"/>
                  <a:pt x="2515238" y="2616731"/>
                </a:cubicBezTo>
                <a:lnTo>
                  <a:pt x="0" y="2616731"/>
                </a:lnTo>
                <a:lnTo>
                  <a:pt x="0"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65" dirty="0">
              <a:solidFill>
                <a:schemeClr val="bg2">
                  <a:lumMod val="10000"/>
                </a:schemeClr>
              </a:solidFill>
            </a:endParaRPr>
          </a:p>
        </p:txBody>
      </p:sp>
      <p:sp>
        <p:nvSpPr>
          <p:cNvPr id="24" name="文本占位符 5"/>
          <p:cNvSpPr>
            <a:spLocks noGrp="1"/>
          </p:cNvSpPr>
          <p:nvPr>
            <p:ph type="body" sz="quarter" idx="14" hasCustomPrompt="1"/>
          </p:nvPr>
        </p:nvSpPr>
        <p:spPr>
          <a:xfrm>
            <a:off x="855662" y="3757939"/>
            <a:ext cx="8580438" cy="646331"/>
          </a:xfrm>
          <a:prstGeom prst="rect">
            <a:avLst/>
          </a:prstGeom>
          <a:noFill/>
        </p:spPr>
        <p:txBody>
          <a:bodyPr wrap="square">
            <a:spAutoFit/>
          </a:bodyPr>
          <a:lstStyle>
            <a:lvl1pPr marL="0" indent="0">
              <a:lnSpc>
                <a:spcPct val="100000"/>
              </a:lnSpc>
              <a:spcBef>
                <a:spcPts val="0"/>
              </a:spcBef>
              <a:buNone/>
              <a:defRPr sz="36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36pt </a:t>
            </a:r>
            <a:r>
              <a:rPr lang="zh-CN" altLang="en-US" dirty="0"/>
              <a:t>加粗</a:t>
            </a:r>
            <a:r>
              <a:rPr lang="en-US" altLang="zh-CN" dirty="0"/>
              <a:t> </a:t>
            </a:r>
            <a:endParaRPr lang="zh-CN" altLang="en-US" dirty="0"/>
          </a:p>
        </p:txBody>
      </p:sp>
      <p:pic>
        <p:nvPicPr>
          <p:cNvPr id="15" name="图片 14"/>
          <p:cNvPicPr>
            <a:picLocks noChangeAspect="1"/>
          </p:cNvPicPr>
          <p:nvPr userDrawn="1"/>
        </p:nvPicPr>
        <p:blipFill>
          <a:blip r:embed="rId2" cstate="screen"/>
          <a:stretch>
            <a:fillRect/>
          </a:stretch>
        </p:blipFill>
        <p:spPr>
          <a:xfrm>
            <a:off x="9797369" y="5984177"/>
            <a:ext cx="1534187" cy="498977"/>
          </a:xfrm>
          <a:prstGeom prst="rect">
            <a:avLst/>
          </a:prstGeom>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分隔页">
    <p:spTree>
      <p:nvGrpSpPr>
        <p:cNvPr id="1" name=""/>
        <p:cNvGrpSpPr/>
        <p:nvPr/>
      </p:nvGrpSpPr>
      <p:grpSpPr>
        <a:xfrm>
          <a:off x="0" y="0"/>
          <a:ext cx="0" cy="0"/>
          <a:chOff x="0" y="0"/>
          <a:chExt cx="0" cy="0"/>
        </a:xfrm>
      </p:grpSpPr>
      <p:sp>
        <p:nvSpPr>
          <p:cNvPr id="3" name="文本占位符 9"/>
          <p:cNvSpPr>
            <a:spLocks noGrp="1"/>
          </p:cNvSpPr>
          <p:nvPr>
            <p:ph type="body" sz="quarter" idx="10" hasCustomPrompt="1"/>
          </p:nvPr>
        </p:nvSpPr>
        <p:spPr>
          <a:xfrm>
            <a:off x="2972329" y="2789784"/>
            <a:ext cx="8305271" cy="1278432"/>
          </a:xfrm>
          <a:prstGeom prst="rect">
            <a:avLst/>
          </a:prstGeom>
        </p:spPr>
        <p:txBody>
          <a:bodyPr anchor="ctr">
            <a:normAutofit/>
          </a:bodyPr>
          <a:lstStyle>
            <a:lvl1pPr marL="0" indent="0">
              <a:lnSpc>
                <a:spcPct val="100000"/>
              </a:lnSpc>
              <a:spcBef>
                <a:spcPts val="0"/>
              </a:spcBef>
              <a:buNone/>
              <a:defRPr sz="3600" b="1">
                <a:solidFill>
                  <a:srgbClr val="005BAC"/>
                </a:solidFill>
                <a:latin typeface="Verdana" panose="020B0604030504040204" charset="0"/>
                <a:ea typeface="Microsoft YaHei" panose="020B0503020204020204" pitchFamily="34" charset="-122"/>
                <a:cs typeface="Verdana" panose="020B0604030504040204" charset="0"/>
              </a:defRPr>
            </a:lvl1pPr>
          </a:lstStyle>
          <a:p>
            <a:r>
              <a:rPr lang="zh-CN" altLang="en-US" dirty="0"/>
              <a:t>分隔页：</a:t>
            </a:r>
            <a:endParaRPr lang="en-US" altLang="zh-CN" dirty="0"/>
          </a:p>
          <a:p>
            <a:r>
              <a:rPr lang="zh-CN" altLang="en-US" dirty="0"/>
              <a:t>微软雅黑 </a:t>
            </a:r>
            <a:r>
              <a:rPr lang="en-US" altLang="zh-CN" dirty="0"/>
              <a:t>Verdana 36pt </a:t>
            </a:r>
            <a:r>
              <a:rPr lang="zh-CN" altLang="en-US" dirty="0"/>
              <a:t>加粗</a:t>
            </a:r>
            <a:endParaRPr lang="zh-CN" altLang="en-US" dirty="0"/>
          </a:p>
        </p:txBody>
      </p:sp>
      <p:grpSp>
        <p:nvGrpSpPr>
          <p:cNvPr id="4" name="组合 3"/>
          <p:cNvGrpSpPr/>
          <p:nvPr userDrawn="1"/>
        </p:nvGrpSpPr>
        <p:grpSpPr>
          <a:xfrm flipH="1">
            <a:off x="795943" y="1830878"/>
            <a:ext cx="1571106" cy="3196245"/>
            <a:chOff x="795943" y="1234670"/>
            <a:chExt cx="1571106" cy="3196245"/>
          </a:xfrm>
        </p:grpSpPr>
        <p:sp>
          <p:nvSpPr>
            <p:cNvPr id="5" name="单圆角矩形 4"/>
            <p:cNvSpPr/>
            <p:nvPr userDrawn="1"/>
          </p:nvSpPr>
          <p:spPr>
            <a:xfrm flipH="1">
              <a:off x="795943" y="1234670"/>
              <a:ext cx="1571106" cy="1571106"/>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单圆角矩形 5"/>
            <p:cNvSpPr/>
            <p:nvPr userDrawn="1"/>
          </p:nvSpPr>
          <p:spPr>
            <a:xfrm flipH="1" flipV="1">
              <a:off x="795943" y="2859809"/>
              <a:ext cx="1571106" cy="1571106"/>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正文页">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占位符 11"/>
          <p:cNvSpPr>
            <a:spLocks noGrp="1"/>
          </p:cNvSpPr>
          <p:nvPr>
            <p:ph type="body" sz="quarter" idx="15" hasCustomPrompt="1"/>
          </p:nvPr>
        </p:nvSpPr>
        <p:spPr>
          <a:xfrm>
            <a:off x="648000" y="1764000"/>
            <a:ext cx="10210271"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2"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3"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正文页">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占位符 11"/>
          <p:cNvSpPr>
            <a:spLocks noGrp="1"/>
          </p:cNvSpPr>
          <p:nvPr>
            <p:ph type="body" sz="quarter" idx="15" hasCustomPrompt="1"/>
          </p:nvPr>
        </p:nvSpPr>
        <p:spPr>
          <a:xfrm>
            <a:off x="648000" y="1764000"/>
            <a:ext cx="10210271"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pPr lvl="0"/>
            <a:r>
              <a:rPr lang="zh-CN" altLang="en-US" dirty="0"/>
              <a:t>单击此处添加正文</a:t>
            </a:r>
            <a:endParaRPr lang="en-US" altLang="zh-CN" dirty="0"/>
          </a:p>
          <a:p>
            <a:pPr lvl="0"/>
            <a:endParaRPr lang="en-US" altLang="zh-CN" dirty="0"/>
          </a:p>
        </p:txBody>
      </p:sp>
      <p:sp>
        <p:nvSpPr>
          <p:cNvPr id="11" name="矩形 10"/>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2"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3"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正文页 两栏">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6"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7" name="文本占位符 11"/>
          <p:cNvSpPr>
            <a:spLocks noGrp="1"/>
          </p:cNvSpPr>
          <p:nvPr>
            <p:ph type="body" sz="quarter" idx="15" hasCustomPrompt="1"/>
          </p:nvPr>
        </p:nvSpPr>
        <p:spPr>
          <a:xfrm>
            <a:off x="648001" y="1764000"/>
            <a:ext cx="4823886"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8" name="文本占位符 11"/>
          <p:cNvSpPr>
            <a:spLocks noGrp="1"/>
          </p:cNvSpPr>
          <p:nvPr>
            <p:ph type="body" sz="quarter" idx="16" hasCustomPrompt="1"/>
          </p:nvPr>
        </p:nvSpPr>
        <p:spPr>
          <a:xfrm>
            <a:off x="5894385" y="1764000"/>
            <a:ext cx="4963886"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两栏-左图右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1"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4"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20" name="文本占位符 11"/>
          <p:cNvSpPr>
            <a:spLocks noGrp="1"/>
          </p:cNvSpPr>
          <p:nvPr>
            <p:ph type="body" sz="quarter" idx="23" hasCustomPrompt="1"/>
          </p:nvPr>
        </p:nvSpPr>
        <p:spPr>
          <a:xfrm>
            <a:off x="648000" y="1764000"/>
            <a:ext cx="5854400"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8" name="图片占位符 7"/>
          <p:cNvSpPr>
            <a:spLocks noGrp="1" noChangeAspect="1"/>
          </p:cNvSpPr>
          <p:nvPr>
            <p:ph type="pic" sz="quarter" idx="24"/>
          </p:nvPr>
        </p:nvSpPr>
        <p:spPr>
          <a:xfrm>
            <a:off x="6923471" y="1764000"/>
            <a:ext cx="3934800" cy="3934800"/>
          </a:xfrm>
          <a:prstGeom prst="round1Rect">
            <a:avLst>
              <a:gd name="adj" fmla="val 6056"/>
            </a:avLst>
          </a:prstGeom>
        </p:spPr>
        <p:txBody>
          <a:bodyPr/>
          <a:lstStyle>
            <a:lvl1pPr marL="0" indent="0">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两栏-左字右图">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0"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4"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9" name="文本占位符 11"/>
          <p:cNvSpPr>
            <a:spLocks noGrp="1"/>
          </p:cNvSpPr>
          <p:nvPr>
            <p:ph type="body" sz="quarter" idx="22" hasCustomPrompt="1"/>
          </p:nvPr>
        </p:nvSpPr>
        <p:spPr>
          <a:xfrm>
            <a:off x="4992913" y="1764000"/>
            <a:ext cx="5865357"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22" name="图片占位符 18"/>
          <p:cNvSpPr>
            <a:spLocks noGrp="1" noChangeAspect="1"/>
          </p:cNvSpPr>
          <p:nvPr>
            <p:ph type="pic" sz="quarter" idx="27"/>
          </p:nvPr>
        </p:nvSpPr>
        <p:spPr>
          <a:xfrm>
            <a:off x="648000" y="1764000"/>
            <a:ext cx="3935455" cy="3934800"/>
          </a:xfrm>
          <a:custGeom>
            <a:avLst/>
            <a:gdLst>
              <a:gd name="connsiteX0" fmla="*/ 246590 w 3365500"/>
              <a:gd name="connsiteY0" fmla="*/ 0 h 3365500"/>
              <a:gd name="connsiteX1" fmla="*/ 3118910 w 3365500"/>
              <a:gd name="connsiteY1" fmla="*/ 0 h 3365500"/>
              <a:gd name="connsiteX2" fmla="*/ 3365500 w 3365500"/>
              <a:gd name="connsiteY2" fmla="*/ 246590 h 3365500"/>
              <a:gd name="connsiteX3" fmla="*/ 3365500 w 3365500"/>
              <a:gd name="connsiteY3" fmla="*/ 3365500 h 3365500"/>
              <a:gd name="connsiteX4" fmla="*/ 3365500 w 3365500"/>
              <a:gd name="connsiteY4" fmla="*/ 3365500 h 3365500"/>
              <a:gd name="connsiteX5" fmla="*/ 0 w 3365500"/>
              <a:gd name="connsiteY5" fmla="*/ 3365500 h 3365500"/>
              <a:gd name="connsiteX6" fmla="*/ 0 w 3365500"/>
              <a:gd name="connsiteY6" fmla="*/ 3365500 h 3365500"/>
              <a:gd name="connsiteX7" fmla="*/ 0 w 3365500"/>
              <a:gd name="connsiteY7" fmla="*/ 246590 h 3365500"/>
              <a:gd name="connsiteX8" fmla="*/ 246590 w 3365500"/>
              <a:gd name="connsiteY8" fmla="*/ 0 h 3365500"/>
              <a:gd name="connsiteX0-1" fmla="*/ 246590 w 3400346"/>
              <a:gd name="connsiteY0-2" fmla="*/ 0 h 3365500"/>
              <a:gd name="connsiteX1-3" fmla="*/ 3328460 w 3400346"/>
              <a:gd name="connsiteY1-4" fmla="*/ 0 h 3365500"/>
              <a:gd name="connsiteX2-5" fmla="*/ 3365500 w 3400346"/>
              <a:gd name="connsiteY2-6" fmla="*/ 246590 h 3365500"/>
              <a:gd name="connsiteX3-7" fmla="*/ 3365500 w 3400346"/>
              <a:gd name="connsiteY3-8" fmla="*/ 3365500 h 3365500"/>
              <a:gd name="connsiteX4-9" fmla="*/ 3365500 w 3400346"/>
              <a:gd name="connsiteY4-10" fmla="*/ 3365500 h 3365500"/>
              <a:gd name="connsiteX5-11" fmla="*/ 0 w 3400346"/>
              <a:gd name="connsiteY5-12" fmla="*/ 3365500 h 3365500"/>
              <a:gd name="connsiteX6-13" fmla="*/ 0 w 3400346"/>
              <a:gd name="connsiteY6-14" fmla="*/ 3365500 h 3365500"/>
              <a:gd name="connsiteX7-15" fmla="*/ 0 w 3400346"/>
              <a:gd name="connsiteY7-16" fmla="*/ 246590 h 3365500"/>
              <a:gd name="connsiteX8-17" fmla="*/ 246590 w 3400346"/>
              <a:gd name="connsiteY8-18" fmla="*/ 0 h 3365500"/>
              <a:gd name="connsiteX0-19" fmla="*/ 246590 w 3413081"/>
              <a:gd name="connsiteY0-20" fmla="*/ 0 h 3365500"/>
              <a:gd name="connsiteX1-21" fmla="*/ 3347510 w 3413081"/>
              <a:gd name="connsiteY1-22" fmla="*/ 0 h 3365500"/>
              <a:gd name="connsiteX2-23" fmla="*/ 3365500 w 3413081"/>
              <a:gd name="connsiteY2-24" fmla="*/ 246590 h 3365500"/>
              <a:gd name="connsiteX3-25" fmla="*/ 3365500 w 3413081"/>
              <a:gd name="connsiteY3-26" fmla="*/ 3365500 h 3365500"/>
              <a:gd name="connsiteX4-27" fmla="*/ 3365500 w 3413081"/>
              <a:gd name="connsiteY4-28" fmla="*/ 3365500 h 3365500"/>
              <a:gd name="connsiteX5-29" fmla="*/ 0 w 3413081"/>
              <a:gd name="connsiteY5-30" fmla="*/ 3365500 h 3365500"/>
              <a:gd name="connsiteX6-31" fmla="*/ 0 w 3413081"/>
              <a:gd name="connsiteY6-32" fmla="*/ 3365500 h 3365500"/>
              <a:gd name="connsiteX7-33" fmla="*/ 0 w 3413081"/>
              <a:gd name="connsiteY7-34" fmla="*/ 246590 h 3365500"/>
              <a:gd name="connsiteX8-35" fmla="*/ 246590 w 3413081"/>
              <a:gd name="connsiteY8-36" fmla="*/ 0 h 3365500"/>
              <a:gd name="connsiteX0-37" fmla="*/ 246590 w 3419838"/>
              <a:gd name="connsiteY0-38" fmla="*/ 0 h 3365500"/>
              <a:gd name="connsiteX1-39" fmla="*/ 3357035 w 3419838"/>
              <a:gd name="connsiteY1-40" fmla="*/ 0 h 3365500"/>
              <a:gd name="connsiteX2-41" fmla="*/ 3365500 w 3419838"/>
              <a:gd name="connsiteY2-42" fmla="*/ 246590 h 3365500"/>
              <a:gd name="connsiteX3-43" fmla="*/ 3365500 w 3419838"/>
              <a:gd name="connsiteY3-44" fmla="*/ 3365500 h 3365500"/>
              <a:gd name="connsiteX4-45" fmla="*/ 3365500 w 3419838"/>
              <a:gd name="connsiteY4-46" fmla="*/ 3365500 h 3365500"/>
              <a:gd name="connsiteX5-47" fmla="*/ 0 w 3419838"/>
              <a:gd name="connsiteY5-48" fmla="*/ 3365500 h 3365500"/>
              <a:gd name="connsiteX6-49" fmla="*/ 0 w 3419838"/>
              <a:gd name="connsiteY6-50" fmla="*/ 3365500 h 3365500"/>
              <a:gd name="connsiteX7-51" fmla="*/ 0 w 3419838"/>
              <a:gd name="connsiteY7-52" fmla="*/ 246590 h 3365500"/>
              <a:gd name="connsiteX8-53" fmla="*/ 246590 w 3419838"/>
              <a:gd name="connsiteY8-54" fmla="*/ 0 h 3365500"/>
              <a:gd name="connsiteX0-55" fmla="*/ 246590 w 3426814"/>
              <a:gd name="connsiteY0-56" fmla="*/ 0 h 3365500"/>
              <a:gd name="connsiteX1-57" fmla="*/ 3366560 w 3426814"/>
              <a:gd name="connsiteY1-58" fmla="*/ 0 h 3365500"/>
              <a:gd name="connsiteX2-59" fmla="*/ 3365500 w 3426814"/>
              <a:gd name="connsiteY2-60" fmla="*/ 246590 h 3365500"/>
              <a:gd name="connsiteX3-61" fmla="*/ 3365500 w 3426814"/>
              <a:gd name="connsiteY3-62" fmla="*/ 3365500 h 3365500"/>
              <a:gd name="connsiteX4-63" fmla="*/ 3365500 w 3426814"/>
              <a:gd name="connsiteY4-64" fmla="*/ 3365500 h 3365500"/>
              <a:gd name="connsiteX5-65" fmla="*/ 0 w 3426814"/>
              <a:gd name="connsiteY5-66" fmla="*/ 3365500 h 3365500"/>
              <a:gd name="connsiteX6-67" fmla="*/ 0 w 3426814"/>
              <a:gd name="connsiteY6-68" fmla="*/ 3365500 h 3365500"/>
              <a:gd name="connsiteX7-69" fmla="*/ 0 w 3426814"/>
              <a:gd name="connsiteY7-70" fmla="*/ 246590 h 3365500"/>
              <a:gd name="connsiteX8-71" fmla="*/ 246590 w 3426814"/>
              <a:gd name="connsiteY8-72" fmla="*/ 0 h 3365500"/>
              <a:gd name="connsiteX0-73" fmla="*/ 246590 w 3426814"/>
              <a:gd name="connsiteY0-74" fmla="*/ 0 h 3365500"/>
              <a:gd name="connsiteX1-75" fmla="*/ 3366560 w 3426814"/>
              <a:gd name="connsiteY1-76" fmla="*/ 0 h 3365500"/>
              <a:gd name="connsiteX2-77" fmla="*/ 3365500 w 3426814"/>
              <a:gd name="connsiteY2-78" fmla="*/ 246590 h 3365500"/>
              <a:gd name="connsiteX3-79" fmla="*/ 3367087 w 3426814"/>
              <a:gd name="connsiteY3-80" fmla="*/ 427037 h 3365500"/>
              <a:gd name="connsiteX4-81" fmla="*/ 3365500 w 3426814"/>
              <a:gd name="connsiteY4-82" fmla="*/ 3365500 h 3365500"/>
              <a:gd name="connsiteX5-83" fmla="*/ 3365500 w 3426814"/>
              <a:gd name="connsiteY5-84" fmla="*/ 3365500 h 3365500"/>
              <a:gd name="connsiteX6-85" fmla="*/ 0 w 3426814"/>
              <a:gd name="connsiteY6-86" fmla="*/ 3365500 h 3365500"/>
              <a:gd name="connsiteX7-87" fmla="*/ 0 w 3426814"/>
              <a:gd name="connsiteY7-88" fmla="*/ 3365500 h 3365500"/>
              <a:gd name="connsiteX8-89" fmla="*/ 0 w 3426814"/>
              <a:gd name="connsiteY8-90" fmla="*/ 246590 h 3365500"/>
              <a:gd name="connsiteX9" fmla="*/ 246590 w 3426814"/>
              <a:gd name="connsiteY9" fmla="*/ 0 h 3365500"/>
              <a:gd name="connsiteX0-91" fmla="*/ 246590 w 3599479"/>
              <a:gd name="connsiteY0-92" fmla="*/ 15825 h 3381325"/>
              <a:gd name="connsiteX1-93" fmla="*/ 3366560 w 3599479"/>
              <a:gd name="connsiteY1-94" fmla="*/ 15825 h 3381325"/>
              <a:gd name="connsiteX2-95" fmla="*/ 3371849 w 3599479"/>
              <a:gd name="connsiteY2-96" fmla="*/ 19000 h 3381325"/>
              <a:gd name="connsiteX3-97" fmla="*/ 3365500 w 3599479"/>
              <a:gd name="connsiteY3-98" fmla="*/ 262415 h 3381325"/>
              <a:gd name="connsiteX4-99" fmla="*/ 3367087 w 3599479"/>
              <a:gd name="connsiteY4-100" fmla="*/ 442862 h 3381325"/>
              <a:gd name="connsiteX5-101" fmla="*/ 3365500 w 3599479"/>
              <a:gd name="connsiteY5-102" fmla="*/ 3381325 h 3381325"/>
              <a:gd name="connsiteX6-103" fmla="*/ 3365500 w 3599479"/>
              <a:gd name="connsiteY6-104" fmla="*/ 3381325 h 3381325"/>
              <a:gd name="connsiteX7-105" fmla="*/ 0 w 3599479"/>
              <a:gd name="connsiteY7-106" fmla="*/ 3381325 h 3381325"/>
              <a:gd name="connsiteX8-107" fmla="*/ 0 w 3599479"/>
              <a:gd name="connsiteY8-108" fmla="*/ 3381325 h 3381325"/>
              <a:gd name="connsiteX9-109" fmla="*/ 0 w 3599479"/>
              <a:gd name="connsiteY9-110" fmla="*/ 262415 h 3381325"/>
              <a:gd name="connsiteX10" fmla="*/ 246590 w 3599479"/>
              <a:gd name="connsiteY10" fmla="*/ 15825 h 3381325"/>
              <a:gd name="connsiteX0-111" fmla="*/ 246590 w 3599419"/>
              <a:gd name="connsiteY0-112" fmla="*/ 29179 h 3394679"/>
              <a:gd name="connsiteX1-113" fmla="*/ 3366560 w 3599419"/>
              <a:gd name="connsiteY1-114" fmla="*/ 29179 h 3394679"/>
              <a:gd name="connsiteX2-115" fmla="*/ 3371849 w 3599419"/>
              <a:gd name="connsiteY2-116" fmla="*/ 32354 h 3394679"/>
              <a:gd name="connsiteX3-117" fmla="*/ 3367087 w 3599419"/>
              <a:gd name="connsiteY3-118" fmla="*/ 456216 h 3394679"/>
              <a:gd name="connsiteX4-119" fmla="*/ 3365500 w 3599419"/>
              <a:gd name="connsiteY4-120" fmla="*/ 3394679 h 3394679"/>
              <a:gd name="connsiteX5-121" fmla="*/ 3365500 w 3599419"/>
              <a:gd name="connsiteY5-122" fmla="*/ 3394679 h 3394679"/>
              <a:gd name="connsiteX6-123" fmla="*/ 0 w 3599419"/>
              <a:gd name="connsiteY6-124" fmla="*/ 3394679 h 3394679"/>
              <a:gd name="connsiteX7-125" fmla="*/ 0 w 3599419"/>
              <a:gd name="connsiteY7-126" fmla="*/ 3394679 h 3394679"/>
              <a:gd name="connsiteX8-127" fmla="*/ 0 w 3599419"/>
              <a:gd name="connsiteY8-128" fmla="*/ 275769 h 3394679"/>
              <a:gd name="connsiteX9-129" fmla="*/ 246590 w 3599419"/>
              <a:gd name="connsiteY9-130" fmla="*/ 29179 h 3394679"/>
              <a:gd name="connsiteX0-131" fmla="*/ 246590 w 3597884"/>
              <a:gd name="connsiteY0-132" fmla="*/ 0 h 3365500"/>
              <a:gd name="connsiteX1-133" fmla="*/ 3366560 w 3597884"/>
              <a:gd name="connsiteY1-134" fmla="*/ 0 h 3365500"/>
              <a:gd name="connsiteX2-135" fmla="*/ 3367087 w 3597884"/>
              <a:gd name="connsiteY2-136" fmla="*/ 427037 h 3365500"/>
              <a:gd name="connsiteX3-137" fmla="*/ 3365500 w 3597884"/>
              <a:gd name="connsiteY3-138" fmla="*/ 3365500 h 3365500"/>
              <a:gd name="connsiteX4-139" fmla="*/ 3365500 w 3597884"/>
              <a:gd name="connsiteY4-140" fmla="*/ 3365500 h 3365500"/>
              <a:gd name="connsiteX5-141" fmla="*/ 0 w 3597884"/>
              <a:gd name="connsiteY5-142" fmla="*/ 3365500 h 3365500"/>
              <a:gd name="connsiteX6-143" fmla="*/ 0 w 3597884"/>
              <a:gd name="connsiteY6-144" fmla="*/ 3365500 h 3365500"/>
              <a:gd name="connsiteX7-145" fmla="*/ 0 w 3597884"/>
              <a:gd name="connsiteY7-146" fmla="*/ 246590 h 3365500"/>
              <a:gd name="connsiteX8-147" fmla="*/ 246590 w 3597884"/>
              <a:gd name="connsiteY8-148" fmla="*/ 0 h 3365500"/>
              <a:gd name="connsiteX0-149" fmla="*/ 246590 w 3377753"/>
              <a:gd name="connsiteY0-150" fmla="*/ 16210 h 3381710"/>
              <a:gd name="connsiteX1-151" fmla="*/ 3366560 w 3377753"/>
              <a:gd name="connsiteY1-152" fmla="*/ 16210 h 3381710"/>
              <a:gd name="connsiteX2-153" fmla="*/ 3367087 w 3377753"/>
              <a:gd name="connsiteY2-154" fmla="*/ 443247 h 3381710"/>
              <a:gd name="connsiteX3-155" fmla="*/ 3365500 w 3377753"/>
              <a:gd name="connsiteY3-156" fmla="*/ 3381710 h 3381710"/>
              <a:gd name="connsiteX4-157" fmla="*/ 3365500 w 3377753"/>
              <a:gd name="connsiteY4-158" fmla="*/ 3381710 h 3381710"/>
              <a:gd name="connsiteX5-159" fmla="*/ 0 w 3377753"/>
              <a:gd name="connsiteY5-160" fmla="*/ 3381710 h 3381710"/>
              <a:gd name="connsiteX6-161" fmla="*/ 0 w 3377753"/>
              <a:gd name="connsiteY6-162" fmla="*/ 3381710 h 3381710"/>
              <a:gd name="connsiteX7-163" fmla="*/ 0 w 3377753"/>
              <a:gd name="connsiteY7-164" fmla="*/ 262800 h 3381710"/>
              <a:gd name="connsiteX8-165" fmla="*/ 246590 w 3377753"/>
              <a:gd name="connsiteY8-166" fmla="*/ 16210 h 3381710"/>
              <a:gd name="connsiteX0-167" fmla="*/ 246590 w 3367127"/>
              <a:gd name="connsiteY0-168" fmla="*/ 0 h 3365500"/>
              <a:gd name="connsiteX1-169" fmla="*/ 3366560 w 3367127"/>
              <a:gd name="connsiteY1-170" fmla="*/ 0 h 3365500"/>
              <a:gd name="connsiteX2-171" fmla="*/ 3367087 w 3367127"/>
              <a:gd name="connsiteY2-172" fmla="*/ 427037 h 3365500"/>
              <a:gd name="connsiteX3-173" fmla="*/ 3365500 w 3367127"/>
              <a:gd name="connsiteY3-174" fmla="*/ 3365500 h 3365500"/>
              <a:gd name="connsiteX4-175" fmla="*/ 3365500 w 3367127"/>
              <a:gd name="connsiteY4-176" fmla="*/ 3365500 h 3365500"/>
              <a:gd name="connsiteX5-177" fmla="*/ 0 w 3367127"/>
              <a:gd name="connsiteY5-178" fmla="*/ 3365500 h 3365500"/>
              <a:gd name="connsiteX6-179" fmla="*/ 0 w 3367127"/>
              <a:gd name="connsiteY6-180" fmla="*/ 3365500 h 3365500"/>
              <a:gd name="connsiteX7-181" fmla="*/ 0 w 3367127"/>
              <a:gd name="connsiteY7-182" fmla="*/ 246590 h 3365500"/>
              <a:gd name="connsiteX8-183" fmla="*/ 246590 w 3367127"/>
              <a:gd name="connsiteY8-184" fmla="*/ 0 h 3365500"/>
              <a:gd name="connsiteX0-185" fmla="*/ 246590 w 3367127"/>
              <a:gd name="connsiteY0-186" fmla="*/ 0 h 3365500"/>
              <a:gd name="connsiteX1-187" fmla="*/ 3366560 w 3367127"/>
              <a:gd name="connsiteY1-188" fmla="*/ 0 h 3365500"/>
              <a:gd name="connsiteX2-189" fmla="*/ 3367087 w 3367127"/>
              <a:gd name="connsiteY2-190" fmla="*/ 427037 h 3365500"/>
              <a:gd name="connsiteX3-191" fmla="*/ 3365500 w 3367127"/>
              <a:gd name="connsiteY3-192" fmla="*/ 3365500 h 3365500"/>
              <a:gd name="connsiteX4-193" fmla="*/ 3365500 w 3367127"/>
              <a:gd name="connsiteY4-194" fmla="*/ 3365500 h 3365500"/>
              <a:gd name="connsiteX5-195" fmla="*/ 0 w 3367127"/>
              <a:gd name="connsiteY5-196" fmla="*/ 3365500 h 3365500"/>
              <a:gd name="connsiteX6-197" fmla="*/ 0 w 3367127"/>
              <a:gd name="connsiteY6-198" fmla="*/ 3365500 h 3365500"/>
              <a:gd name="connsiteX7-199" fmla="*/ 0 w 3367127"/>
              <a:gd name="connsiteY7-200" fmla="*/ 246590 h 3365500"/>
              <a:gd name="connsiteX8-201" fmla="*/ 246590 w 3367127"/>
              <a:gd name="connsiteY8-202" fmla="*/ 0 h 3365500"/>
              <a:gd name="connsiteX0-203" fmla="*/ 246590 w 3597354"/>
              <a:gd name="connsiteY0-204" fmla="*/ 0 h 3365500"/>
              <a:gd name="connsiteX1-205" fmla="*/ 3366560 w 3597354"/>
              <a:gd name="connsiteY1-206" fmla="*/ 0 h 3365500"/>
              <a:gd name="connsiteX2-207" fmla="*/ 3365500 w 3597354"/>
              <a:gd name="connsiteY2-208" fmla="*/ 3365500 h 3365500"/>
              <a:gd name="connsiteX3-209" fmla="*/ 3365500 w 3597354"/>
              <a:gd name="connsiteY3-210" fmla="*/ 3365500 h 3365500"/>
              <a:gd name="connsiteX4-211" fmla="*/ 0 w 3597354"/>
              <a:gd name="connsiteY4-212" fmla="*/ 3365500 h 3365500"/>
              <a:gd name="connsiteX5-213" fmla="*/ 0 w 3597354"/>
              <a:gd name="connsiteY5-214" fmla="*/ 3365500 h 3365500"/>
              <a:gd name="connsiteX6-215" fmla="*/ 0 w 3597354"/>
              <a:gd name="connsiteY6-216" fmla="*/ 246590 h 3365500"/>
              <a:gd name="connsiteX7-217" fmla="*/ 246590 w 3597354"/>
              <a:gd name="connsiteY7-218" fmla="*/ 0 h 3365500"/>
              <a:gd name="connsiteX0-219" fmla="*/ 246590 w 3367119"/>
              <a:gd name="connsiteY0-220" fmla="*/ 0 h 3365500"/>
              <a:gd name="connsiteX1-221" fmla="*/ 3366560 w 3367119"/>
              <a:gd name="connsiteY1-222" fmla="*/ 0 h 3365500"/>
              <a:gd name="connsiteX2-223" fmla="*/ 3365500 w 3367119"/>
              <a:gd name="connsiteY2-224" fmla="*/ 3365500 h 3365500"/>
              <a:gd name="connsiteX3-225" fmla="*/ 3365500 w 3367119"/>
              <a:gd name="connsiteY3-226" fmla="*/ 3365500 h 3365500"/>
              <a:gd name="connsiteX4-227" fmla="*/ 0 w 3367119"/>
              <a:gd name="connsiteY4-228" fmla="*/ 3365500 h 3365500"/>
              <a:gd name="connsiteX5-229" fmla="*/ 0 w 3367119"/>
              <a:gd name="connsiteY5-230" fmla="*/ 3365500 h 3365500"/>
              <a:gd name="connsiteX6-231" fmla="*/ 0 w 3367119"/>
              <a:gd name="connsiteY6-232" fmla="*/ 246590 h 3365500"/>
              <a:gd name="connsiteX7-233" fmla="*/ 246590 w 3367119"/>
              <a:gd name="connsiteY7-234" fmla="*/ 0 h 3365500"/>
              <a:gd name="connsiteX0-235" fmla="*/ 246590 w 3366560"/>
              <a:gd name="connsiteY0-236" fmla="*/ 0 h 3365500"/>
              <a:gd name="connsiteX1-237" fmla="*/ 3366560 w 3366560"/>
              <a:gd name="connsiteY1-238" fmla="*/ 0 h 3365500"/>
              <a:gd name="connsiteX2-239" fmla="*/ 3365500 w 3366560"/>
              <a:gd name="connsiteY2-240" fmla="*/ 3365500 h 3365500"/>
              <a:gd name="connsiteX3-241" fmla="*/ 3365500 w 3366560"/>
              <a:gd name="connsiteY3-242" fmla="*/ 3365500 h 3365500"/>
              <a:gd name="connsiteX4-243" fmla="*/ 0 w 3366560"/>
              <a:gd name="connsiteY4-244" fmla="*/ 3365500 h 3365500"/>
              <a:gd name="connsiteX5-245" fmla="*/ 0 w 3366560"/>
              <a:gd name="connsiteY5-246" fmla="*/ 3365500 h 3365500"/>
              <a:gd name="connsiteX6-247" fmla="*/ 0 w 3366560"/>
              <a:gd name="connsiteY6-248" fmla="*/ 246590 h 3365500"/>
              <a:gd name="connsiteX7-249" fmla="*/ 246590 w 3366560"/>
              <a:gd name="connsiteY7-250" fmla="*/ 0 h 33655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3366560" h="3365500">
                <a:moveTo>
                  <a:pt x="246590" y="0"/>
                </a:moveTo>
                <a:lnTo>
                  <a:pt x="3366560" y="0"/>
                </a:lnTo>
                <a:cubicBezTo>
                  <a:pt x="3363456" y="57044"/>
                  <a:pt x="3365677" y="2804583"/>
                  <a:pt x="3365500" y="3365500"/>
                </a:cubicBezTo>
                <a:lnTo>
                  <a:pt x="3365500" y="3365500"/>
                </a:lnTo>
                <a:lnTo>
                  <a:pt x="0" y="3365500"/>
                </a:lnTo>
                <a:lnTo>
                  <a:pt x="0" y="3365500"/>
                </a:lnTo>
                <a:lnTo>
                  <a:pt x="0" y="246590"/>
                </a:lnTo>
                <a:cubicBezTo>
                  <a:pt x="0" y="110402"/>
                  <a:pt x="110402" y="0"/>
                  <a:pt x="246590" y="0"/>
                </a:cubicBezTo>
                <a:close/>
              </a:path>
            </a:pathLst>
          </a:cu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三栏-三图">
    <p:spTree>
      <p:nvGrpSpPr>
        <p:cNvPr id="1" name=""/>
        <p:cNvGrpSpPr/>
        <p:nvPr/>
      </p:nvGrpSpPr>
      <p:grpSpPr>
        <a:xfrm>
          <a:off x="0" y="0"/>
          <a:ext cx="0" cy="0"/>
          <a:chOff x="0" y="0"/>
          <a:chExt cx="0" cy="0"/>
        </a:xfrm>
      </p:grpSpPr>
      <p:sp>
        <p:nvSpPr>
          <p:cNvPr id="17" name="图片占位符 16"/>
          <p:cNvSpPr>
            <a:spLocks noGrp="1"/>
          </p:cNvSpPr>
          <p:nvPr>
            <p:ph type="pic" sz="quarter" idx="26"/>
          </p:nvPr>
        </p:nvSpPr>
        <p:spPr>
          <a:xfrm>
            <a:off x="7492771" y="1763713"/>
            <a:ext cx="3365500" cy="3365500"/>
          </a:xfrm>
          <a:prstGeom prst="round1Rect">
            <a:avLst>
              <a:gd name="adj" fmla="val 6761"/>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1"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5"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3" name="图片占位符 2"/>
          <p:cNvSpPr>
            <a:spLocks noGrp="1"/>
          </p:cNvSpPr>
          <p:nvPr>
            <p:ph type="pic" sz="quarter" idx="25"/>
          </p:nvPr>
        </p:nvSpPr>
        <p:spPr>
          <a:xfrm>
            <a:off x="4070516" y="1764000"/>
            <a:ext cx="3366000" cy="3366000"/>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19" name="图片占位符 18"/>
          <p:cNvSpPr>
            <a:spLocks noGrp="1"/>
          </p:cNvSpPr>
          <p:nvPr>
            <p:ph type="pic" sz="quarter" idx="27"/>
          </p:nvPr>
        </p:nvSpPr>
        <p:spPr>
          <a:xfrm>
            <a:off x="647700" y="1763713"/>
            <a:ext cx="3366560" cy="3365500"/>
          </a:xfrm>
          <a:custGeom>
            <a:avLst/>
            <a:gdLst>
              <a:gd name="connsiteX0" fmla="*/ 246590 w 3365500"/>
              <a:gd name="connsiteY0" fmla="*/ 0 h 3365500"/>
              <a:gd name="connsiteX1" fmla="*/ 3118910 w 3365500"/>
              <a:gd name="connsiteY1" fmla="*/ 0 h 3365500"/>
              <a:gd name="connsiteX2" fmla="*/ 3365500 w 3365500"/>
              <a:gd name="connsiteY2" fmla="*/ 246590 h 3365500"/>
              <a:gd name="connsiteX3" fmla="*/ 3365500 w 3365500"/>
              <a:gd name="connsiteY3" fmla="*/ 3365500 h 3365500"/>
              <a:gd name="connsiteX4" fmla="*/ 3365500 w 3365500"/>
              <a:gd name="connsiteY4" fmla="*/ 3365500 h 3365500"/>
              <a:gd name="connsiteX5" fmla="*/ 0 w 3365500"/>
              <a:gd name="connsiteY5" fmla="*/ 3365500 h 3365500"/>
              <a:gd name="connsiteX6" fmla="*/ 0 w 3365500"/>
              <a:gd name="connsiteY6" fmla="*/ 3365500 h 3365500"/>
              <a:gd name="connsiteX7" fmla="*/ 0 w 3365500"/>
              <a:gd name="connsiteY7" fmla="*/ 246590 h 3365500"/>
              <a:gd name="connsiteX8" fmla="*/ 246590 w 3365500"/>
              <a:gd name="connsiteY8" fmla="*/ 0 h 3365500"/>
              <a:gd name="connsiteX0-1" fmla="*/ 246590 w 3400346"/>
              <a:gd name="connsiteY0-2" fmla="*/ 0 h 3365500"/>
              <a:gd name="connsiteX1-3" fmla="*/ 3328460 w 3400346"/>
              <a:gd name="connsiteY1-4" fmla="*/ 0 h 3365500"/>
              <a:gd name="connsiteX2-5" fmla="*/ 3365500 w 3400346"/>
              <a:gd name="connsiteY2-6" fmla="*/ 246590 h 3365500"/>
              <a:gd name="connsiteX3-7" fmla="*/ 3365500 w 3400346"/>
              <a:gd name="connsiteY3-8" fmla="*/ 3365500 h 3365500"/>
              <a:gd name="connsiteX4-9" fmla="*/ 3365500 w 3400346"/>
              <a:gd name="connsiteY4-10" fmla="*/ 3365500 h 3365500"/>
              <a:gd name="connsiteX5-11" fmla="*/ 0 w 3400346"/>
              <a:gd name="connsiteY5-12" fmla="*/ 3365500 h 3365500"/>
              <a:gd name="connsiteX6-13" fmla="*/ 0 w 3400346"/>
              <a:gd name="connsiteY6-14" fmla="*/ 3365500 h 3365500"/>
              <a:gd name="connsiteX7-15" fmla="*/ 0 w 3400346"/>
              <a:gd name="connsiteY7-16" fmla="*/ 246590 h 3365500"/>
              <a:gd name="connsiteX8-17" fmla="*/ 246590 w 3400346"/>
              <a:gd name="connsiteY8-18" fmla="*/ 0 h 3365500"/>
              <a:gd name="connsiteX0-19" fmla="*/ 246590 w 3413081"/>
              <a:gd name="connsiteY0-20" fmla="*/ 0 h 3365500"/>
              <a:gd name="connsiteX1-21" fmla="*/ 3347510 w 3413081"/>
              <a:gd name="connsiteY1-22" fmla="*/ 0 h 3365500"/>
              <a:gd name="connsiteX2-23" fmla="*/ 3365500 w 3413081"/>
              <a:gd name="connsiteY2-24" fmla="*/ 246590 h 3365500"/>
              <a:gd name="connsiteX3-25" fmla="*/ 3365500 w 3413081"/>
              <a:gd name="connsiteY3-26" fmla="*/ 3365500 h 3365500"/>
              <a:gd name="connsiteX4-27" fmla="*/ 3365500 w 3413081"/>
              <a:gd name="connsiteY4-28" fmla="*/ 3365500 h 3365500"/>
              <a:gd name="connsiteX5-29" fmla="*/ 0 w 3413081"/>
              <a:gd name="connsiteY5-30" fmla="*/ 3365500 h 3365500"/>
              <a:gd name="connsiteX6-31" fmla="*/ 0 w 3413081"/>
              <a:gd name="connsiteY6-32" fmla="*/ 3365500 h 3365500"/>
              <a:gd name="connsiteX7-33" fmla="*/ 0 w 3413081"/>
              <a:gd name="connsiteY7-34" fmla="*/ 246590 h 3365500"/>
              <a:gd name="connsiteX8-35" fmla="*/ 246590 w 3413081"/>
              <a:gd name="connsiteY8-36" fmla="*/ 0 h 3365500"/>
              <a:gd name="connsiteX0-37" fmla="*/ 246590 w 3419838"/>
              <a:gd name="connsiteY0-38" fmla="*/ 0 h 3365500"/>
              <a:gd name="connsiteX1-39" fmla="*/ 3357035 w 3419838"/>
              <a:gd name="connsiteY1-40" fmla="*/ 0 h 3365500"/>
              <a:gd name="connsiteX2-41" fmla="*/ 3365500 w 3419838"/>
              <a:gd name="connsiteY2-42" fmla="*/ 246590 h 3365500"/>
              <a:gd name="connsiteX3-43" fmla="*/ 3365500 w 3419838"/>
              <a:gd name="connsiteY3-44" fmla="*/ 3365500 h 3365500"/>
              <a:gd name="connsiteX4-45" fmla="*/ 3365500 w 3419838"/>
              <a:gd name="connsiteY4-46" fmla="*/ 3365500 h 3365500"/>
              <a:gd name="connsiteX5-47" fmla="*/ 0 w 3419838"/>
              <a:gd name="connsiteY5-48" fmla="*/ 3365500 h 3365500"/>
              <a:gd name="connsiteX6-49" fmla="*/ 0 w 3419838"/>
              <a:gd name="connsiteY6-50" fmla="*/ 3365500 h 3365500"/>
              <a:gd name="connsiteX7-51" fmla="*/ 0 w 3419838"/>
              <a:gd name="connsiteY7-52" fmla="*/ 246590 h 3365500"/>
              <a:gd name="connsiteX8-53" fmla="*/ 246590 w 3419838"/>
              <a:gd name="connsiteY8-54" fmla="*/ 0 h 3365500"/>
              <a:gd name="connsiteX0-55" fmla="*/ 246590 w 3426814"/>
              <a:gd name="connsiteY0-56" fmla="*/ 0 h 3365500"/>
              <a:gd name="connsiteX1-57" fmla="*/ 3366560 w 3426814"/>
              <a:gd name="connsiteY1-58" fmla="*/ 0 h 3365500"/>
              <a:gd name="connsiteX2-59" fmla="*/ 3365500 w 3426814"/>
              <a:gd name="connsiteY2-60" fmla="*/ 246590 h 3365500"/>
              <a:gd name="connsiteX3-61" fmla="*/ 3365500 w 3426814"/>
              <a:gd name="connsiteY3-62" fmla="*/ 3365500 h 3365500"/>
              <a:gd name="connsiteX4-63" fmla="*/ 3365500 w 3426814"/>
              <a:gd name="connsiteY4-64" fmla="*/ 3365500 h 3365500"/>
              <a:gd name="connsiteX5-65" fmla="*/ 0 w 3426814"/>
              <a:gd name="connsiteY5-66" fmla="*/ 3365500 h 3365500"/>
              <a:gd name="connsiteX6-67" fmla="*/ 0 w 3426814"/>
              <a:gd name="connsiteY6-68" fmla="*/ 3365500 h 3365500"/>
              <a:gd name="connsiteX7-69" fmla="*/ 0 w 3426814"/>
              <a:gd name="connsiteY7-70" fmla="*/ 246590 h 3365500"/>
              <a:gd name="connsiteX8-71" fmla="*/ 246590 w 3426814"/>
              <a:gd name="connsiteY8-72" fmla="*/ 0 h 3365500"/>
              <a:gd name="connsiteX0-73" fmla="*/ 246590 w 3426814"/>
              <a:gd name="connsiteY0-74" fmla="*/ 0 h 3365500"/>
              <a:gd name="connsiteX1-75" fmla="*/ 3366560 w 3426814"/>
              <a:gd name="connsiteY1-76" fmla="*/ 0 h 3365500"/>
              <a:gd name="connsiteX2-77" fmla="*/ 3365500 w 3426814"/>
              <a:gd name="connsiteY2-78" fmla="*/ 246590 h 3365500"/>
              <a:gd name="connsiteX3-79" fmla="*/ 3367087 w 3426814"/>
              <a:gd name="connsiteY3-80" fmla="*/ 427037 h 3365500"/>
              <a:gd name="connsiteX4-81" fmla="*/ 3365500 w 3426814"/>
              <a:gd name="connsiteY4-82" fmla="*/ 3365500 h 3365500"/>
              <a:gd name="connsiteX5-83" fmla="*/ 3365500 w 3426814"/>
              <a:gd name="connsiteY5-84" fmla="*/ 3365500 h 3365500"/>
              <a:gd name="connsiteX6-85" fmla="*/ 0 w 3426814"/>
              <a:gd name="connsiteY6-86" fmla="*/ 3365500 h 3365500"/>
              <a:gd name="connsiteX7-87" fmla="*/ 0 w 3426814"/>
              <a:gd name="connsiteY7-88" fmla="*/ 3365500 h 3365500"/>
              <a:gd name="connsiteX8-89" fmla="*/ 0 w 3426814"/>
              <a:gd name="connsiteY8-90" fmla="*/ 246590 h 3365500"/>
              <a:gd name="connsiteX9" fmla="*/ 246590 w 3426814"/>
              <a:gd name="connsiteY9" fmla="*/ 0 h 3365500"/>
              <a:gd name="connsiteX0-91" fmla="*/ 246590 w 3599479"/>
              <a:gd name="connsiteY0-92" fmla="*/ 15825 h 3381325"/>
              <a:gd name="connsiteX1-93" fmla="*/ 3366560 w 3599479"/>
              <a:gd name="connsiteY1-94" fmla="*/ 15825 h 3381325"/>
              <a:gd name="connsiteX2-95" fmla="*/ 3371849 w 3599479"/>
              <a:gd name="connsiteY2-96" fmla="*/ 19000 h 3381325"/>
              <a:gd name="connsiteX3-97" fmla="*/ 3365500 w 3599479"/>
              <a:gd name="connsiteY3-98" fmla="*/ 262415 h 3381325"/>
              <a:gd name="connsiteX4-99" fmla="*/ 3367087 w 3599479"/>
              <a:gd name="connsiteY4-100" fmla="*/ 442862 h 3381325"/>
              <a:gd name="connsiteX5-101" fmla="*/ 3365500 w 3599479"/>
              <a:gd name="connsiteY5-102" fmla="*/ 3381325 h 3381325"/>
              <a:gd name="connsiteX6-103" fmla="*/ 3365500 w 3599479"/>
              <a:gd name="connsiteY6-104" fmla="*/ 3381325 h 3381325"/>
              <a:gd name="connsiteX7-105" fmla="*/ 0 w 3599479"/>
              <a:gd name="connsiteY7-106" fmla="*/ 3381325 h 3381325"/>
              <a:gd name="connsiteX8-107" fmla="*/ 0 w 3599479"/>
              <a:gd name="connsiteY8-108" fmla="*/ 3381325 h 3381325"/>
              <a:gd name="connsiteX9-109" fmla="*/ 0 w 3599479"/>
              <a:gd name="connsiteY9-110" fmla="*/ 262415 h 3381325"/>
              <a:gd name="connsiteX10" fmla="*/ 246590 w 3599479"/>
              <a:gd name="connsiteY10" fmla="*/ 15825 h 3381325"/>
              <a:gd name="connsiteX0-111" fmla="*/ 246590 w 3599419"/>
              <a:gd name="connsiteY0-112" fmla="*/ 29179 h 3394679"/>
              <a:gd name="connsiteX1-113" fmla="*/ 3366560 w 3599419"/>
              <a:gd name="connsiteY1-114" fmla="*/ 29179 h 3394679"/>
              <a:gd name="connsiteX2-115" fmla="*/ 3371849 w 3599419"/>
              <a:gd name="connsiteY2-116" fmla="*/ 32354 h 3394679"/>
              <a:gd name="connsiteX3-117" fmla="*/ 3367087 w 3599419"/>
              <a:gd name="connsiteY3-118" fmla="*/ 456216 h 3394679"/>
              <a:gd name="connsiteX4-119" fmla="*/ 3365500 w 3599419"/>
              <a:gd name="connsiteY4-120" fmla="*/ 3394679 h 3394679"/>
              <a:gd name="connsiteX5-121" fmla="*/ 3365500 w 3599419"/>
              <a:gd name="connsiteY5-122" fmla="*/ 3394679 h 3394679"/>
              <a:gd name="connsiteX6-123" fmla="*/ 0 w 3599419"/>
              <a:gd name="connsiteY6-124" fmla="*/ 3394679 h 3394679"/>
              <a:gd name="connsiteX7-125" fmla="*/ 0 w 3599419"/>
              <a:gd name="connsiteY7-126" fmla="*/ 3394679 h 3394679"/>
              <a:gd name="connsiteX8-127" fmla="*/ 0 w 3599419"/>
              <a:gd name="connsiteY8-128" fmla="*/ 275769 h 3394679"/>
              <a:gd name="connsiteX9-129" fmla="*/ 246590 w 3599419"/>
              <a:gd name="connsiteY9-130" fmla="*/ 29179 h 3394679"/>
              <a:gd name="connsiteX0-131" fmla="*/ 246590 w 3597884"/>
              <a:gd name="connsiteY0-132" fmla="*/ 0 h 3365500"/>
              <a:gd name="connsiteX1-133" fmla="*/ 3366560 w 3597884"/>
              <a:gd name="connsiteY1-134" fmla="*/ 0 h 3365500"/>
              <a:gd name="connsiteX2-135" fmla="*/ 3367087 w 3597884"/>
              <a:gd name="connsiteY2-136" fmla="*/ 427037 h 3365500"/>
              <a:gd name="connsiteX3-137" fmla="*/ 3365500 w 3597884"/>
              <a:gd name="connsiteY3-138" fmla="*/ 3365500 h 3365500"/>
              <a:gd name="connsiteX4-139" fmla="*/ 3365500 w 3597884"/>
              <a:gd name="connsiteY4-140" fmla="*/ 3365500 h 3365500"/>
              <a:gd name="connsiteX5-141" fmla="*/ 0 w 3597884"/>
              <a:gd name="connsiteY5-142" fmla="*/ 3365500 h 3365500"/>
              <a:gd name="connsiteX6-143" fmla="*/ 0 w 3597884"/>
              <a:gd name="connsiteY6-144" fmla="*/ 3365500 h 3365500"/>
              <a:gd name="connsiteX7-145" fmla="*/ 0 w 3597884"/>
              <a:gd name="connsiteY7-146" fmla="*/ 246590 h 3365500"/>
              <a:gd name="connsiteX8-147" fmla="*/ 246590 w 3597884"/>
              <a:gd name="connsiteY8-148" fmla="*/ 0 h 3365500"/>
              <a:gd name="connsiteX0-149" fmla="*/ 246590 w 3377753"/>
              <a:gd name="connsiteY0-150" fmla="*/ 16210 h 3381710"/>
              <a:gd name="connsiteX1-151" fmla="*/ 3366560 w 3377753"/>
              <a:gd name="connsiteY1-152" fmla="*/ 16210 h 3381710"/>
              <a:gd name="connsiteX2-153" fmla="*/ 3367087 w 3377753"/>
              <a:gd name="connsiteY2-154" fmla="*/ 443247 h 3381710"/>
              <a:gd name="connsiteX3-155" fmla="*/ 3365500 w 3377753"/>
              <a:gd name="connsiteY3-156" fmla="*/ 3381710 h 3381710"/>
              <a:gd name="connsiteX4-157" fmla="*/ 3365500 w 3377753"/>
              <a:gd name="connsiteY4-158" fmla="*/ 3381710 h 3381710"/>
              <a:gd name="connsiteX5-159" fmla="*/ 0 w 3377753"/>
              <a:gd name="connsiteY5-160" fmla="*/ 3381710 h 3381710"/>
              <a:gd name="connsiteX6-161" fmla="*/ 0 w 3377753"/>
              <a:gd name="connsiteY6-162" fmla="*/ 3381710 h 3381710"/>
              <a:gd name="connsiteX7-163" fmla="*/ 0 w 3377753"/>
              <a:gd name="connsiteY7-164" fmla="*/ 262800 h 3381710"/>
              <a:gd name="connsiteX8-165" fmla="*/ 246590 w 3377753"/>
              <a:gd name="connsiteY8-166" fmla="*/ 16210 h 3381710"/>
              <a:gd name="connsiteX0-167" fmla="*/ 246590 w 3367127"/>
              <a:gd name="connsiteY0-168" fmla="*/ 0 h 3365500"/>
              <a:gd name="connsiteX1-169" fmla="*/ 3366560 w 3367127"/>
              <a:gd name="connsiteY1-170" fmla="*/ 0 h 3365500"/>
              <a:gd name="connsiteX2-171" fmla="*/ 3367087 w 3367127"/>
              <a:gd name="connsiteY2-172" fmla="*/ 427037 h 3365500"/>
              <a:gd name="connsiteX3-173" fmla="*/ 3365500 w 3367127"/>
              <a:gd name="connsiteY3-174" fmla="*/ 3365500 h 3365500"/>
              <a:gd name="connsiteX4-175" fmla="*/ 3365500 w 3367127"/>
              <a:gd name="connsiteY4-176" fmla="*/ 3365500 h 3365500"/>
              <a:gd name="connsiteX5-177" fmla="*/ 0 w 3367127"/>
              <a:gd name="connsiteY5-178" fmla="*/ 3365500 h 3365500"/>
              <a:gd name="connsiteX6-179" fmla="*/ 0 w 3367127"/>
              <a:gd name="connsiteY6-180" fmla="*/ 3365500 h 3365500"/>
              <a:gd name="connsiteX7-181" fmla="*/ 0 w 3367127"/>
              <a:gd name="connsiteY7-182" fmla="*/ 246590 h 3365500"/>
              <a:gd name="connsiteX8-183" fmla="*/ 246590 w 3367127"/>
              <a:gd name="connsiteY8-184" fmla="*/ 0 h 3365500"/>
              <a:gd name="connsiteX0-185" fmla="*/ 246590 w 3367127"/>
              <a:gd name="connsiteY0-186" fmla="*/ 0 h 3365500"/>
              <a:gd name="connsiteX1-187" fmla="*/ 3366560 w 3367127"/>
              <a:gd name="connsiteY1-188" fmla="*/ 0 h 3365500"/>
              <a:gd name="connsiteX2-189" fmla="*/ 3367087 w 3367127"/>
              <a:gd name="connsiteY2-190" fmla="*/ 427037 h 3365500"/>
              <a:gd name="connsiteX3-191" fmla="*/ 3365500 w 3367127"/>
              <a:gd name="connsiteY3-192" fmla="*/ 3365500 h 3365500"/>
              <a:gd name="connsiteX4-193" fmla="*/ 3365500 w 3367127"/>
              <a:gd name="connsiteY4-194" fmla="*/ 3365500 h 3365500"/>
              <a:gd name="connsiteX5-195" fmla="*/ 0 w 3367127"/>
              <a:gd name="connsiteY5-196" fmla="*/ 3365500 h 3365500"/>
              <a:gd name="connsiteX6-197" fmla="*/ 0 w 3367127"/>
              <a:gd name="connsiteY6-198" fmla="*/ 3365500 h 3365500"/>
              <a:gd name="connsiteX7-199" fmla="*/ 0 w 3367127"/>
              <a:gd name="connsiteY7-200" fmla="*/ 246590 h 3365500"/>
              <a:gd name="connsiteX8-201" fmla="*/ 246590 w 3367127"/>
              <a:gd name="connsiteY8-202" fmla="*/ 0 h 3365500"/>
              <a:gd name="connsiteX0-203" fmla="*/ 246590 w 3597354"/>
              <a:gd name="connsiteY0-204" fmla="*/ 0 h 3365500"/>
              <a:gd name="connsiteX1-205" fmla="*/ 3366560 w 3597354"/>
              <a:gd name="connsiteY1-206" fmla="*/ 0 h 3365500"/>
              <a:gd name="connsiteX2-207" fmla="*/ 3365500 w 3597354"/>
              <a:gd name="connsiteY2-208" fmla="*/ 3365500 h 3365500"/>
              <a:gd name="connsiteX3-209" fmla="*/ 3365500 w 3597354"/>
              <a:gd name="connsiteY3-210" fmla="*/ 3365500 h 3365500"/>
              <a:gd name="connsiteX4-211" fmla="*/ 0 w 3597354"/>
              <a:gd name="connsiteY4-212" fmla="*/ 3365500 h 3365500"/>
              <a:gd name="connsiteX5-213" fmla="*/ 0 w 3597354"/>
              <a:gd name="connsiteY5-214" fmla="*/ 3365500 h 3365500"/>
              <a:gd name="connsiteX6-215" fmla="*/ 0 w 3597354"/>
              <a:gd name="connsiteY6-216" fmla="*/ 246590 h 3365500"/>
              <a:gd name="connsiteX7-217" fmla="*/ 246590 w 3597354"/>
              <a:gd name="connsiteY7-218" fmla="*/ 0 h 3365500"/>
              <a:gd name="connsiteX0-219" fmla="*/ 246590 w 3367119"/>
              <a:gd name="connsiteY0-220" fmla="*/ 0 h 3365500"/>
              <a:gd name="connsiteX1-221" fmla="*/ 3366560 w 3367119"/>
              <a:gd name="connsiteY1-222" fmla="*/ 0 h 3365500"/>
              <a:gd name="connsiteX2-223" fmla="*/ 3365500 w 3367119"/>
              <a:gd name="connsiteY2-224" fmla="*/ 3365500 h 3365500"/>
              <a:gd name="connsiteX3-225" fmla="*/ 3365500 w 3367119"/>
              <a:gd name="connsiteY3-226" fmla="*/ 3365500 h 3365500"/>
              <a:gd name="connsiteX4-227" fmla="*/ 0 w 3367119"/>
              <a:gd name="connsiteY4-228" fmla="*/ 3365500 h 3365500"/>
              <a:gd name="connsiteX5-229" fmla="*/ 0 w 3367119"/>
              <a:gd name="connsiteY5-230" fmla="*/ 3365500 h 3365500"/>
              <a:gd name="connsiteX6-231" fmla="*/ 0 w 3367119"/>
              <a:gd name="connsiteY6-232" fmla="*/ 246590 h 3365500"/>
              <a:gd name="connsiteX7-233" fmla="*/ 246590 w 3367119"/>
              <a:gd name="connsiteY7-234" fmla="*/ 0 h 3365500"/>
              <a:gd name="connsiteX0-235" fmla="*/ 246590 w 3366560"/>
              <a:gd name="connsiteY0-236" fmla="*/ 0 h 3365500"/>
              <a:gd name="connsiteX1-237" fmla="*/ 3366560 w 3366560"/>
              <a:gd name="connsiteY1-238" fmla="*/ 0 h 3365500"/>
              <a:gd name="connsiteX2-239" fmla="*/ 3365500 w 3366560"/>
              <a:gd name="connsiteY2-240" fmla="*/ 3365500 h 3365500"/>
              <a:gd name="connsiteX3-241" fmla="*/ 3365500 w 3366560"/>
              <a:gd name="connsiteY3-242" fmla="*/ 3365500 h 3365500"/>
              <a:gd name="connsiteX4-243" fmla="*/ 0 w 3366560"/>
              <a:gd name="connsiteY4-244" fmla="*/ 3365500 h 3365500"/>
              <a:gd name="connsiteX5-245" fmla="*/ 0 w 3366560"/>
              <a:gd name="connsiteY5-246" fmla="*/ 3365500 h 3365500"/>
              <a:gd name="connsiteX6-247" fmla="*/ 0 w 3366560"/>
              <a:gd name="connsiteY6-248" fmla="*/ 246590 h 3365500"/>
              <a:gd name="connsiteX7-249" fmla="*/ 246590 w 3366560"/>
              <a:gd name="connsiteY7-250" fmla="*/ 0 h 33655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3366560" h="3365500">
                <a:moveTo>
                  <a:pt x="246590" y="0"/>
                </a:moveTo>
                <a:lnTo>
                  <a:pt x="3366560" y="0"/>
                </a:lnTo>
                <a:cubicBezTo>
                  <a:pt x="3363456" y="57044"/>
                  <a:pt x="3365677" y="2804583"/>
                  <a:pt x="3365500" y="3365500"/>
                </a:cubicBezTo>
                <a:lnTo>
                  <a:pt x="3365500" y="3365500"/>
                </a:lnTo>
                <a:lnTo>
                  <a:pt x="0" y="3365500"/>
                </a:lnTo>
                <a:lnTo>
                  <a:pt x="0" y="3365500"/>
                </a:lnTo>
                <a:lnTo>
                  <a:pt x="0" y="246590"/>
                </a:lnTo>
                <a:cubicBezTo>
                  <a:pt x="0" y="110402"/>
                  <a:pt x="110402" y="0"/>
                  <a:pt x="246590" y="0"/>
                </a:cubicBezTo>
                <a:close/>
              </a:path>
            </a:pathLst>
          </a:cu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两栏-左字右四图">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矩形 13"/>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21"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22"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23" name="图片占位符 26"/>
          <p:cNvSpPr>
            <a:spLocks noGrp="1"/>
          </p:cNvSpPr>
          <p:nvPr>
            <p:ph type="pic" sz="quarter" idx="23"/>
          </p:nvPr>
        </p:nvSpPr>
        <p:spPr>
          <a:xfrm>
            <a:off x="6945807" y="1764001"/>
            <a:ext cx="1937400" cy="1951797"/>
          </a:xfrm>
          <a:custGeom>
            <a:avLst/>
            <a:gdLst>
              <a:gd name="connsiteX0" fmla="*/ 385763 w 1636713"/>
              <a:gd name="connsiteY0" fmla="*/ 0 h 1640417"/>
              <a:gd name="connsiteX1" fmla="*/ 1630363 w 1636713"/>
              <a:gd name="connsiteY1" fmla="*/ 0 h 1640417"/>
              <a:gd name="connsiteX2" fmla="*/ 1630363 w 1636713"/>
              <a:gd name="connsiteY2" fmla="*/ 88946 h 1640417"/>
              <a:gd name="connsiteX3" fmla="*/ 1636713 w 1636713"/>
              <a:gd name="connsiteY3" fmla="*/ 120398 h 1640417"/>
              <a:gd name="connsiteX4" fmla="*/ 1636713 w 1636713"/>
              <a:gd name="connsiteY4" fmla="*/ 1005418 h 1640417"/>
              <a:gd name="connsiteX5" fmla="*/ 1636713 w 1636713"/>
              <a:gd name="connsiteY5" fmla="*/ 1517904 h 1640417"/>
              <a:gd name="connsiteX6" fmla="*/ 1636713 w 1636713"/>
              <a:gd name="connsiteY6" fmla="*/ 1638831 h 1640417"/>
              <a:gd name="connsiteX7" fmla="*/ 1630363 w 1636713"/>
              <a:gd name="connsiteY7" fmla="*/ 1638831 h 1640417"/>
              <a:gd name="connsiteX8" fmla="*/ 1630363 w 1636713"/>
              <a:gd name="connsiteY8" fmla="*/ 1640417 h 1640417"/>
              <a:gd name="connsiteX9" fmla="*/ 385763 w 1636713"/>
              <a:gd name="connsiteY9" fmla="*/ 1640417 h 1640417"/>
              <a:gd name="connsiteX10" fmla="*/ 385763 w 1636713"/>
              <a:gd name="connsiteY10" fmla="*/ 1638831 h 1640417"/>
              <a:gd name="connsiteX11" fmla="*/ 0 w 1636713"/>
              <a:gd name="connsiteY11" fmla="*/ 1638831 h 1640417"/>
              <a:gd name="connsiteX12" fmla="*/ 0 w 1636713"/>
              <a:gd name="connsiteY12" fmla="*/ 1517904 h 1640417"/>
              <a:gd name="connsiteX13" fmla="*/ 0 w 1636713"/>
              <a:gd name="connsiteY13" fmla="*/ 1005418 h 1640417"/>
              <a:gd name="connsiteX14" fmla="*/ 0 w 1636713"/>
              <a:gd name="connsiteY14" fmla="*/ 120398 h 1640417"/>
              <a:gd name="connsiteX15" fmla="*/ 120397 w 1636713"/>
              <a:gd name="connsiteY15" fmla="*/ 1 h 1640417"/>
              <a:gd name="connsiteX16" fmla="*/ 385763 w 1636713"/>
              <a:gd name="connsiteY16" fmla="*/ 1 h 1640417"/>
              <a:gd name="connsiteX0-1" fmla="*/ 385763 w 1636713"/>
              <a:gd name="connsiteY0-2" fmla="*/ 0 h 1640417"/>
              <a:gd name="connsiteX1-3" fmla="*/ 1630363 w 1636713"/>
              <a:gd name="connsiteY1-4" fmla="*/ 0 h 1640417"/>
              <a:gd name="connsiteX2-5" fmla="*/ 1630363 w 1636713"/>
              <a:gd name="connsiteY2-6" fmla="*/ 88946 h 1640417"/>
              <a:gd name="connsiteX3-7" fmla="*/ 1636713 w 1636713"/>
              <a:gd name="connsiteY3-8" fmla="*/ 1005418 h 1640417"/>
              <a:gd name="connsiteX4-9" fmla="*/ 1636713 w 1636713"/>
              <a:gd name="connsiteY4-10" fmla="*/ 1517904 h 1640417"/>
              <a:gd name="connsiteX5-11" fmla="*/ 1636713 w 1636713"/>
              <a:gd name="connsiteY5-12" fmla="*/ 1638831 h 1640417"/>
              <a:gd name="connsiteX6-13" fmla="*/ 1630363 w 1636713"/>
              <a:gd name="connsiteY6-14" fmla="*/ 1638831 h 1640417"/>
              <a:gd name="connsiteX7-15" fmla="*/ 1630363 w 1636713"/>
              <a:gd name="connsiteY7-16" fmla="*/ 1640417 h 1640417"/>
              <a:gd name="connsiteX8-17" fmla="*/ 385763 w 1636713"/>
              <a:gd name="connsiteY8-18" fmla="*/ 1640417 h 1640417"/>
              <a:gd name="connsiteX9-19" fmla="*/ 385763 w 1636713"/>
              <a:gd name="connsiteY9-20" fmla="*/ 1638831 h 1640417"/>
              <a:gd name="connsiteX10-21" fmla="*/ 0 w 1636713"/>
              <a:gd name="connsiteY10-22" fmla="*/ 1638831 h 1640417"/>
              <a:gd name="connsiteX11-23" fmla="*/ 0 w 1636713"/>
              <a:gd name="connsiteY11-24" fmla="*/ 1517904 h 1640417"/>
              <a:gd name="connsiteX12-25" fmla="*/ 0 w 1636713"/>
              <a:gd name="connsiteY12-26" fmla="*/ 1005418 h 1640417"/>
              <a:gd name="connsiteX13-27" fmla="*/ 0 w 1636713"/>
              <a:gd name="connsiteY13-28" fmla="*/ 120398 h 1640417"/>
              <a:gd name="connsiteX14-29" fmla="*/ 120397 w 1636713"/>
              <a:gd name="connsiteY14-30" fmla="*/ 1 h 1640417"/>
              <a:gd name="connsiteX15-31" fmla="*/ 385763 w 1636713"/>
              <a:gd name="connsiteY15-32" fmla="*/ 1 h 1640417"/>
              <a:gd name="connsiteX16-33" fmla="*/ 385763 w 1636713"/>
              <a:gd name="connsiteY16-34" fmla="*/ 0 h 1640417"/>
              <a:gd name="connsiteX0-35" fmla="*/ 385763 w 1636713"/>
              <a:gd name="connsiteY0-36" fmla="*/ 0 h 1640417"/>
              <a:gd name="connsiteX1-37" fmla="*/ 1630363 w 1636713"/>
              <a:gd name="connsiteY1-38" fmla="*/ 0 h 1640417"/>
              <a:gd name="connsiteX2-39" fmla="*/ 1636713 w 1636713"/>
              <a:gd name="connsiteY2-40" fmla="*/ 1005418 h 1640417"/>
              <a:gd name="connsiteX3-41" fmla="*/ 1636713 w 1636713"/>
              <a:gd name="connsiteY3-42" fmla="*/ 1517904 h 1640417"/>
              <a:gd name="connsiteX4-43" fmla="*/ 1636713 w 1636713"/>
              <a:gd name="connsiteY4-44" fmla="*/ 1638831 h 1640417"/>
              <a:gd name="connsiteX5-45" fmla="*/ 1630363 w 1636713"/>
              <a:gd name="connsiteY5-46" fmla="*/ 1638831 h 1640417"/>
              <a:gd name="connsiteX6-47" fmla="*/ 1630363 w 1636713"/>
              <a:gd name="connsiteY6-48" fmla="*/ 1640417 h 1640417"/>
              <a:gd name="connsiteX7-49" fmla="*/ 385763 w 1636713"/>
              <a:gd name="connsiteY7-50" fmla="*/ 1640417 h 1640417"/>
              <a:gd name="connsiteX8-51" fmla="*/ 385763 w 1636713"/>
              <a:gd name="connsiteY8-52" fmla="*/ 1638831 h 1640417"/>
              <a:gd name="connsiteX9-53" fmla="*/ 0 w 1636713"/>
              <a:gd name="connsiteY9-54" fmla="*/ 1638831 h 1640417"/>
              <a:gd name="connsiteX10-55" fmla="*/ 0 w 1636713"/>
              <a:gd name="connsiteY10-56" fmla="*/ 1517904 h 1640417"/>
              <a:gd name="connsiteX11-57" fmla="*/ 0 w 1636713"/>
              <a:gd name="connsiteY11-58" fmla="*/ 1005418 h 1640417"/>
              <a:gd name="connsiteX12-59" fmla="*/ 0 w 1636713"/>
              <a:gd name="connsiteY12-60" fmla="*/ 120398 h 1640417"/>
              <a:gd name="connsiteX13-61" fmla="*/ 120397 w 1636713"/>
              <a:gd name="connsiteY13-62" fmla="*/ 1 h 1640417"/>
              <a:gd name="connsiteX14-63" fmla="*/ 385763 w 1636713"/>
              <a:gd name="connsiteY14-64" fmla="*/ 1 h 1640417"/>
              <a:gd name="connsiteX15-65" fmla="*/ 385763 w 1636713"/>
              <a:gd name="connsiteY15-66" fmla="*/ 0 h 1640417"/>
              <a:gd name="connsiteX0-67" fmla="*/ 385763 w 1653171"/>
              <a:gd name="connsiteY0-68" fmla="*/ 0 h 1640417"/>
              <a:gd name="connsiteX1-69" fmla="*/ 1653018 w 1653171"/>
              <a:gd name="connsiteY1-70" fmla="*/ 0 h 1640417"/>
              <a:gd name="connsiteX2-71" fmla="*/ 1636713 w 1653171"/>
              <a:gd name="connsiteY2-72" fmla="*/ 1005418 h 1640417"/>
              <a:gd name="connsiteX3-73" fmla="*/ 1636713 w 1653171"/>
              <a:gd name="connsiteY3-74" fmla="*/ 1517904 h 1640417"/>
              <a:gd name="connsiteX4-75" fmla="*/ 1636713 w 1653171"/>
              <a:gd name="connsiteY4-76" fmla="*/ 1638831 h 1640417"/>
              <a:gd name="connsiteX5-77" fmla="*/ 1630363 w 1653171"/>
              <a:gd name="connsiteY5-78" fmla="*/ 1638831 h 1640417"/>
              <a:gd name="connsiteX6-79" fmla="*/ 1630363 w 1653171"/>
              <a:gd name="connsiteY6-80" fmla="*/ 1640417 h 1640417"/>
              <a:gd name="connsiteX7-81" fmla="*/ 385763 w 1653171"/>
              <a:gd name="connsiteY7-82" fmla="*/ 1640417 h 1640417"/>
              <a:gd name="connsiteX8-83" fmla="*/ 385763 w 1653171"/>
              <a:gd name="connsiteY8-84" fmla="*/ 1638831 h 1640417"/>
              <a:gd name="connsiteX9-85" fmla="*/ 0 w 1653171"/>
              <a:gd name="connsiteY9-86" fmla="*/ 1638831 h 1640417"/>
              <a:gd name="connsiteX10-87" fmla="*/ 0 w 1653171"/>
              <a:gd name="connsiteY10-88" fmla="*/ 1517904 h 1640417"/>
              <a:gd name="connsiteX11-89" fmla="*/ 0 w 1653171"/>
              <a:gd name="connsiteY11-90" fmla="*/ 1005418 h 1640417"/>
              <a:gd name="connsiteX12-91" fmla="*/ 0 w 1653171"/>
              <a:gd name="connsiteY12-92" fmla="*/ 120398 h 1640417"/>
              <a:gd name="connsiteX13-93" fmla="*/ 120397 w 1653171"/>
              <a:gd name="connsiteY13-94" fmla="*/ 1 h 1640417"/>
              <a:gd name="connsiteX14-95" fmla="*/ 385763 w 1653171"/>
              <a:gd name="connsiteY14-96" fmla="*/ 1 h 1640417"/>
              <a:gd name="connsiteX15-97" fmla="*/ 385763 w 1653171"/>
              <a:gd name="connsiteY15-98" fmla="*/ 0 h 1640417"/>
              <a:gd name="connsiteX0-99" fmla="*/ 385763 w 1638414"/>
              <a:gd name="connsiteY0-100" fmla="*/ 0 h 1640417"/>
              <a:gd name="connsiteX1-101" fmla="*/ 1637915 w 1638414"/>
              <a:gd name="connsiteY1-102" fmla="*/ 0 h 1640417"/>
              <a:gd name="connsiteX2-103" fmla="*/ 1636713 w 1638414"/>
              <a:gd name="connsiteY2-104" fmla="*/ 1005418 h 1640417"/>
              <a:gd name="connsiteX3-105" fmla="*/ 1636713 w 1638414"/>
              <a:gd name="connsiteY3-106" fmla="*/ 1517904 h 1640417"/>
              <a:gd name="connsiteX4-107" fmla="*/ 1636713 w 1638414"/>
              <a:gd name="connsiteY4-108" fmla="*/ 1638831 h 1640417"/>
              <a:gd name="connsiteX5-109" fmla="*/ 1630363 w 1638414"/>
              <a:gd name="connsiteY5-110" fmla="*/ 1638831 h 1640417"/>
              <a:gd name="connsiteX6-111" fmla="*/ 1630363 w 1638414"/>
              <a:gd name="connsiteY6-112" fmla="*/ 1640417 h 1640417"/>
              <a:gd name="connsiteX7-113" fmla="*/ 385763 w 1638414"/>
              <a:gd name="connsiteY7-114" fmla="*/ 1640417 h 1640417"/>
              <a:gd name="connsiteX8-115" fmla="*/ 385763 w 1638414"/>
              <a:gd name="connsiteY8-116" fmla="*/ 1638831 h 1640417"/>
              <a:gd name="connsiteX9-117" fmla="*/ 0 w 1638414"/>
              <a:gd name="connsiteY9-118" fmla="*/ 1638831 h 1640417"/>
              <a:gd name="connsiteX10-119" fmla="*/ 0 w 1638414"/>
              <a:gd name="connsiteY10-120" fmla="*/ 1517904 h 1640417"/>
              <a:gd name="connsiteX11-121" fmla="*/ 0 w 1638414"/>
              <a:gd name="connsiteY11-122" fmla="*/ 1005418 h 1640417"/>
              <a:gd name="connsiteX12-123" fmla="*/ 0 w 1638414"/>
              <a:gd name="connsiteY12-124" fmla="*/ 120398 h 1640417"/>
              <a:gd name="connsiteX13-125" fmla="*/ 120397 w 1638414"/>
              <a:gd name="connsiteY13-126" fmla="*/ 1 h 1640417"/>
              <a:gd name="connsiteX14-127" fmla="*/ 385763 w 1638414"/>
              <a:gd name="connsiteY14-128" fmla="*/ 1 h 1640417"/>
              <a:gd name="connsiteX15-129" fmla="*/ 385763 w 1638414"/>
              <a:gd name="connsiteY15-130" fmla="*/ 0 h 1640417"/>
              <a:gd name="connsiteX0-131" fmla="*/ 385763 w 1636713"/>
              <a:gd name="connsiteY0-132" fmla="*/ 0 h 1640417"/>
              <a:gd name="connsiteX1-133" fmla="*/ 1635309 w 1636713"/>
              <a:gd name="connsiteY1-134" fmla="*/ 0 h 1640417"/>
              <a:gd name="connsiteX2-135" fmla="*/ 1636713 w 1636713"/>
              <a:gd name="connsiteY2-136" fmla="*/ 1005418 h 1640417"/>
              <a:gd name="connsiteX3-137" fmla="*/ 1636713 w 1636713"/>
              <a:gd name="connsiteY3-138" fmla="*/ 1517904 h 1640417"/>
              <a:gd name="connsiteX4-139" fmla="*/ 1636713 w 1636713"/>
              <a:gd name="connsiteY4-140" fmla="*/ 1638831 h 1640417"/>
              <a:gd name="connsiteX5-141" fmla="*/ 1630363 w 1636713"/>
              <a:gd name="connsiteY5-142" fmla="*/ 1638831 h 1640417"/>
              <a:gd name="connsiteX6-143" fmla="*/ 1630363 w 1636713"/>
              <a:gd name="connsiteY6-144" fmla="*/ 1640417 h 1640417"/>
              <a:gd name="connsiteX7-145" fmla="*/ 385763 w 1636713"/>
              <a:gd name="connsiteY7-146" fmla="*/ 1640417 h 1640417"/>
              <a:gd name="connsiteX8-147" fmla="*/ 385763 w 1636713"/>
              <a:gd name="connsiteY8-148" fmla="*/ 1638831 h 1640417"/>
              <a:gd name="connsiteX9-149" fmla="*/ 0 w 1636713"/>
              <a:gd name="connsiteY9-150" fmla="*/ 1638831 h 1640417"/>
              <a:gd name="connsiteX10-151" fmla="*/ 0 w 1636713"/>
              <a:gd name="connsiteY10-152" fmla="*/ 1517904 h 1640417"/>
              <a:gd name="connsiteX11-153" fmla="*/ 0 w 1636713"/>
              <a:gd name="connsiteY11-154" fmla="*/ 1005418 h 1640417"/>
              <a:gd name="connsiteX12-155" fmla="*/ 0 w 1636713"/>
              <a:gd name="connsiteY12-156" fmla="*/ 120398 h 1640417"/>
              <a:gd name="connsiteX13-157" fmla="*/ 120397 w 1636713"/>
              <a:gd name="connsiteY13-158" fmla="*/ 1 h 1640417"/>
              <a:gd name="connsiteX14-159" fmla="*/ 385763 w 1636713"/>
              <a:gd name="connsiteY14-160" fmla="*/ 1 h 1640417"/>
              <a:gd name="connsiteX15-161" fmla="*/ 385763 w 1636713"/>
              <a:gd name="connsiteY15-162" fmla="*/ 0 h 164041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1636713" h="1640417">
                <a:moveTo>
                  <a:pt x="385763" y="0"/>
                </a:moveTo>
                <a:lnTo>
                  <a:pt x="1635309" y="0"/>
                </a:lnTo>
                <a:cubicBezTo>
                  <a:pt x="1637426" y="335139"/>
                  <a:pt x="1634596" y="670279"/>
                  <a:pt x="1636713" y="1005418"/>
                </a:cubicBezTo>
                <a:lnTo>
                  <a:pt x="1636713" y="1517904"/>
                </a:lnTo>
                <a:lnTo>
                  <a:pt x="1636713" y="1638831"/>
                </a:lnTo>
                <a:lnTo>
                  <a:pt x="1630363" y="1638831"/>
                </a:lnTo>
                <a:lnTo>
                  <a:pt x="1630363" y="1640417"/>
                </a:lnTo>
                <a:lnTo>
                  <a:pt x="385763" y="1640417"/>
                </a:lnTo>
                <a:lnTo>
                  <a:pt x="385763" y="1638831"/>
                </a:lnTo>
                <a:lnTo>
                  <a:pt x="0" y="1638831"/>
                </a:lnTo>
                <a:lnTo>
                  <a:pt x="0" y="1517904"/>
                </a:lnTo>
                <a:lnTo>
                  <a:pt x="0" y="1005418"/>
                </a:lnTo>
                <a:lnTo>
                  <a:pt x="0" y="120398"/>
                </a:lnTo>
                <a:cubicBezTo>
                  <a:pt x="0" y="53905"/>
                  <a:pt x="53904" y="1"/>
                  <a:pt x="120397" y="1"/>
                </a:cubicBezTo>
                <a:lnTo>
                  <a:pt x="385763" y="1"/>
                </a:lnTo>
                <a:lnTo>
                  <a:pt x="385763" y="0"/>
                </a:lnTo>
                <a:close/>
              </a:path>
            </a:pathLst>
          </a:custGeom>
        </p:spPr>
        <p:txBody>
          <a:bodyPr wrap="square">
            <a:noAutofit/>
          </a:bodyPr>
          <a:lstStyle>
            <a:lvl1pPr marL="0" marR="0" indent="0" algn="l" defTabSz="914400" rtl="0" eaLnBrk="1" fontAlgn="auto" latinLnBrk="0" hangingPunct="1">
              <a:lnSpc>
                <a:spcPct val="100000"/>
              </a:lnSpc>
              <a:spcBef>
                <a:spcPts val="0"/>
              </a:spcBef>
              <a:spcAft>
                <a:spcPts val="0"/>
              </a:spcAft>
              <a:buClrTx/>
              <a:buSzTx/>
              <a:buFontTx/>
              <a:buNone/>
              <a:defRPr sz="1400">
                <a:solidFill>
                  <a:srgbClr val="323232"/>
                </a:solidFill>
                <a:latin typeface="Microsoft YaHei" panose="020B0503020204020204" pitchFamily="34" charset="-122"/>
                <a:ea typeface="Microsoft YaHei" panose="020B0503020204020204" pitchFamily="34" charset="-122"/>
              </a:defRPr>
            </a:lvl1pPr>
          </a:lstStyle>
          <a:p>
            <a:pPr lvl="0"/>
            <a:endParaRPr lang="zh-CN" altLang="en-US" noProof="0" dirty="0"/>
          </a:p>
        </p:txBody>
      </p:sp>
      <p:sp>
        <p:nvSpPr>
          <p:cNvPr id="24" name="图片占位符 33"/>
          <p:cNvSpPr>
            <a:spLocks noGrp="1"/>
          </p:cNvSpPr>
          <p:nvPr>
            <p:ph type="pic" sz="quarter" idx="21"/>
          </p:nvPr>
        </p:nvSpPr>
        <p:spPr>
          <a:xfrm>
            <a:off x="8920870" y="1763999"/>
            <a:ext cx="1937400" cy="1951799"/>
          </a:xfrm>
          <a:custGeom>
            <a:avLst/>
            <a:gdLst>
              <a:gd name="connsiteX0" fmla="*/ 111918 w 1636713"/>
              <a:gd name="connsiteY0" fmla="*/ 0 h 1639888"/>
              <a:gd name="connsiteX1" fmla="*/ 1524795 w 1636713"/>
              <a:gd name="connsiteY1" fmla="*/ 0 h 1639888"/>
              <a:gd name="connsiteX2" fmla="*/ 1636713 w 1636713"/>
              <a:gd name="connsiteY2" fmla="*/ 111918 h 1639888"/>
              <a:gd name="connsiteX3" fmla="*/ 1636713 w 1636713"/>
              <a:gd name="connsiteY3" fmla="*/ 688047 h 1639888"/>
              <a:gd name="connsiteX4" fmla="*/ 1636713 w 1636713"/>
              <a:gd name="connsiteY4" fmla="*/ 1527970 h 1639888"/>
              <a:gd name="connsiteX5" fmla="*/ 1636713 w 1636713"/>
              <a:gd name="connsiteY5" fmla="*/ 1639888 h 1639888"/>
              <a:gd name="connsiteX6" fmla="*/ 1524795 w 1636713"/>
              <a:gd name="connsiteY6" fmla="*/ 1639888 h 1639888"/>
              <a:gd name="connsiteX7" fmla="*/ 111918 w 1636713"/>
              <a:gd name="connsiteY7" fmla="*/ 1639888 h 1639888"/>
              <a:gd name="connsiteX8" fmla="*/ 0 w 1636713"/>
              <a:gd name="connsiteY8" fmla="*/ 1639888 h 1639888"/>
              <a:gd name="connsiteX9" fmla="*/ 0 w 1636713"/>
              <a:gd name="connsiteY9" fmla="*/ 1527970 h 1639888"/>
              <a:gd name="connsiteX10" fmla="*/ 0 w 1636713"/>
              <a:gd name="connsiteY10" fmla="*/ 1295865 h 1639888"/>
              <a:gd name="connsiteX11" fmla="*/ 0 w 1636713"/>
              <a:gd name="connsiteY11" fmla="*/ 688047 h 1639888"/>
              <a:gd name="connsiteX12" fmla="*/ 0 w 1636713"/>
              <a:gd name="connsiteY12" fmla="*/ 111918 h 1639888"/>
              <a:gd name="connsiteX13" fmla="*/ 0 w 1636713"/>
              <a:gd name="connsiteY13" fmla="*/ 1 h 1639888"/>
              <a:gd name="connsiteX14" fmla="*/ 111913 w 1636713"/>
              <a:gd name="connsiteY14" fmla="*/ 1 h 1639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6713" h="1639888">
                <a:moveTo>
                  <a:pt x="111918" y="0"/>
                </a:moveTo>
                <a:lnTo>
                  <a:pt x="1524795" y="0"/>
                </a:lnTo>
                <a:cubicBezTo>
                  <a:pt x="1586606" y="0"/>
                  <a:pt x="1636713" y="50107"/>
                  <a:pt x="1636713" y="111918"/>
                </a:cubicBezTo>
                <a:lnTo>
                  <a:pt x="1636713" y="688047"/>
                </a:lnTo>
                <a:lnTo>
                  <a:pt x="1636713" y="1527970"/>
                </a:lnTo>
                <a:lnTo>
                  <a:pt x="1636713" y="1639888"/>
                </a:lnTo>
                <a:lnTo>
                  <a:pt x="1524795" y="1639888"/>
                </a:lnTo>
                <a:lnTo>
                  <a:pt x="111918" y="1639888"/>
                </a:lnTo>
                <a:lnTo>
                  <a:pt x="0" y="1639888"/>
                </a:lnTo>
                <a:lnTo>
                  <a:pt x="0" y="1527970"/>
                </a:lnTo>
                <a:lnTo>
                  <a:pt x="0" y="1295865"/>
                </a:lnTo>
                <a:lnTo>
                  <a:pt x="0" y="688047"/>
                </a:lnTo>
                <a:lnTo>
                  <a:pt x="0" y="111918"/>
                </a:lnTo>
                <a:lnTo>
                  <a:pt x="0" y="1"/>
                </a:lnTo>
                <a:lnTo>
                  <a:pt x="111913" y="1"/>
                </a:lnTo>
                <a:close/>
              </a:path>
            </a:pathLst>
          </a:custGeom>
        </p:spPr>
        <p:txBody>
          <a:bodyPr wrap="square">
            <a:noAutofit/>
          </a:bodyPr>
          <a:lstStyle>
            <a:lvl1pPr marL="0" marR="0" indent="0" algn="l" defTabSz="914400" rtl="0" eaLnBrk="1" fontAlgn="auto" latinLnBrk="0" hangingPunct="1">
              <a:lnSpc>
                <a:spcPct val="100000"/>
              </a:lnSpc>
              <a:spcBef>
                <a:spcPts val="0"/>
              </a:spcBef>
              <a:spcAft>
                <a:spcPts val="0"/>
              </a:spcAft>
              <a:buClrTx/>
              <a:buSzTx/>
              <a:buFontTx/>
              <a:buNone/>
              <a:defRPr sz="1400">
                <a:solidFill>
                  <a:srgbClr val="323232"/>
                </a:solidFill>
                <a:latin typeface="Microsoft YaHei" panose="020B0503020204020204" pitchFamily="34" charset="-122"/>
                <a:ea typeface="Microsoft YaHei" panose="020B0503020204020204" pitchFamily="34" charset="-122"/>
              </a:defRPr>
            </a:lvl1pPr>
          </a:lstStyle>
          <a:p>
            <a:pPr lvl="0"/>
            <a:endParaRPr lang="zh-CN" altLang="en-US" noProof="0" dirty="0"/>
          </a:p>
        </p:txBody>
      </p:sp>
      <p:sp>
        <p:nvSpPr>
          <p:cNvPr id="25" name="图片占位符 38"/>
          <p:cNvSpPr>
            <a:spLocks noGrp="1"/>
          </p:cNvSpPr>
          <p:nvPr>
            <p:ph type="pic" sz="quarter" idx="24"/>
          </p:nvPr>
        </p:nvSpPr>
        <p:spPr>
          <a:xfrm>
            <a:off x="6945807" y="3758225"/>
            <a:ext cx="1937400" cy="1941159"/>
          </a:xfrm>
          <a:custGeom>
            <a:avLst/>
            <a:gdLst>
              <a:gd name="connsiteX0" fmla="*/ 1 w 1636713"/>
              <a:gd name="connsiteY0" fmla="*/ 0 h 1639888"/>
              <a:gd name="connsiteX1" fmla="*/ 111918 w 1636713"/>
              <a:gd name="connsiteY1" fmla="*/ 0 h 1639888"/>
              <a:gd name="connsiteX2" fmla="*/ 535891 w 1636713"/>
              <a:gd name="connsiteY2" fmla="*/ 0 h 1639888"/>
              <a:gd name="connsiteX3" fmla="*/ 1524795 w 1636713"/>
              <a:gd name="connsiteY3" fmla="*/ 0 h 1639888"/>
              <a:gd name="connsiteX4" fmla="*/ 1636713 w 1636713"/>
              <a:gd name="connsiteY4" fmla="*/ 0 h 1639888"/>
              <a:gd name="connsiteX5" fmla="*/ 1636713 w 1636713"/>
              <a:gd name="connsiteY5" fmla="*/ 111918 h 1639888"/>
              <a:gd name="connsiteX6" fmla="*/ 1636713 w 1636713"/>
              <a:gd name="connsiteY6" fmla="*/ 1051455 h 1639888"/>
              <a:gd name="connsiteX7" fmla="*/ 1636713 w 1636713"/>
              <a:gd name="connsiteY7" fmla="*/ 1527970 h 1639888"/>
              <a:gd name="connsiteX8" fmla="*/ 1636713 w 1636713"/>
              <a:gd name="connsiteY8" fmla="*/ 1639888 h 1639888"/>
              <a:gd name="connsiteX9" fmla="*/ 1524795 w 1636713"/>
              <a:gd name="connsiteY9" fmla="*/ 1639888 h 1639888"/>
              <a:gd name="connsiteX10" fmla="*/ 535891 w 1636713"/>
              <a:gd name="connsiteY10" fmla="*/ 1639888 h 1639888"/>
              <a:gd name="connsiteX11" fmla="*/ 111918 w 1636713"/>
              <a:gd name="connsiteY11" fmla="*/ 1639888 h 1639888"/>
              <a:gd name="connsiteX12" fmla="*/ 0 w 1636713"/>
              <a:gd name="connsiteY12" fmla="*/ 1527970 h 1639888"/>
              <a:gd name="connsiteX13" fmla="*/ 0 w 1636713"/>
              <a:gd name="connsiteY13" fmla="*/ 111918 h 1639888"/>
              <a:gd name="connsiteX14" fmla="*/ 1 w 1636713"/>
              <a:gd name="connsiteY14" fmla="*/ 111913 h 1639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6713" h="1639888">
                <a:moveTo>
                  <a:pt x="1" y="0"/>
                </a:moveTo>
                <a:lnTo>
                  <a:pt x="111918" y="0"/>
                </a:lnTo>
                <a:lnTo>
                  <a:pt x="535891" y="0"/>
                </a:lnTo>
                <a:lnTo>
                  <a:pt x="1524795" y="0"/>
                </a:lnTo>
                <a:lnTo>
                  <a:pt x="1636713" y="0"/>
                </a:lnTo>
                <a:lnTo>
                  <a:pt x="1636713" y="111918"/>
                </a:lnTo>
                <a:lnTo>
                  <a:pt x="1636713" y="1051455"/>
                </a:lnTo>
                <a:lnTo>
                  <a:pt x="1636713" y="1527970"/>
                </a:lnTo>
                <a:lnTo>
                  <a:pt x="1636713" y="1639888"/>
                </a:lnTo>
                <a:lnTo>
                  <a:pt x="1524795" y="1639888"/>
                </a:lnTo>
                <a:lnTo>
                  <a:pt x="535891" y="1639888"/>
                </a:lnTo>
                <a:lnTo>
                  <a:pt x="111918" y="1639888"/>
                </a:lnTo>
                <a:cubicBezTo>
                  <a:pt x="50107" y="1639888"/>
                  <a:pt x="0" y="1589781"/>
                  <a:pt x="0" y="1527970"/>
                </a:cubicBezTo>
                <a:lnTo>
                  <a:pt x="0" y="111918"/>
                </a:lnTo>
                <a:lnTo>
                  <a:pt x="1" y="111913"/>
                </a:lnTo>
                <a:close/>
              </a:path>
            </a:pathLst>
          </a:custGeom>
        </p:spPr>
        <p:txBody>
          <a:bodyPr wrap="square">
            <a:noAutofit/>
          </a:bodyPr>
          <a:lstStyle>
            <a:lvl1pPr marL="0" marR="0" indent="0" algn="l" defTabSz="914400" rtl="0" eaLnBrk="1" fontAlgn="auto" latinLnBrk="0" hangingPunct="1">
              <a:lnSpc>
                <a:spcPct val="100000"/>
              </a:lnSpc>
              <a:spcBef>
                <a:spcPts val="0"/>
              </a:spcBef>
              <a:spcAft>
                <a:spcPts val="0"/>
              </a:spcAft>
              <a:buClrTx/>
              <a:buSzTx/>
              <a:buFontTx/>
              <a:buNone/>
              <a:defRPr sz="1400">
                <a:solidFill>
                  <a:srgbClr val="323232"/>
                </a:solidFill>
                <a:latin typeface="Microsoft YaHei" panose="020B0503020204020204" pitchFamily="34" charset="-122"/>
                <a:ea typeface="Microsoft YaHei" panose="020B0503020204020204" pitchFamily="34" charset="-122"/>
              </a:defRPr>
            </a:lvl1pPr>
          </a:lstStyle>
          <a:p>
            <a:pPr lvl="0"/>
            <a:endParaRPr lang="zh-CN" altLang="en-US" noProof="0" dirty="0"/>
          </a:p>
        </p:txBody>
      </p:sp>
      <p:sp>
        <p:nvSpPr>
          <p:cNvPr id="26" name="图片占位符 48"/>
          <p:cNvSpPr>
            <a:spLocks noGrp="1"/>
          </p:cNvSpPr>
          <p:nvPr>
            <p:ph type="pic" sz="quarter" idx="27"/>
          </p:nvPr>
        </p:nvSpPr>
        <p:spPr>
          <a:xfrm>
            <a:off x="8920867" y="3758225"/>
            <a:ext cx="1937403" cy="1941159"/>
          </a:xfrm>
          <a:custGeom>
            <a:avLst/>
            <a:gdLst>
              <a:gd name="connsiteX0" fmla="*/ 0 w 1636714"/>
              <a:gd name="connsiteY0" fmla="*/ 0 h 1639888"/>
              <a:gd name="connsiteX1" fmla="*/ 111918 w 1636714"/>
              <a:gd name="connsiteY1" fmla="*/ 0 h 1639888"/>
              <a:gd name="connsiteX2" fmla="*/ 1524795 w 1636714"/>
              <a:gd name="connsiteY2" fmla="*/ 0 h 1639888"/>
              <a:gd name="connsiteX3" fmla="*/ 1636714 w 1636714"/>
              <a:gd name="connsiteY3" fmla="*/ 0 h 1639888"/>
              <a:gd name="connsiteX4" fmla="*/ 1636714 w 1636714"/>
              <a:gd name="connsiteY4" fmla="*/ 784485 h 1639888"/>
              <a:gd name="connsiteX5" fmla="*/ 1636713 w 1636714"/>
              <a:gd name="connsiteY5" fmla="*/ 784485 h 1639888"/>
              <a:gd name="connsiteX6" fmla="*/ 1636713 w 1636714"/>
              <a:gd name="connsiteY6" fmla="*/ 1527970 h 1639888"/>
              <a:gd name="connsiteX7" fmla="*/ 1524795 w 1636714"/>
              <a:gd name="connsiteY7" fmla="*/ 1639888 h 1639888"/>
              <a:gd name="connsiteX8" fmla="*/ 1122891 w 1636714"/>
              <a:gd name="connsiteY8" fmla="*/ 1639888 h 1639888"/>
              <a:gd name="connsiteX9" fmla="*/ 111918 w 1636714"/>
              <a:gd name="connsiteY9" fmla="*/ 1639888 h 1639888"/>
              <a:gd name="connsiteX10" fmla="*/ 0 w 1636714"/>
              <a:gd name="connsiteY10" fmla="*/ 1639888 h 1639888"/>
              <a:gd name="connsiteX11" fmla="*/ 0 w 1636714"/>
              <a:gd name="connsiteY11" fmla="*/ 1527970 h 1639888"/>
              <a:gd name="connsiteX12" fmla="*/ 0 w 1636714"/>
              <a:gd name="connsiteY12" fmla="*/ 831845 h 1639888"/>
              <a:gd name="connsiteX13" fmla="*/ 0 w 1636714"/>
              <a:gd name="connsiteY13" fmla="*/ 784485 h 1639888"/>
              <a:gd name="connsiteX14" fmla="*/ 0 w 1636714"/>
              <a:gd name="connsiteY14" fmla="*/ 111918 h 1639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6714" h="1639888">
                <a:moveTo>
                  <a:pt x="0" y="0"/>
                </a:moveTo>
                <a:lnTo>
                  <a:pt x="111918" y="0"/>
                </a:lnTo>
                <a:lnTo>
                  <a:pt x="1524795" y="0"/>
                </a:lnTo>
                <a:lnTo>
                  <a:pt x="1636714" y="0"/>
                </a:lnTo>
                <a:lnTo>
                  <a:pt x="1636714" y="784485"/>
                </a:lnTo>
                <a:lnTo>
                  <a:pt x="1636713" y="784485"/>
                </a:lnTo>
                <a:lnTo>
                  <a:pt x="1636713" y="1527970"/>
                </a:lnTo>
                <a:cubicBezTo>
                  <a:pt x="1636713" y="1589781"/>
                  <a:pt x="1586606" y="1639888"/>
                  <a:pt x="1524795" y="1639888"/>
                </a:cubicBezTo>
                <a:lnTo>
                  <a:pt x="1122891" y="1639888"/>
                </a:lnTo>
                <a:lnTo>
                  <a:pt x="111918" y="1639888"/>
                </a:lnTo>
                <a:lnTo>
                  <a:pt x="0" y="1639888"/>
                </a:lnTo>
                <a:lnTo>
                  <a:pt x="0" y="1527970"/>
                </a:lnTo>
                <a:lnTo>
                  <a:pt x="0" y="831845"/>
                </a:lnTo>
                <a:lnTo>
                  <a:pt x="0" y="784485"/>
                </a:lnTo>
                <a:lnTo>
                  <a:pt x="0" y="111918"/>
                </a:lnTo>
                <a:close/>
              </a:path>
            </a:pathLst>
          </a:custGeom>
        </p:spPr>
        <p:txBody>
          <a:bodyPr wrap="square">
            <a:noAutofit/>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pPr lvl="0"/>
            <a:endParaRPr lang="zh-CN" altLang="en-US" noProof="0" dirty="0"/>
          </a:p>
        </p:txBody>
      </p:sp>
      <p:sp>
        <p:nvSpPr>
          <p:cNvPr id="27" name="文本占位符 11"/>
          <p:cNvSpPr>
            <a:spLocks noGrp="1"/>
          </p:cNvSpPr>
          <p:nvPr>
            <p:ph type="body" sz="quarter" idx="22" hasCustomPrompt="1"/>
          </p:nvPr>
        </p:nvSpPr>
        <p:spPr>
          <a:xfrm>
            <a:off x="648000" y="1764000"/>
            <a:ext cx="5854400"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左字右表">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6"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7" name="图表占位符 13"/>
          <p:cNvSpPr>
            <a:spLocks noGrp="1"/>
          </p:cNvSpPr>
          <p:nvPr>
            <p:ph type="chart" sz="quarter" idx="15"/>
          </p:nvPr>
        </p:nvSpPr>
        <p:spPr>
          <a:xfrm>
            <a:off x="6945807" y="1764000"/>
            <a:ext cx="3912464" cy="3935384"/>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18" name="文本占位符 11"/>
          <p:cNvSpPr>
            <a:spLocks noGrp="1"/>
          </p:cNvSpPr>
          <p:nvPr>
            <p:ph type="body" sz="quarter" idx="22" hasCustomPrompt="1"/>
          </p:nvPr>
        </p:nvSpPr>
        <p:spPr>
          <a:xfrm>
            <a:off x="648000" y="1764000"/>
            <a:ext cx="5854400"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左表右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6"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7" name="文本占位符 11"/>
          <p:cNvSpPr>
            <a:spLocks noGrp="1"/>
          </p:cNvSpPr>
          <p:nvPr>
            <p:ph type="body" sz="quarter" idx="22" hasCustomPrompt="1"/>
          </p:nvPr>
        </p:nvSpPr>
        <p:spPr>
          <a:xfrm>
            <a:off x="5023527" y="1764000"/>
            <a:ext cx="5834744"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8" name="图表占位符 13"/>
          <p:cNvSpPr>
            <a:spLocks noGrp="1"/>
          </p:cNvSpPr>
          <p:nvPr>
            <p:ph type="chart" sz="quarter" idx="15"/>
          </p:nvPr>
        </p:nvSpPr>
        <p:spPr>
          <a:xfrm>
            <a:off x="648000" y="1764000"/>
            <a:ext cx="3969915" cy="3935384"/>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上表下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9"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4"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5" name="图表占位符 13"/>
          <p:cNvSpPr>
            <a:spLocks noGrp="1"/>
          </p:cNvSpPr>
          <p:nvPr>
            <p:ph type="chart" sz="quarter" idx="15"/>
          </p:nvPr>
        </p:nvSpPr>
        <p:spPr>
          <a:xfrm>
            <a:off x="648000" y="1764000"/>
            <a:ext cx="10210270" cy="3935384"/>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双表下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7"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9" name="图表占位符 13"/>
          <p:cNvSpPr>
            <a:spLocks noGrp="1"/>
          </p:cNvSpPr>
          <p:nvPr>
            <p:ph type="chart" sz="quarter" idx="15"/>
          </p:nvPr>
        </p:nvSpPr>
        <p:spPr>
          <a:xfrm>
            <a:off x="648000" y="1764000"/>
            <a:ext cx="5003272" cy="2774928"/>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0" name="图表占位符 13"/>
          <p:cNvSpPr>
            <a:spLocks noGrp="1"/>
          </p:cNvSpPr>
          <p:nvPr>
            <p:ph type="chart" sz="quarter" idx="23"/>
          </p:nvPr>
        </p:nvSpPr>
        <p:spPr>
          <a:xfrm>
            <a:off x="5930900" y="1764000"/>
            <a:ext cx="4927370" cy="2774928"/>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1" name="文本占位符 11"/>
          <p:cNvSpPr>
            <a:spLocks noGrp="1"/>
          </p:cNvSpPr>
          <p:nvPr>
            <p:ph type="body" sz="quarter" idx="26" hasCustomPrompt="1"/>
          </p:nvPr>
        </p:nvSpPr>
        <p:spPr>
          <a:xfrm>
            <a:off x="648000" y="4838526"/>
            <a:ext cx="10210270" cy="860858"/>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三表下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9"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20" name="图表占位符 13"/>
          <p:cNvSpPr>
            <a:spLocks noGrp="1"/>
          </p:cNvSpPr>
          <p:nvPr>
            <p:ph type="chart" sz="quarter" idx="15"/>
          </p:nvPr>
        </p:nvSpPr>
        <p:spPr>
          <a:xfrm>
            <a:off x="648001" y="1764000"/>
            <a:ext cx="6654500" cy="2774928"/>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1" name="图表占位符 13"/>
          <p:cNvSpPr>
            <a:spLocks noGrp="1"/>
          </p:cNvSpPr>
          <p:nvPr>
            <p:ph type="chart" sz="quarter" idx="23"/>
          </p:nvPr>
        </p:nvSpPr>
        <p:spPr>
          <a:xfrm>
            <a:off x="7607072" y="1764000"/>
            <a:ext cx="3251199" cy="1236375"/>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2" name="图表占位符 13"/>
          <p:cNvSpPr>
            <a:spLocks noGrp="1"/>
          </p:cNvSpPr>
          <p:nvPr>
            <p:ph type="chart" sz="quarter" idx="25"/>
          </p:nvPr>
        </p:nvSpPr>
        <p:spPr>
          <a:xfrm>
            <a:off x="7607072" y="3299973"/>
            <a:ext cx="3251199" cy="1238955"/>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3" name="文本占位符 11"/>
          <p:cNvSpPr>
            <a:spLocks noGrp="1"/>
          </p:cNvSpPr>
          <p:nvPr>
            <p:ph type="body" sz="quarter" idx="26" hasCustomPrompt="1"/>
          </p:nvPr>
        </p:nvSpPr>
        <p:spPr>
          <a:xfrm>
            <a:off x="648000" y="4838526"/>
            <a:ext cx="10210270" cy="860858"/>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三表下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9"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grpSp>
        <p:nvGrpSpPr>
          <p:cNvPr id="45" name="组合 44"/>
          <p:cNvGrpSpPr/>
          <p:nvPr userDrawn="1"/>
        </p:nvGrpSpPr>
        <p:grpSpPr>
          <a:xfrm>
            <a:off x="9109729" y="2112864"/>
            <a:ext cx="1762683" cy="1762683"/>
            <a:chOff x="5074007" y="2605210"/>
            <a:chExt cx="1376915" cy="1376915"/>
          </a:xfrm>
        </p:grpSpPr>
        <p:sp>
          <p:nvSpPr>
            <p:cNvPr id="46" name="矩形 45"/>
            <p:cNvSpPr/>
            <p:nvPr/>
          </p:nvSpPr>
          <p:spPr>
            <a:xfrm>
              <a:off x="5074007" y="2605210"/>
              <a:ext cx="1376915" cy="1376915"/>
            </a:xfrm>
            <a:prstGeom prst="rect">
              <a:avLst/>
            </a:prstGeom>
            <a:solidFill>
              <a:srgbClr val="6294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sp>
          <p:nvSpPr>
            <p:cNvPr id="47" name="Freeform 19"/>
            <p:cNvSpPr/>
            <p:nvPr/>
          </p:nvSpPr>
          <p:spPr bwMode="auto">
            <a:xfrm>
              <a:off x="6145159" y="3078509"/>
              <a:ext cx="150832" cy="145379"/>
            </a:xfrm>
            <a:custGeom>
              <a:avLst/>
              <a:gdLst>
                <a:gd name="T0" fmla="*/ 83 w 83"/>
                <a:gd name="T1" fmla="*/ 26 h 80"/>
                <a:gd name="T2" fmla="*/ 57 w 83"/>
                <a:gd name="T3" fmla="*/ 26 h 80"/>
                <a:gd name="T4" fmla="*/ 57 w 83"/>
                <a:gd name="T5" fmla="*/ 0 h 80"/>
                <a:gd name="T6" fmla="*/ 29 w 83"/>
                <a:gd name="T7" fmla="*/ 0 h 80"/>
                <a:gd name="T8" fmla="*/ 29 w 83"/>
                <a:gd name="T9" fmla="*/ 26 h 80"/>
                <a:gd name="T10" fmla="*/ 0 w 83"/>
                <a:gd name="T11" fmla="*/ 26 h 80"/>
                <a:gd name="T12" fmla="*/ 0 w 83"/>
                <a:gd name="T13" fmla="*/ 54 h 80"/>
                <a:gd name="T14" fmla="*/ 29 w 83"/>
                <a:gd name="T15" fmla="*/ 54 h 80"/>
                <a:gd name="T16" fmla="*/ 29 w 83"/>
                <a:gd name="T17" fmla="*/ 80 h 80"/>
                <a:gd name="T18" fmla="*/ 57 w 83"/>
                <a:gd name="T19" fmla="*/ 80 h 80"/>
                <a:gd name="T20" fmla="*/ 57 w 83"/>
                <a:gd name="T21" fmla="*/ 54 h 80"/>
                <a:gd name="T22" fmla="*/ 83 w 83"/>
                <a:gd name="T23" fmla="*/ 54 h 80"/>
                <a:gd name="T24" fmla="*/ 83 w 83"/>
                <a:gd name="T25" fmla="*/ 2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80">
                  <a:moveTo>
                    <a:pt x="83" y="26"/>
                  </a:moveTo>
                  <a:lnTo>
                    <a:pt x="57" y="26"/>
                  </a:lnTo>
                  <a:lnTo>
                    <a:pt x="57" y="0"/>
                  </a:lnTo>
                  <a:lnTo>
                    <a:pt x="29" y="0"/>
                  </a:lnTo>
                  <a:lnTo>
                    <a:pt x="29" y="26"/>
                  </a:lnTo>
                  <a:lnTo>
                    <a:pt x="0" y="26"/>
                  </a:lnTo>
                  <a:lnTo>
                    <a:pt x="0" y="54"/>
                  </a:lnTo>
                  <a:lnTo>
                    <a:pt x="29" y="54"/>
                  </a:lnTo>
                  <a:lnTo>
                    <a:pt x="29" y="80"/>
                  </a:lnTo>
                  <a:lnTo>
                    <a:pt x="57" y="80"/>
                  </a:lnTo>
                  <a:lnTo>
                    <a:pt x="57" y="54"/>
                  </a:lnTo>
                  <a:lnTo>
                    <a:pt x="83" y="54"/>
                  </a:lnTo>
                  <a:lnTo>
                    <a:pt x="83" y="26"/>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48" name="Freeform 20"/>
            <p:cNvSpPr/>
            <p:nvPr/>
          </p:nvSpPr>
          <p:spPr bwMode="auto">
            <a:xfrm>
              <a:off x="6099726" y="3274770"/>
              <a:ext cx="143562" cy="243510"/>
            </a:xfrm>
            <a:custGeom>
              <a:avLst/>
              <a:gdLst>
                <a:gd name="T0" fmla="*/ 17 w 25"/>
                <a:gd name="T1" fmla="*/ 25 h 42"/>
                <a:gd name="T2" fmla="*/ 8 w 25"/>
                <a:gd name="T3" fmla="*/ 34 h 42"/>
                <a:gd name="T4" fmla="*/ 5 w 25"/>
                <a:gd name="T5" fmla="*/ 34 h 42"/>
                <a:gd name="T6" fmla="*/ 0 w 25"/>
                <a:gd name="T7" fmla="*/ 38 h 42"/>
                <a:gd name="T8" fmla="*/ 5 w 25"/>
                <a:gd name="T9" fmla="*/ 42 h 42"/>
                <a:gd name="T10" fmla="*/ 8 w 25"/>
                <a:gd name="T11" fmla="*/ 42 h 42"/>
                <a:gd name="T12" fmla="*/ 25 w 25"/>
                <a:gd name="T13" fmla="*/ 25 h 42"/>
                <a:gd name="T14" fmla="*/ 25 w 25"/>
                <a:gd name="T15" fmla="*/ 0 h 42"/>
                <a:gd name="T16" fmla="*/ 17 w 25"/>
                <a:gd name="T17" fmla="*/ 0 h 42"/>
                <a:gd name="T18" fmla="*/ 17 w 25"/>
                <a:gd name="T19"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42">
                  <a:moveTo>
                    <a:pt x="17" y="25"/>
                  </a:moveTo>
                  <a:cubicBezTo>
                    <a:pt x="17" y="30"/>
                    <a:pt x="13" y="34"/>
                    <a:pt x="8" y="34"/>
                  </a:cubicBezTo>
                  <a:cubicBezTo>
                    <a:pt x="5" y="34"/>
                    <a:pt x="5" y="34"/>
                    <a:pt x="5" y="34"/>
                  </a:cubicBezTo>
                  <a:cubicBezTo>
                    <a:pt x="2" y="34"/>
                    <a:pt x="0" y="36"/>
                    <a:pt x="0" y="38"/>
                  </a:cubicBezTo>
                  <a:cubicBezTo>
                    <a:pt x="0" y="41"/>
                    <a:pt x="2" y="42"/>
                    <a:pt x="5" y="42"/>
                  </a:cubicBezTo>
                  <a:cubicBezTo>
                    <a:pt x="8" y="42"/>
                    <a:pt x="8" y="42"/>
                    <a:pt x="8" y="42"/>
                  </a:cubicBezTo>
                  <a:cubicBezTo>
                    <a:pt x="18" y="42"/>
                    <a:pt x="25" y="35"/>
                    <a:pt x="25" y="25"/>
                  </a:cubicBezTo>
                  <a:cubicBezTo>
                    <a:pt x="25" y="0"/>
                    <a:pt x="25" y="0"/>
                    <a:pt x="25" y="0"/>
                  </a:cubicBezTo>
                  <a:cubicBezTo>
                    <a:pt x="17" y="0"/>
                    <a:pt x="17" y="0"/>
                    <a:pt x="17" y="0"/>
                  </a:cubicBezTo>
                  <a:lnTo>
                    <a:pt x="17" y="25"/>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49" name="Freeform 21"/>
            <p:cNvSpPr/>
            <p:nvPr/>
          </p:nvSpPr>
          <p:spPr bwMode="auto">
            <a:xfrm>
              <a:off x="5076621" y="2847719"/>
              <a:ext cx="1166668" cy="179908"/>
            </a:xfrm>
            <a:custGeom>
              <a:avLst/>
              <a:gdLst>
                <a:gd name="T0" fmla="*/ 186 w 203"/>
                <a:gd name="T1" fmla="*/ 0 h 31"/>
                <a:gd name="T2" fmla="*/ 0 w 203"/>
                <a:gd name="T3" fmla="*/ 0 h 31"/>
                <a:gd name="T4" fmla="*/ 0 w 203"/>
                <a:gd name="T5" fmla="*/ 9 h 31"/>
                <a:gd name="T6" fmla="*/ 186 w 203"/>
                <a:gd name="T7" fmla="*/ 9 h 31"/>
                <a:gd name="T8" fmla="*/ 195 w 203"/>
                <a:gd name="T9" fmla="*/ 17 h 31"/>
                <a:gd name="T10" fmla="*/ 195 w 203"/>
                <a:gd name="T11" fmla="*/ 31 h 31"/>
                <a:gd name="T12" fmla="*/ 203 w 203"/>
                <a:gd name="T13" fmla="*/ 31 h 31"/>
                <a:gd name="T14" fmla="*/ 203 w 203"/>
                <a:gd name="T15" fmla="*/ 17 h 31"/>
                <a:gd name="T16" fmla="*/ 186 w 20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 h="31">
                  <a:moveTo>
                    <a:pt x="186" y="0"/>
                  </a:moveTo>
                  <a:cubicBezTo>
                    <a:pt x="0" y="0"/>
                    <a:pt x="0" y="0"/>
                    <a:pt x="0" y="0"/>
                  </a:cubicBezTo>
                  <a:cubicBezTo>
                    <a:pt x="0" y="9"/>
                    <a:pt x="0" y="9"/>
                    <a:pt x="0" y="9"/>
                  </a:cubicBezTo>
                  <a:cubicBezTo>
                    <a:pt x="186" y="9"/>
                    <a:pt x="186" y="9"/>
                    <a:pt x="186" y="9"/>
                  </a:cubicBezTo>
                  <a:cubicBezTo>
                    <a:pt x="191" y="9"/>
                    <a:pt x="195" y="13"/>
                    <a:pt x="195" y="17"/>
                  </a:cubicBezTo>
                  <a:cubicBezTo>
                    <a:pt x="195" y="31"/>
                    <a:pt x="195" y="31"/>
                    <a:pt x="195" y="31"/>
                  </a:cubicBezTo>
                  <a:cubicBezTo>
                    <a:pt x="203" y="31"/>
                    <a:pt x="203" y="31"/>
                    <a:pt x="203" y="31"/>
                  </a:cubicBezTo>
                  <a:cubicBezTo>
                    <a:pt x="203" y="17"/>
                    <a:pt x="203" y="17"/>
                    <a:pt x="203" y="17"/>
                  </a:cubicBezTo>
                  <a:cubicBezTo>
                    <a:pt x="203" y="8"/>
                    <a:pt x="196" y="0"/>
                    <a:pt x="186"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0" name="Freeform 22"/>
            <p:cNvSpPr>
              <a:spLocks noEditPoints="1"/>
            </p:cNvSpPr>
            <p:nvPr/>
          </p:nvSpPr>
          <p:spPr bwMode="auto">
            <a:xfrm>
              <a:off x="5278335" y="3580066"/>
              <a:ext cx="648756" cy="278039"/>
            </a:xfrm>
            <a:custGeom>
              <a:avLst/>
              <a:gdLst>
                <a:gd name="T0" fmla="*/ 113 w 113"/>
                <a:gd name="T1" fmla="*/ 31 h 48"/>
                <a:gd name="T2" fmla="*/ 95 w 113"/>
                <a:gd name="T3" fmla="*/ 12 h 48"/>
                <a:gd name="T4" fmla="*/ 70 w 113"/>
                <a:gd name="T5" fmla="*/ 2 h 48"/>
                <a:gd name="T6" fmla="*/ 55 w 113"/>
                <a:gd name="T7" fmla="*/ 0 h 48"/>
                <a:gd name="T8" fmla="*/ 42 w 113"/>
                <a:gd name="T9" fmla="*/ 2 h 48"/>
                <a:gd name="T10" fmla="*/ 18 w 113"/>
                <a:gd name="T11" fmla="*/ 12 h 48"/>
                <a:gd name="T12" fmla="*/ 0 w 113"/>
                <a:gd name="T13" fmla="*/ 31 h 48"/>
                <a:gd name="T14" fmla="*/ 1 w 113"/>
                <a:gd name="T15" fmla="*/ 34 h 48"/>
                <a:gd name="T16" fmla="*/ 58 w 113"/>
                <a:gd name="T17" fmla="*/ 48 h 48"/>
                <a:gd name="T18" fmla="*/ 110 w 113"/>
                <a:gd name="T19" fmla="*/ 38 h 48"/>
                <a:gd name="T20" fmla="*/ 113 w 113"/>
                <a:gd name="T21" fmla="*/ 32 h 48"/>
                <a:gd name="T22" fmla="*/ 113 w 113"/>
                <a:gd name="T23" fmla="*/ 31 h 48"/>
                <a:gd name="T24" fmla="*/ 58 w 113"/>
                <a:gd name="T25" fmla="*/ 40 h 48"/>
                <a:gd name="T26" fmla="*/ 9 w 113"/>
                <a:gd name="T27" fmla="*/ 31 h 48"/>
                <a:gd name="T28" fmla="*/ 22 w 113"/>
                <a:gd name="T29" fmla="*/ 19 h 48"/>
                <a:gd name="T30" fmla="*/ 44 w 113"/>
                <a:gd name="T31" fmla="*/ 10 h 48"/>
                <a:gd name="T32" fmla="*/ 45 w 113"/>
                <a:gd name="T33" fmla="*/ 10 h 48"/>
                <a:gd name="T34" fmla="*/ 55 w 113"/>
                <a:gd name="T35" fmla="*/ 9 h 48"/>
                <a:gd name="T36" fmla="*/ 69 w 113"/>
                <a:gd name="T37" fmla="*/ 10 h 48"/>
                <a:gd name="T38" fmla="*/ 90 w 113"/>
                <a:gd name="T39" fmla="*/ 19 h 48"/>
                <a:gd name="T40" fmla="*/ 104 w 113"/>
                <a:gd name="T41" fmla="*/ 32 h 48"/>
                <a:gd name="T42" fmla="*/ 58 w 113"/>
                <a:gd name="T43" fmla="*/ 4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3" h="48">
                  <a:moveTo>
                    <a:pt x="113" y="31"/>
                  </a:moveTo>
                  <a:cubicBezTo>
                    <a:pt x="111" y="24"/>
                    <a:pt x="105" y="18"/>
                    <a:pt x="95" y="12"/>
                  </a:cubicBezTo>
                  <a:cubicBezTo>
                    <a:pt x="86" y="6"/>
                    <a:pt x="75" y="3"/>
                    <a:pt x="70" y="2"/>
                  </a:cubicBezTo>
                  <a:cubicBezTo>
                    <a:pt x="65" y="1"/>
                    <a:pt x="60" y="0"/>
                    <a:pt x="55" y="0"/>
                  </a:cubicBezTo>
                  <a:cubicBezTo>
                    <a:pt x="48" y="0"/>
                    <a:pt x="43" y="1"/>
                    <a:pt x="42" y="2"/>
                  </a:cubicBezTo>
                  <a:cubicBezTo>
                    <a:pt x="37" y="3"/>
                    <a:pt x="27" y="7"/>
                    <a:pt x="18" y="12"/>
                  </a:cubicBezTo>
                  <a:cubicBezTo>
                    <a:pt x="8" y="18"/>
                    <a:pt x="2" y="24"/>
                    <a:pt x="0" y="31"/>
                  </a:cubicBezTo>
                  <a:cubicBezTo>
                    <a:pt x="0" y="32"/>
                    <a:pt x="0" y="33"/>
                    <a:pt x="1" y="34"/>
                  </a:cubicBezTo>
                  <a:cubicBezTo>
                    <a:pt x="2" y="36"/>
                    <a:pt x="10" y="48"/>
                    <a:pt x="58" y="48"/>
                  </a:cubicBezTo>
                  <a:cubicBezTo>
                    <a:pt x="86" y="48"/>
                    <a:pt x="104" y="45"/>
                    <a:pt x="110" y="38"/>
                  </a:cubicBezTo>
                  <a:cubicBezTo>
                    <a:pt x="113" y="35"/>
                    <a:pt x="113" y="32"/>
                    <a:pt x="113" y="32"/>
                  </a:cubicBezTo>
                  <a:cubicBezTo>
                    <a:pt x="113" y="31"/>
                    <a:pt x="113" y="31"/>
                    <a:pt x="113" y="31"/>
                  </a:cubicBezTo>
                  <a:close/>
                  <a:moveTo>
                    <a:pt x="58" y="40"/>
                  </a:moveTo>
                  <a:cubicBezTo>
                    <a:pt x="24" y="40"/>
                    <a:pt x="13" y="34"/>
                    <a:pt x="9" y="31"/>
                  </a:cubicBezTo>
                  <a:cubicBezTo>
                    <a:pt x="11" y="28"/>
                    <a:pt x="14" y="24"/>
                    <a:pt x="22" y="19"/>
                  </a:cubicBezTo>
                  <a:cubicBezTo>
                    <a:pt x="31" y="14"/>
                    <a:pt x="41" y="10"/>
                    <a:pt x="44" y="10"/>
                  </a:cubicBezTo>
                  <a:cubicBezTo>
                    <a:pt x="44" y="10"/>
                    <a:pt x="44" y="10"/>
                    <a:pt x="45" y="10"/>
                  </a:cubicBezTo>
                  <a:cubicBezTo>
                    <a:pt x="45" y="10"/>
                    <a:pt x="48" y="9"/>
                    <a:pt x="55" y="9"/>
                  </a:cubicBezTo>
                  <a:cubicBezTo>
                    <a:pt x="59" y="9"/>
                    <a:pt x="64" y="9"/>
                    <a:pt x="69" y="10"/>
                  </a:cubicBezTo>
                  <a:cubicBezTo>
                    <a:pt x="72" y="11"/>
                    <a:pt x="82" y="14"/>
                    <a:pt x="90" y="19"/>
                  </a:cubicBezTo>
                  <a:cubicBezTo>
                    <a:pt x="99" y="25"/>
                    <a:pt x="103" y="29"/>
                    <a:pt x="104" y="32"/>
                  </a:cubicBezTo>
                  <a:cubicBezTo>
                    <a:pt x="102" y="34"/>
                    <a:pt x="94" y="40"/>
                    <a:pt x="58" y="4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1" name="Freeform 23"/>
            <p:cNvSpPr>
              <a:spLocks noEditPoints="1"/>
            </p:cNvSpPr>
            <p:nvPr/>
          </p:nvSpPr>
          <p:spPr bwMode="auto">
            <a:xfrm>
              <a:off x="5450971" y="3263867"/>
              <a:ext cx="298027" cy="305295"/>
            </a:xfrm>
            <a:custGeom>
              <a:avLst/>
              <a:gdLst>
                <a:gd name="T0" fmla="*/ 0 w 52"/>
                <a:gd name="T1" fmla="*/ 26 h 53"/>
                <a:gd name="T2" fmla="*/ 26 w 52"/>
                <a:gd name="T3" fmla="*/ 53 h 53"/>
                <a:gd name="T4" fmla="*/ 52 w 52"/>
                <a:gd name="T5" fmla="*/ 26 h 53"/>
                <a:gd name="T6" fmla="*/ 26 w 52"/>
                <a:gd name="T7" fmla="*/ 0 h 53"/>
                <a:gd name="T8" fmla="*/ 0 w 52"/>
                <a:gd name="T9" fmla="*/ 26 h 53"/>
                <a:gd name="T10" fmla="*/ 26 w 52"/>
                <a:gd name="T11" fmla="*/ 9 h 53"/>
                <a:gd name="T12" fmla="*/ 44 w 52"/>
                <a:gd name="T13" fmla="*/ 26 h 53"/>
                <a:gd name="T14" fmla="*/ 26 w 52"/>
                <a:gd name="T15" fmla="*/ 44 h 53"/>
                <a:gd name="T16" fmla="*/ 9 w 52"/>
                <a:gd name="T17" fmla="*/ 26 h 53"/>
                <a:gd name="T18" fmla="*/ 26 w 52"/>
                <a:gd name="T19"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53">
                  <a:moveTo>
                    <a:pt x="0" y="26"/>
                  </a:moveTo>
                  <a:cubicBezTo>
                    <a:pt x="0" y="41"/>
                    <a:pt x="12" y="53"/>
                    <a:pt x="26" y="53"/>
                  </a:cubicBezTo>
                  <a:cubicBezTo>
                    <a:pt x="41" y="53"/>
                    <a:pt x="52" y="41"/>
                    <a:pt x="52" y="26"/>
                  </a:cubicBezTo>
                  <a:cubicBezTo>
                    <a:pt x="52" y="12"/>
                    <a:pt x="41" y="0"/>
                    <a:pt x="26" y="0"/>
                  </a:cubicBezTo>
                  <a:cubicBezTo>
                    <a:pt x="12" y="0"/>
                    <a:pt x="0" y="12"/>
                    <a:pt x="0" y="26"/>
                  </a:cubicBezTo>
                  <a:close/>
                  <a:moveTo>
                    <a:pt x="26" y="9"/>
                  </a:moveTo>
                  <a:cubicBezTo>
                    <a:pt x="36" y="9"/>
                    <a:pt x="44" y="17"/>
                    <a:pt x="44" y="26"/>
                  </a:cubicBezTo>
                  <a:cubicBezTo>
                    <a:pt x="44" y="36"/>
                    <a:pt x="36" y="44"/>
                    <a:pt x="26" y="44"/>
                  </a:cubicBezTo>
                  <a:cubicBezTo>
                    <a:pt x="17" y="44"/>
                    <a:pt x="9" y="36"/>
                    <a:pt x="9" y="26"/>
                  </a:cubicBezTo>
                  <a:cubicBezTo>
                    <a:pt x="9" y="17"/>
                    <a:pt x="17" y="9"/>
                    <a:pt x="26" y="9"/>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2" name="Freeform 24"/>
            <p:cNvSpPr>
              <a:spLocks noEditPoints="1"/>
            </p:cNvSpPr>
            <p:nvPr/>
          </p:nvSpPr>
          <p:spPr bwMode="auto">
            <a:xfrm>
              <a:off x="5076621" y="3229341"/>
              <a:ext cx="408879" cy="461578"/>
            </a:xfrm>
            <a:custGeom>
              <a:avLst/>
              <a:gdLst>
                <a:gd name="T0" fmla="*/ 69 w 71"/>
                <a:gd name="T1" fmla="*/ 53 h 80"/>
                <a:gd name="T2" fmla="*/ 46 w 71"/>
                <a:gd name="T3" fmla="*/ 43 h 80"/>
                <a:gd name="T4" fmla="*/ 38 w 71"/>
                <a:gd name="T5" fmla="*/ 42 h 80"/>
                <a:gd name="T6" fmla="*/ 56 w 71"/>
                <a:gd name="T7" fmla="*/ 21 h 80"/>
                <a:gd name="T8" fmla="*/ 36 w 71"/>
                <a:gd name="T9" fmla="*/ 0 h 80"/>
                <a:gd name="T10" fmla="*/ 15 w 71"/>
                <a:gd name="T11" fmla="*/ 21 h 80"/>
                <a:gd name="T12" fmla="*/ 33 w 71"/>
                <a:gd name="T13" fmla="*/ 42 h 80"/>
                <a:gd name="T14" fmla="*/ 25 w 71"/>
                <a:gd name="T15" fmla="*/ 43 h 80"/>
                <a:gd name="T16" fmla="*/ 6 w 71"/>
                <a:gd name="T17" fmla="*/ 51 h 80"/>
                <a:gd name="T18" fmla="*/ 0 w 71"/>
                <a:gd name="T19" fmla="*/ 55 h 80"/>
                <a:gd name="T20" fmla="*/ 0 w 71"/>
                <a:gd name="T21" fmla="*/ 74 h 80"/>
                <a:gd name="T22" fmla="*/ 38 w 71"/>
                <a:gd name="T23" fmla="*/ 80 h 80"/>
                <a:gd name="T24" fmla="*/ 42 w 71"/>
                <a:gd name="T25" fmla="*/ 76 h 80"/>
                <a:gd name="T26" fmla="*/ 38 w 71"/>
                <a:gd name="T27" fmla="*/ 71 h 80"/>
                <a:gd name="T28" fmla="*/ 2 w 71"/>
                <a:gd name="T29" fmla="*/ 66 h 80"/>
                <a:gd name="T30" fmla="*/ 11 w 71"/>
                <a:gd name="T31" fmla="*/ 58 h 80"/>
                <a:gd name="T32" fmla="*/ 26 w 71"/>
                <a:gd name="T33" fmla="*/ 51 h 80"/>
                <a:gd name="T34" fmla="*/ 27 w 71"/>
                <a:gd name="T35" fmla="*/ 51 h 80"/>
                <a:gd name="T36" fmla="*/ 45 w 71"/>
                <a:gd name="T37" fmla="*/ 51 h 80"/>
                <a:gd name="T38" fmla="*/ 64 w 71"/>
                <a:gd name="T39" fmla="*/ 60 h 80"/>
                <a:gd name="T40" fmla="*/ 70 w 71"/>
                <a:gd name="T41" fmla="*/ 59 h 80"/>
                <a:gd name="T42" fmla="*/ 69 w 71"/>
                <a:gd name="T43" fmla="*/ 53 h 80"/>
                <a:gd name="T44" fmla="*/ 23 w 71"/>
                <a:gd name="T45" fmla="*/ 21 h 80"/>
                <a:gd name="T46" fmla="*/ 36 w 71"/>
                <a:gd name="T47" fmla="*/ 9 h 80"/>
                <a:gd name="T48" fmla="*/ 48 w 71"/>
                <a:gd name="T49" fmla="*/ 21 h 80"/>
                <a:gd name="T50" fmla="*/ 36 w 71"/>
                <a:gd name="T51" fmla="*/ 33 h 80"/>
                <a:gd name="T52" fmla="*/ 23 w 71"/>
                <a:gd name="T53" fmla="*/ 2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 h="80">
                  <a:moveTo>
                    <a:pt x="69" y="53"/>
                  </a:moveTo>
                  <a:cubicBezTo>
                    <a:pt x="61" y="48"/>
                    <a:pt x="50" y="43"/>
                    <a:pt x="46" y="43"/>
                  </a:cubicBezTo>
                  <a:cubicBezTo>
                    <a:pt x="43" y="42"/>
                    <a:pt x="40" y="42"/>
                    <a:pt x="38" y="42"/>
                  </a:cubicBezTo>
                  <a:cubicBezTo>
                    <a:pt x="48" y="41"/>
                    <a:pt x="56" y="32"/>
                    <a:pt x="56" y="21"/>
                  </a:cubicBezTo>
                  <a:cubicBezTo>
                    <a:pt x="56" y="10"/>
                    <a:pt x="47" y="0"/>
                    <a:pt x="36" y="0"/>
                  </a:cubicBezTo>
                  <a:cubicBezTo>
                    <a:pt x="24" y="0"/>
                    <a:pt x="15" y="10"/>
                    <a:pt x="15" y="21"/>
                  </a:cubicBezTo>
                  <a:cubicBezTo>
                    <a:pt x="15" y="32"/>
                    <a:pt x="23" y="40"/>
                    <a:pt x="33" y="42"/>
                  </a:cubicBezTo>
                  <a:cubicBezTo>
                    <a:pt x="29" y="42"/>
                    <a:pt x="26" y="42"/>
                    <a:pt x="25" y="43"/>
                  </a:cubicBezTo>
                  <a:cubicBezTo>
                    <a:pt x="21" y="43"/>
                    <a:pt x="13" y="47"/>
                    <a:pt x="6" y="51"/>
                  </a:cubicBezTo>
                  <a:cubicBezTo>
                    <a:pt x="4" y="52"/>
                    <a:pt x="1" y="54"/>
                    <a:pt x="0" y="55"/>
                  </a:cubicBezTo>
                  <a:cubicBezTo>
                    <a:pt x="0" y="74"/>
                    <a:pt x="0" y="74"/>
                    <a:pt x="0" y="74"/>
                  </a:cubicBezTo>
                  <a:cubicBezTo>
                    <a:pt x="6" y="77"/>
                    <a:pt x="17" y="80"/>
                    <a:pt x="38" y="80"/>
                  </a:cubicBezTo>
                  <a:cubicBezTo>
                    <a:pt x="40" y="80"/>
                    <a:pt x="42" y="78"/>
                    <a:pt x="42" y="76"/>
                  </a:cubicBezTo>
                  <a:cubicBezTo>
                    <a:pt x="42" y="73"/>
                    <a:pt x="40" y="71"/>
                    <a:pt x="38" y="71"/>
                  </a:cubicBezTo>
                  <a:cubicBezTo>
                    <a:pt x="14" y="71"/>
                    <a:pt x="5" y="68"/>
                    <a:pt x="2" y="66"/>
                  </a:cubicBezTo>
                  <a:cubicBezTo>
                    <a:pt x="3" y="64"/>
                    <a:pt x="5" y="61"/>
                    <a:pt x="11" y="58"/>
                  </a:cubicBezTo>
                  <a:cubicBezTo>
                    <a:pt x="17" y="54"/>
                    <a:pt x="24" y="51"/>
                    <a:pt x="26" y="51"/>
                  </a:cubicBezTo>
                  <a:cubicBezTo>
                    <a:pt x="27" y="51"/>
                    <a:pt x="27" y="51"/>
                    <a:pt x="27" y="51"/>
                  </a:cubicBezTo>
                  <a:cubicBezTo>
                    <a:pt x="27" y="51"/>
                    <a:pt x="33" y="49"/>
                    <a:pt x="45" y="51"/>
                  </a:cubicBezTo>
                  <a:cubicBezTo>
                    <a:pt x="47" y="51"/>
                    <a:pt x="57" y="55"/>
                    <a:pt x="64" y="60"/>
                  </a:cubicBezTo>
                  <a:cubicBezTo>
                    <a:pt x="66" y="61"/>
                    <a:pt x="69" y="61"/>
                    <a:pt x="70" y="59"/>
                  </a:cubicBezTo>
                  <a:cubicBezTo>
                    <a:pt x="71" y="57"/>
                    <a:pt x="71" y="54"/>
                    <a:pt x="69" y="53"/>
                  </a:cubicBezTo>
                  <a:close/>
                  <a:moveTo>
                    <a:pt x="23" y="21"/>
                  </a:moveTo>
                  <a:cubicBezTo>
                    <a:pt x="23" y="14"/>
                    <a:pt x="29" y="9"/>
                    <a:pt x="36" y="9"/>
                  </a:cubicBezTo>
                  <a:cubicBezTo>
                    <a:pt x="42" y="9"/>
                    <a:pt x="48" y="14"/>
                    <a:pt x="48" y="21"/>
                  </a:cubicBezTo>
                  <a:cubicBezTo>
                    <a:pt x="48" y="28"/>
                    <a:pt x="42" y="33"/>
                    <a:pt x="36" y="33"/>
                  </a:cubicBezTo>
                  <a:cubicBezTo>
                    <a:pt x="29" y="33"/>
                    <a:pt x="23" y="28"/>
                    <a:pt x="23" y="21"/>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3" name="Freeform 25"/>
            <p:cNvSpPr>
              <a:spLocks noEditPoints="1"/>
            </p:cNvSpPr>
            <p:nvPr/>
          </p:nvSpPr>
          <p:spPr bwMode="auto">
            <a:xfrm>
              <a:off x="5738096" y="3229341"/>
              <a:ext cx="425234" cy="461578"/>
            </a:xfrm>
            <a:custGeom>
              <a:avLst/>
              <a:gdLst>
                <a:gd name="T0" fmla="*/ 60 w 74"/>
                <a:gd name="T1" fmla="*/ 51 h 80"/>
                <a:gd name="T2" fmla="*/ 42 w 74"/>
                <a:gd name="T3" fmla="*/ 43 h 80"/>
                <a:gd name="T4" fmla="*/ 33 w 74"/>
                <a:gd name="T5" fmla="*/ 42 h 80"/>
                <a:gd name="T6" fmla="*/ 51 w 74"/>
                <a:gd name="T7" fmla="*/ 21 h 80"/>
                <a:gd name="T8" fmla="*/ 31 w 74"/>
                <a:gd name="T9" fmla="*/ 0 h 80"/>
                <a:gd name="T10" fmla="*/ 10 w 74"/>
                <a:gd name="T11" fmla="*/ 21 h 80"/>
                <a:gd name="T12" fmla="*/ 28 w 74"/>
                <a:gd name="T13" fmla="*/ 42 h 80"/>
                <a:gd name="T14" fmla="*/ 20 w 74"/>
                <a:gd name="T15" fmla="*/ 43 h 80"/>
                <a:gd name="T16" fmla="*/ 2 w 74"/>
                <a:gd name="T17" fmla="*/ 50 h 80"/>
                <a:gd name="T18" fmla="*/ 1 w 74"/>
                <a:gd name="T19" fmla="*/ 56 h 80"/>
                <a:gd name="T20" fmla="*/ 7 w 74"/>
                <a:gd name="T21" fmla="*/ 57 h 80"/>
                <a:gd name="T22" fmla="*/ 21 w 74"/>
                <a:gd name="T23" fmla="*/ 51 h 80"/>
                <a:gd name="T24" fmla="*/ 39 w 74"/>
                <a:gd name="T25" fmla="*/ 51 h 80"/>
                <a:gd name="T26" fmla="*/ 40 w 74"/>
                <a:gd name="T27" fmla="*/ 51 h 80"/>
                <a:gd name="T28" fmla="*/ 56 w 74"/>
                <a:gd name="T29" fmla="*/ 58 h 80"/>
                <a:gd name="T30" fmla="*/ 65 w 74"/>
                <a:gd name="T31" fmla="*/ 66 h 80"/>
                <a:gd name="T32" fmla="*/ 35 w 74"/>
                <a:gd name="T33" fmla="*/ 71 h 80"/>
                <a:gd name="T34" fmla="*/ 31 w 74"/>
                <a:gd name="T35" fmla="*/ 76 h 80"/>
                <a:gd name="T36" fmla="*/ 35 w 74"/>
                <a:gd name="T37" fmla="*/ 80 h 80"/>
                <a:gd name="T38" fmla="*/ 35 w 74"/>
                <a:gd name="T39" fmla="*/ 80 h 80"/>
                <a:gd name="T40" fmla="*/ 74 w 74"/>
                <a:gd name="T41" fmla="*/ 68 h 80"/>
                <a:gd name="T42" fmla="*/ 74 w 74"/>
                <a:gd name="T43" fmla="*/ 65 h 80"/>
                <a:gd name="T44" fmla="*/ 60 w 74"/>
                <a:gd name="T45" fmla="*/ 51 h 80"/>
                <a:gd name="T46" fmla="*/ 18 w 74"/>
                <a:gd name="T47" fmla="*/ 21 h 80"/>
                <a:gd name="T48" fmla="*/ 31 w 74"/>
                <a:gd name="T49" fmla="*/ 9 h 80"/>
                <a:gd name="T50" fmla="*/ 43 w 74"/>
                <a:gd name="T51" fmla="*/ 21 h 80"/>
                <a:gd name="T52" fmla="*/ 31 w 74"/>
                <a:gd name="T53" fmla="*/ 33 h 80"/>
                <a:gd name="T54" fmla="*/ 18 w 74"/>
                <a:gd name="T55" fmla="*/ 2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80">
                  <a:moveTo>
                    <a:pt x="60" y="51"/>
                  </a:moveTo>
                  <a:cubicBezTo>
                    <a:pt x="53" y="47"/>
                    <a:pt x="45" y="43"/>
                    <a:pt x="42" y="43"/>
                  </a:cubicBezTo>
                  <a:cubicBezTo>
                    <a:pt x="40" y="42"/>
                    <a:pt x="38" y="42"/>
                    <a:pt x="33" y="42"/>
                  </a:cubicBezTo>
                  <a:cubicBezTo>
                    <a:pt x="43" y="40"/>
                    <a:pt x="51" y="32"/>
                    <a:pt x="51" y="21"/>
                  </a:cubicBezTo>
                  <a:cubicBezTo>
                    <a:pt x="51" y="10"/>
                    <a:pt x="42" y="0"/>
                    <a:pt x="31" y="0"/>
                  </a:cubicBezTo>
                  <a:cubicBezTo>
                    <a:pt x="19" y="0"/>
                    <a:pt x="10" y="10"/>
                    <a:pt x="10" y="21"/>
                  </a:cubicBezTo>
                  <a:cubicBezTo>
                    <a:pt x="10" y="32"/>
                    <a:pt x="18" y="41"/>
                    <a:pt x="28" y="42"/>
                  </a:cubicBezTo>
                  <a:cubicBezTo>
                    <a:pt x="26" y="42"/>
                    <a:pt x="23" y="42"/>
                    <a:pt x="20" y="43"/>
                  </a:cubicBezTo>
                  <a:cubicBezTo>
                    <a:pt x="17" y="43"/>
                    <a:pt x="10" y="46"/>
                    <a:pt x="2" y="50"/>
                  </a:cubicBezTo>
                  <a:cubicBezTo>
                    <a:pt x="0" y="51"/>
                    <a:pt x="0" y="54"/>
                    <a:pt x="1" y="56"/>
                  </a:cubicBezTo>
                  <a:cubicBezTo>
                    <a:pt x="2" y="58"/>
                    <a:pt x="5" y="59"/>
                    <a:pt x="7" y="57"/>
                  </a:cubicBezTo>
                  <a:cubicBezTo>
                    <a:pt x="13" y="54"/>
                    <a:pt x="19" y="51"/>
                    <a:pt x="21" y="51"/>
                  </a:cubicBezTo>
                  <a:cubicBezTo>
                    <a:pt x="33" y="49"/>
                    <a:pt x="39" y="51"/>
                    <a:pt x="39" y="51"/>
                  </a:cubicBezTo>
                  <a:cubicBezTo>
                    <a:pt x="39" y="51"/>
                    <a:pt x="40" y="51"/>
                    <a:pt x="40" y="51"/>
                  </a:cubicBezTo>
                  <a:cubicBezTo>
                    <a:pt x="42" y="51"/>
                    <a:pt x="49" y="54"/>
                    <a:pt x="56" y="58"/>
                  </a:cubicBezTo>
                  <a:cubicBezTo>
                    <a:pt x="61" y="61"/>
                    <a:pt x="64" y="64"/>
                    <a:pt x="65" y="66"/>
                  </a:cubicBezTo>
                  <a:cubicBezTo>
                    <a:pt x="62" y="67"/>
                    <a:pt x="55" y="71"/>
                    <a:pt x="35" y="71"/>
                  </a:cubicBezTo>
                  <a:cubicBezTo>
                    <a:pt x="32" y="71"/>
                    <a:pt x="31" y="73"/>
                    <a:pt x="31" y="76"/>
                  </a:cubicBezTo>
                  <a:cubicBezTo>
                    <a:pt x="31" y="78"/>
                    <a:pt x="32" y="80"/>
                    <a:pt x="35" y="80"/>
                  </a:cubicBezTo>
                  <a:cubicBezTo>
                    <a:pt x="35" y="80"/>
                    <a:pt x="35" y="80"/>
                    <a:pt x="35" y="80"/>
                  </a:cubicBezTo>
                  <a:cubicBezTo>
                    <a:pt x="68" y="79"/>
                    <a:pt x="73" y="70"/>
                    <a:pt x="74" y="68"/>
                  </a:cubicBezTo>
                  <a:cubicBezTo>
                    <a:pt x="74" y="67"/>
                    <a:pt x="74" y="66"/>
                    <a:pt x="74" y="65"/>
                  </a:cubicBezTo>
                  <a:cubicBezTo>
                    <a:pt x="72" y="60"/>
                    <a:pt x="68" y="55"/>
                    <a:pt x="60" y="51"/>
                  </a:cubicBezTo>
                  <a:close/>
                  <a:moveTo>
                    <a:pt x="18" y="21"/>
                  </a:moveTo>
                  <a:cubicBezTo>
                    <a:pt x="18" y="14"/>
                    <a:pt x="24" y="9"/>
                    <a:pt x="31" y="9"/>
                  </a:cubicBezTo>
                  <a:cubicBezTo>
                    <a:pt x="37" y="9"/>
                    <a:pt x="43" y="14"/>
                    <a:pt x="43" y="21"/>
                  </a:cubicBezTo>
                  <a:cubicBezTo>
                    <a:pt x="43" y="28"/>
                    <a:pt x="37" y="33"/>
                    <a:pt x="31" y="33"/>
                  </a:cubicBezTo>
                  <a:cubicBezTo>
                    <a:pt x="24" y="33"/>
                    <a:pt x="18" y="28"/>
                    <a:pt x="18" y="21"/>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grpSp>
      <p:grpSp>
        <p:nvGrpSpPr>
          <p:cNvPr id="54" name="组合 53"/>
          <p:cNvGrpSpPr/>
          <p:nvPr userDrawn="1"/>
        </p:nvGrpSpPr>
        <p:grpSpPr>
          <a:xfrm>
            <a:off x="6325263" y="2118575"/>
            <a:ext cx="1762683" cy="1762683"/>
            <a:chOff x="7254587" y="2605210"/>
            <a:chExt cx="1376915" cy="1376915"/>
          </a:xfrm>
        </p:grpSpPr>
        <p:sp>
          <p:nvSpPr>
            <p:cNvPr id="55" name="矩形 54"/>
            <p:cNvSpPr/>
            <p:nvPr/>
          </p:nvSpPr>
          <p:spPr>
            <a:xfrm>
              <a:off x="7254587" y="2605210"/>
              <a:ext cx="1376915" cy="1376915"/>
            </a:xfrm>
            <a:prstGeom prst="rect">
              <a:avLst/>
            </a:prstGeom>
            <a:solidFill>
              <a:srgbClr val="A1A1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grpSp>
          <p:nvGrpSpPr>
            <p:cNvPr id="56" name="组合 55"/>
            <p:cNvGrpSpPr/>
            <p:nvPr/>
          </p:nvGrpSpPr>
          <p:grpSpPr>
            <a:xfrm>
              <a:off x="7254587" y="2789568"/>
              <a:ext cx="1090344" cy="1010387"/>
              <a:chOff x="7255368" y="2789568"/>
              <a:chExt cx="1090344" cy="1010387"/>
            </a:xfrm>
          </p:grpSpPr>
          <p:sp>
            <p:nvSpPr>
              <p:cNvPr id="57" name="Freeform 11"/>
              <p:cNvSpPr/>
              <p:nvPr/>
            </p:nvSpPr>
            <p:spPr bwMode="auto">
              <a:xfrm>
                <a:off x="7255368" y="3547358"/>
                <a:ext cx="556074" cy="67239"/>
              </a:xfrm>
              <a:custGeom>
                <a:avLst/>
                <a:gdLst>
                  <a:gd name="T0" fmla="*/ 75 w 75"/>
                  <a:gd name="T1" fmla="*/ 9 h 9"/>
                  <a:gd name="T2" fmla="*/ 75 w 75"/>
                  <a:gd name="T3" fmla="*/ 1 h 9"/>
                  <a:gd name="T4" fmla="*/ 7 w 75"/>
                  <a:gd name="T5" fmla="*/ 1 h 9"/>
                  <a:gd name="T6" fmla="*/ 0 w 75"/>
                  <a:gd name="T7" fmla="*/ 0 h 9"/>
                  <a:gd name="T8" fmla="*/ 0 w 75"/>
                  <a:gd name="T9" fmla="*/ 7 h 9"/>
                  <a:gd name="T10" fmla="*/ 7 w 75"/>
                  <a:gd name="T11" fmla="*/ 9 h 9"/>
                  <a:gd name="T12" fmla="*/ 75 w 75"/>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75" h="9">
                    <a:moveTo>
                      <a:pt x="75" y="9"/>
                    </a:moveTo>
                    <a:cubicBezTo>
                      <a:pt x="75" y="1"/>
                      <a:pt x="75" y="1"/>
                      <a:pt x="75" y="1"/>
                    </a:cubicBezTo>
                    <a:cubicBezTo>
                      <a:pt x="7" y="1"/>
                      <a:pt x="7" y="1"/>
                      <a:pt x="7" y="1"/>
                    </a:cubicBezTo>
                    <a:cubicBezTo>
                      <a:pt x="4" y="1"/>
                      <a:pt x="2" y="1"/>
                      <a:pt x="0" y="0"/>
                    </a:cubicBezTo>
                    <a:cubicBezTo>
                      <a:pt x="0" y="7"/>
                      <a:pt x="0" y="7"/>
                      <a:pt x="0" y="7"/>
                    </a:cubicBezTo>
                    <a:cubicBezTo>
                      <a:pt x="2" y="8"/>
                      <a:pt x="4" y="9"/>
                      <a:pt x="7" y="9"/>
                    </a:cubicBezTo>
                    <a:lnTo>
                      <a:pt x="75" y="9"/>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8" name="Freeform 12"/>
              <p:cNvSpPr>
                <a:spLocks noEditPoints="1"/>
              </p:cNvSpPr>
              <p:nvPr/>
            </p:nvSpPr>
            <p:spPr bwMode="auto">
              <a:xfrm>
                <a:off x="7582471" y="3027628"/>
                <a:ext cx="318017" cy="356178"/>
              </a:xfrm>
              <a:custGeom>
                <a:avLst/>
                <a:gdLst>
                  <a:gd name="T0" fmla="*/ 43 w 43"/>
                  <a:gd name="T1" fmla="*/ 23 h 48"/>
                  <a:gd name="T2" fmla="*/ 43 w 43"/>
                  <a:gd name="T3" fmla="*/ 22 h 48"/>
                  <a:gd name="T4" fmla="*/ 43 w 43"/>
                  <a:gd name="T5" fmla="*/ 22 h 48"/>
                  <a:gd name="T6" fmla="*/ 42 w 43"/>
                  <a:gd name="T7" fmla="*/ 22 h 48"/>
                  <a:gd name="T8" fmla="*/ 42 w 43"/>
                  <a:gd name="T9" fmla="*/ 21 h 48"/>
                  <a:gd name="T10" fmla="*/ 42 w 43"/>
                  <a:gd name="T11" fmla="*/ 21 h 48"/>
                  <a:gd name="T12" fmla="*/ 5 w 43"/>
                  <a:gd name="T13" fmla="*/ 0 h 48"/>
                  <a:gd name="T14" fmla="*/ 5 w 43"/>
                  <a:gd name="T15" fmla="*/ 0 h 48"/>
                  <a:gd name="T16" fmla="*/ 4 w 43"/>
                  <a:gd name="T17" fmla="*/ 0 h 48"/>
                  <a:gd name="T18" fmla="*/ 3 w 43"/>
                  <a:gd name="T19" fmla="*/ 0 h 48"/>
                  <a:gd name="T20" fmla="*/ 3 w 43"/>
                  <a:gd name="T21" fmla="*/ 0 h 48"/>
                  <a:gd name="T22" fmla="*/ 3 w 43"/>
                  <a:gd name="T23" fmla="*/ 0 h 48"/>
                  <a:gd name="T24" fmla="*/ 2 w 43"/>
                  <a:gd name="T25" fmla="*/ 0 h 48"/>
                  <a:gd name="T26" fmla="*/ 1 w 43"/>
                  <a:gd name="T27" fmla="*/ 0 h 48"/>
                  <a:gd name="T28" fmla="*/ 1 w 43"/>
                  <a:gd name="T29" fmla="*/ 1 h 48"/>
                  <a:gd name="T30" fmla="*/ 0 w 43"/>
                  <a:gd name="T31" fmla="*/ 1 h 48"/>
                  <a:gd name="T32" fmla="*/ 0 w 43"/>
                  <a:gd name="T33" fmla="*/ 2 h 48"/>
                  <a:gd name="T34" fmla="*/ 0 w 43"/>
                  <a:gd name="T35" fmla="*/ 2 h 48"/>
                  <a:gd name="T36" fmla="*/ 0 w 43"/>
                  <a:gd name="T37" fmla="*/ 2 h 48"/>
                  <a:gd name="T38" fmla="*/ 0 w 43"/>
                  <a:gd name="T39" fmla="*/ 3 h 48"/>
                  <a:gd name="T40" fmla="*/ 0 w 43"/>
                  <a:gd name="T41" fmla="*/ 3 h 48"/>
                  <a:gd name="T42" fmla="*/ 0 w 43"/>
                  <a:gd name="T43" fmla="*/ 45 h 48"/>
                  <a:gd name="T44" fmla="*/ 0 w 43"/>
                  <a:gd name="T45" fmla="*/ 45 h 48"/>
                  <a:gd name="T46" fmla="*/ 0 w 43"/>
                  <a:gd name="T47" fmla="*/ 46 h 48"/>
                  <a:gd name="T48" fmla="*/ 0 w 43"/>
                  <a:gd name="T49" fmla="*/ 46 h 48"/>
                  <a:gd name="T50" fmla="*/ 0 w 43"/>
                  <a:gd name="T51" fmla="*/ 47 h 48"/>
                  <a:gd name="T52" fmla="*/ 2 w 43"/>
                  <a:gd name="T53" fmla="*/ 48 h 48"/>
                  <a:gd name="T54" fmla="*/ 2 w 43"/>
                  <a:gd name="T55" fmla="*/ 48 h 48"/>
                  <a:gd name="T56" fmla="*/ 3 w 43"/>
                  <a:gd name="T57" fmla="*/ 48 h 48"/>
                  <a:gd name="T58" fmla="*/ 3 w 43"/>
                  <a:gd name="T59" fmla="*/ 48 h 48"/>
                  <a:gd name="T60" fmla="*/ 3 w 43"/>
                  <a:gd name="T61" fmla="*/ 48 h 48"/>
                  <a:gd name="T62" fmla="*/ 3 w 43"/>
                  <a:gd name="T63" fmla="*/ 48 h 48"/>
                  <a:gd name="T64" fmla="*/ 4 w 43"/>
                  <a:gd name="T65" fmla="*/ 48 h 48"/>
                  <a:gd name="T66" fmla="*/ 5 w 43"/>
                  <a:gd name="T67" fmla="*/ 48 h 48"/>
                  <a:gd name="T68" fmla="*/ 5 w 43"/>
                  <a:gd name="T69" fmla="*/ 48 h 48"/>
                  <a:gd name="T70" fmla="*/ 42 w 43"/>
                  <a:gd name="T71" fmla="*/ 27 h 48"/>
                  <a:gd name="T72" fmla="*/ 42 w 43"/>
                  <a:gd name="T73" fmla="*/ 27 h 48"/>
                  <a:gd name="T74" fmla="*/ 43 w 43"/>
                  <a:gd name="T75" fmla="*/ 26 h 48"/>
                  <a:gd name="T76" fmla="*/ 43 w 43"/>
                  <a:gd name="T77" fmla="*/ 26 h 48"/>
                  <a:gd name="T78" fmla="*/ 43 w 43"/>
                  <a:gd name="T79" fmla="*/ 26 h 48"/>
                  <a:gd name="T80" fmla="*/ 43 w 43"/>
                  <a:gd name="T81" fmla="*/ 25 h 48"/>
                  <a:gd name="T82" fmla="*/ 43 w 43"/>
                  <a:gd name="T83" fmla="*/ 25 h 48"/>
                  <a:gd name="T84" fmla="*/ 43 w 43"/>
                  <a:gd name="T85" fmla="*/ 24 h 48"/>
                  <a:gd name="T86" fmla="*/ 43 w 43"/>
                  <a:gd name="T87" fmla="*/ 23 h 48"/>
                  <a:gd name="T88" fmla="*/ 43 w 43"/>
                  <a:gd name="T89" fmla="*/ 23 h 48"/>
                  <a:gd name="T90" fmla="*/ 7 w 43"/>
                  <a:gd name="T91" fmla="*/ 39 h 48"/>
                  <a:gd name="T92" fmla="*/ 7 w 43"/>
                  <a:gd name="T93" fmla="*/ 9 h 48"/>
                  <a:gd name="T94" fmla="*/ 33 w 43"/>
                  <a:gd name="T95" fmla="*/ 24 h 48"/>
                  <a:gd name="T96" fmla="*/ 7 w 43"/>
                  <a:gd name="T97" fmla="*/ 3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3" h="48">
                    <a:moveTo>
                      <a:pt x="43" y="23"/>
                    </a:moveTo>
                    <a:cubicBezTo>
                      <a:pt x="43" y="23"/>
                      <a:pt x="43" y="22"/>
                      <a:pt x="43" y="22"/>
                    </a:cubicBezTo>
                    <a:cubicBezTo>
                      <a:pt x="43" y="22"/>
                      <a:pt x="43" y="22"/>
                      <a:pt x="43" y="22"/>
                    </a:cubicBezTo>
                    <a:cubicBezTo>
                      <a:pt x="43" y="22"/>
                      <a:pt x="43" y="22"/>
                      <a:pt x="42" y="22"/>
                    </a:cubicBezTo>
                    <a:cubicBezTo>
                      <a:pt x="42" y="21"/>
                      <a:pt x="42" y="21"/>
                      <a:pt x="42" y="21"/>
                    </a:cubicBezTo>
                    <a:cubicBezTo>
                      <a:pt x="42" y="21"/>
                      <a:pt x="42" y="21"/>
                      <a:pt x="42" y="21"/>
                    </a:cubicBezTo>
                    <a:cubicBezTo>
                      <a:pt x="5" y="0"/>
                      <a:pt x="5" y="0"/>
                      <a:pt x="5" y="0"/>
                    </a:cubicBezTo>
                    <a:cubicBezTo>
                      <a:pt x="5" y="0"/>
                      <a:pt x="5" y="0"/>
                      <a:pt x="5" y="0"/>
                    </a:cubicBezTo>
                    <a:cubicBezTo>
                      <a:pt x="5" y="0"/>
                      <a:pt x="4" y="0"/>
                      <a:pt x="4" y="0"/>
                    </a:cubicBezTo>
                    <a:cubicBezTo>
                      <a:pt x="4" y="0"/>
                      <a:pt x="4" y="0"/>
                      <a:pt x="3" y="0"/>
                    </a:cubicBezTo>
                    <a:cubicBezTo>
                      <a:pt x="3" y="0"/>
                      <a:pt x="3" y="0"/>
                      <a:pt x="3" y="0"/>
                    </a:cubicBezTo>
                    <a:cubicBezTo>
                      <a:pt x="3" y="0"/>
                      <a:pt x="3" y="0"/>
                      <a:pt x="3" y="0"/>
                    </a:cubicBezTo>
                    <a:cubicBezTo>
                      <a:pt x="3" y="0"/>
                      <a:pt x="2" y="0"/>
                      <a:pt x="2" y="0"/>
                    </a:cubicBezTo>
                    <a:cubicBezTo>
                      <a:pt x="2" y="0"/>
                      <a:pt x="2" y="0"/>
                      <a:pt x="1" y="0"/>
                    </a:cubicBezTo>
                    <a:cubicBezTo>
                      <a:pt x="1" y="0"/>
                      <a:pt x="1" y="0"/>
                      <a:pt x="1" y="1"/>
                    </a:cubicBezTo>
                    <a:cubicBezTo>
                      <a:pt x="1" y="1"/>
                      <a:pt x="1" y="1"/>
                      <a:pt x="0" y="1"/>
                    </a:cubicBezTo>
                    <a:cubicBezTo>
                      <a:pt x="0" y="1"/>
                      <a:pt x="0" y="1"/>
                      <a:pt x="0" y="2"/>
                    </a:cubicBezTo>
                    <a:cubicBezTo>
                      <a:pt x="0" y="2"/>
                      <a:pt x="0" y="2"/>
                      <a:pt x="0" y="2"/>
                    </a:cubicBezTo>
                    <a:cubicBezTo>
                      <a:pt x="0" y="2"/>
                      <a:pt x="0" y="2"/>
                      <a:pt x="0" y="2"/>
                    </a:cubicBezTo>
                    <a:cubicBezTo>
                      <a:pt x="0" y="3"/>
                      <a:pt x="0" y="3"/>
                      <a:pt x="0" y="3"/>
                    </a:cubicBezTo>
                    <a:cubicBezTo>
                      <a:pt x="0" y="3"/>
                      <a:pt x="0" y="3"/>
                      <a:pt x="0" y="3"/>
                    </a:cubicBezTo>
                    <a:cubicBezTo>
                      <a:pt x="0" y="45"/>
                      <a:pt x="0" y="45"/>
                      <a:pt x="0" y="45"/>
                    </a:cubicBezTo>
                    <a:cubicBezTo>
                      <a:pt x="0" y="45"/>
                      <a:pt x="0" y="45"/>
                      <a:pt x="0" y="45"/>
                    </a:cubicBezTo>
                    <a:cubicBezTo>
                      <a:pt x="0" y="45"/>
                      <a:pt x="0" y="45"/>
                      <a:pt x="0" y="46"/>
                    </a:cubicBezTo>
                    <a:cubicBezTo>
                      <a:pt x="0" y="46"/>
                      <a:pt x="0" y="46"/>
                      <a:pt x="0" y="46"/>
                    </a:cubicBezTo>
                    <a:cubicBezTo>
                      <a:pt x="0" y="46"/>
                      <a:pt x="0" y="46"/>
                      <a:pt x="0" y="47"/>
                    </a:cubicBezTo>
                    <a:cubicBezTo>
                      <a:pt x="1" y="47"/>
                      <a:pt x="1" y="48"/>
                      <a:pt x="2" y="48"/>
                    </a:cubicBezTo>
                    <a:cubicBezTo>
                      <a:pt x="2" y="48"/>
                      <a:pt x="2" y="48"/>
                      <a:pt x="2" y="48"/>
                    </a:cubicBezTo>
                    <a:cubicBezTo>
                      <a:pt x="2" y="48"/>
                      <a:pt x="3" y="48"/>
                      <a:pt x="3" y="48"/>
                    </a:cubicBezTo>
                    <a:cubicBezTo>
                      <a:pt x="3" y="48"/>
                      <a:pt x="3" y="48"/>
                      <a:pt x="3" y="48"/>
                    </a:cubicBezTo>
                    <a:cubicBezTo>
                      <a:pt x="3" y="48"/>
                      <a:pt x="3" y="48"/>
                      <a:pt x="3" y="48"/>
                    </a:cubicBezTo>
                    <a:cubicBezTo>
                      <a:pt x="3" y="48"/>
                      <a:pt x="3" y="48"/>
                      <a:pt x="3" y="48"/>
                    </a:cubicBezTo>
                    <a:cubicBezTo>
                      <a:pt x="4" y="48"/>
                      <a:pt x="4" y="48"/>
                      <a:pt x="4" y="48"/>
                    </a:cubicBezTo>
                    <a:cubicBezTo>
                      <a:pt x="5" y="48"/>
                      <a:pt x="5" y="48"/>
                      <a:pt x="5" y="48"/>
                    </a:cubicBezTo>
                    <a:cubicBezTo>
                      <a:pt x="5" y="48"/>
                      <a:pt x="5" y="48"/>
                      <a:pt x="5" y="48"/>
                    </a:cubicBezTo>
                    <a:cubicBezTo>
                      <a:pt x="42" y="27"/>
                      <a:pt x="42" y="27"/>
                      <a:pt x="42" y="27"/>
                    </a:cubicBezTo>
                    <a:cubicBezTo>
                      <a:pt x="42" y="27"/>
                      <a:pt x="42" y="27"/>
                      <a:pt x="42" y="27"/>
                    </a:cubicBezTo>
                    <a:cubicBezTo>
                      <a:pt x="42" y="27"/>
                      <a:pt x="42" y="27"/>
                      <a:pt x="43" y="26"/>
                    </a:cubicBezTo>
                    <a:cubicBezTo>
                      <a:pt x="43" y="26"/>
                      <a:pt x="43" y="26"/>
                      <a:pt x="43" y="26"/>
                    </a:cubicBezTo>
                    <a:cubicBezTo>
                      <a:pt x="43" y="26"/>
                      <a:pt x="43" y="26"/>
                      <a:pt x="43" y="26"/>
                    </a:cubicBezTo>
                    <a:cubicBezTo>
                      <a:pt x="43" y="26"/>
                      <a:pt x="43" y="26"/>
                      <a:pt x="43" y="25"/>
                    </a:cubicBezTo>
                    <a:cubicBezTo>
                      <a:pt x="43" y="25"/>
                      <a:pt x="43" y="25"/>
                      <a:pt x="43" y="25"/>
                    </a:cubicBezTo>
                    <a:cubicBezTo>
                      <a:pt x="43" y="24"/>
                      <a:pt x="43" y="24"/>
                      <a:pt x="43" y="24"/>
                    </a:cubicBezTo>
                    <a:cubicBezTo>
                      <a:pt x="43" y="24"/>
                      <a:pt x="43" y="24"/>
                      <a:pt x="43" y="23"/>
                    </a:cubicBezTo>
                    <a:cubicBezTo>
                      <a:pt x="43" y="23"/>
                      <a:pt x="43" y="23"/>
                      <a:pt x="43" y="23"/>
                    </a:cubicBezTo>
                    <a:close/>
                    <a:moveTo>
                      <a:pt x="7" y="39"/>
                    </a:moveTo>
                    <a:cubicBezTo>
                      <a:pt x="7" y="9"/>
                      <a:pt x="7" y="9"/>
                      <a:pt x="7" y="9"/>
                    </a:cubicBezTo>
                    <a:cubicBezTo>
                      <a:pt x="33" y="24"/>
                      <a:pt x="33" y="24"/>
                      <a:pt x="33" y="24"/>
                    </a:cubicBezTo>
                    <a:lnTo>
                      <a:pt x="7" y="39"/>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9" name="Freeform 13"/>
              <p:cNvSpPr/>
              <p:nvPr/>
            </p:nvSpPr>
            <p:spPr bwMode="auto">
              <a:xfrm>
                <a:off x="7277177" y="3739985"/>
                <a:ext cx="928609" cy="59970"/>
              </a:xfrm>
              <a:custGeom>
                <a:avLst/>
                <a:gdLst>
                  <a:gd name="T0" fmla="*/ 121 w 125"/>
                  <a:gd name="T1" fmla="*/ 0 h 8"/>
                  <a:gd name="T2" fmla="*/ 4 w 125"/>
                  <a:gd name="T3" fmla="*/ 0 h 8"/>
                  <a:gd name="T4" fmla="*/ 0 w 125"/>
                  <a:gd name="T5" fmla="*/ 4 h 8"/>
                  <a:gd name="T6" fmla="*/ 4 w 125"/>
                  <a:gd name="T7" fmla="*/ 8 h 8"/>
                  <a:gd name="T8" fmla="*/ 121 w 125"/>
                  <a:gd name="T9" fmla="*/ 8 h 8"/>
                  <a:gd name="T10" fmla="*/ 125 w 125"/>
                  <a:gd name="T11" fmla="*/ 4 h 8"/>
                  <a:gd name="T12" fmla="*/ 121 w 125"/>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5" h="8">
                    <a:moveTo>
                      <a:pt x="121" y="0"/>
                    </a:moveTo>
                    <a:cubicBezTo>
                      <a:pt x="4" y="0"/>
                      <a:pt x="4" y="0"/>
                      <a:pt x="4" y="0"/>
                    </a:cubicBezTo>
                    <a:cubicBezTo>
                      <a:pt x="2" y="0"/>
                      <a:pt x="0" y="2"/>
                      <a:pt x="0" y="4"/>
                    </a:cubicBezTo>
                    <a:cubicBezTo>
                      <a:pt x="0" y="6"/>
                      <a:pt x="2" y="8"/>
                      <a:pt x="4" y="8"/>
                    </a:cubicBezTo>
                    <a:cubicBezTo>
                      <a:pt x="121" y="8"/>
                      <a:pt x="121" y="8"/>
                      <a:pt x="121" y="8"/>
                    </a:cubicBezTo>
                    <a:cubicBezTo>
                      <a:pt x="123" y="8"/>
                      <a:pt x="125" y="6"/>
                      <a:pt x="125" y="4"/>
                    </a:cubicBezTo>
                    <a:cubicBezTo>
                      <a:pt x="125" y="2"/>
                      <a:pt x="123" y="0"/>
                      <a:pt x="121"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60" name="Freeform 14"/>
              <p:cNvSpPr/>
              <p:nvPr/>
            </p:nvSpPr>
            <p:spPr bwMode="auto">
              <a:xfrm>
                <a:off x="7864145" y="3501926"/>
                <a:ext cx="154466" cy="163552"/>
              </a:xfrm>
              <a:custGeom>
                <a:avLst/>
                <a:gdLst>
                  <a:gd name="T0" fmla="*/ 28 w 85"/>
                  <a:gd name="T1" fmla="*/ 0 h 90"/>
                  <a:gd name="T2" fmla="*/ 28 w 85"/>
                  <a:gd name="T3" fmla="*/ 29 h 90"/>
                  <a:gd name="T4" fmla="*/ 0 w 85"/>
                  <a:gd name="T5" fmla="*/ 29 h 90"/>
                  <a:gd name="T6" fmla="*/ 0 w 85"/>
                  <a:gd name="T7" fmla="*/ 29 h 90"/>
                  <a:gd name="T8" fmla="*/ 0 w 85"/>
                  <a:gd name="T9" fmla="*/ 58 h 90"/>
                  <a:gd name="T10" fmla="*/ 0 w 85"/>
                  <a:gd name="T11" fmla="*/ 62 h 90"/>
                  <a:gd name="T12" fmla="*/ 28 w 85"/>
                  <a:gd name="T13" fmla="*/ 62 h 90"/>
                  <a:gd name="T14" fmla="*/ 28 w 85"/>
                  <a:gd name="T15" fmla="*/ 90 h 90"/>
                  <a:gd name="T16" fmla="*/ 57 w 85"/>
                  <a:gd name="T17" fmla="*/ 90 h 90"/>
                  <a:gd name="T18" fmla="*/ 57 w 85"/>
                  <a:gd name="T19" fmla="*/ 62 h 90"/>
                  <a:gd name="T20" fmla="*/ 85 w 85"/>
                  <a:gd name="T21" fmla="*/ 62 h 90"/>
                  <a:gd name="T22" fmla="*/ 85 w 85"/>
                  <a:gd name="T23" fmla="*/ 58 h 90"/>
                  <a:gd name="T24" fmla="*/ 85 w 85"/>
                  <a:gd name="T25" fmla="*/ 29 h 90"/>
                  <a:gd name="T26" fmla="*/ 85 w 85"/>
                  <a:gd name="T27" fmla="*/ 29 h 90"/>
                  <a:gd name="T28" fmla="*/ 57 w 85"/>
                  <a:gd name="T29" fmla="*/ 29 h 90"/>
                  <a:gd name="T30" fmla="*/ 57 w 85"/>
                  <a:gd name="T31" fmla="*/ 0 h 90"/>
                  <a:gd name="T32" fmla="*/ 28 w 85"/>
                  <a:gd name="T33"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90">
                    <a:moveTo>
                      <a:pt x="28" y="0"/>
                    </a:moveTo>
                    <a:lnTo>
                      <a:pt x="28" y="29"/>
                    </a:lnTo>
                    <a:lnTo>
                      <a:pt x="0" y="29"/>
                    </a:lnTo>
                    <a:lnTo>
                      <a:pt x="0" y="29"/>
                    </a:lnTo>
                    <a:lnTo>
                      <a:pt x="0" y="58"/>
                    </a:lnTo>
                    <a:lnTo>
                      <a:pt x="0" y="62"/>
                    </a:lnTo>
                    <a:lnTo>
                      <a:pt x="28" y="62"/>
                    </a:lnTo>
                    <a:lnTo>
                      <a:pt x="28" y="90"/>
                    </a:lnTo>
                    <a:lnTo>
                      <a:pt x="57" y="90"/>
                    </a:lnTo>
                    <a:lnTo>
                      <a:pt x="57" y="62"/>
                    </a:lnTo>
                    <a:lnTo>
                      <a:pt x="85" y="62"/>
                    </a:lnTo>
                    <a:lnTo>
                      <a:pt x="85" y="58"/>
                    </a:lnTo>
                    <a:lnTo>
                      <a:pt x="85" y="29"/>
                    </a:lnTo>
                    <a:lnTo>
                      <a:pt x="85" y="29"/>
                    </a:lnTo>
                    <a:lnTo>
                      <a:pt x="57" y="29"/>
                    </a:lnTo>
                    <a:lnTo>
                      <a:pt x="57" y="0"/>
                    </a:lnTo>
                    <a:lnTo>
                      <a:pt x="28" y="0"/>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61" name="Freeform 15"/>
              <p:cNvSpPr/>
              <p:nvPr/>
            </p:nvSpPr>
            <p:spPr bwMode="auto">
              <a:xfrm>
                <a:off x="7255368" y="2789568"/>
                <a:ext cx="1090344" cy="825027"/>
              </a:xfrm>
              <a:custGeom>
                <a:avLst/>
                <a:gdLst>
                  <a:gd name="T0" fmla="*/ 125 w 147"/>
                  <a:gd name="T1" fmla="*/ 0 h 111"/>
                  <a:gd name="T2" fmla="*/ 125 w 147"/>
                  <a:gd name="T3" fmla="*/ 0 h 111"/>
                  <a:gd name="T4" fmla="*/ 7 w 147"/>
                  <a:gd name="T5" fmla="*/ 0 h 111"/>
                  <a:gd name="T6" fmla="*/ 0 w 147"/>
                  <a:gd name="T7" fmla="*/ 1 h 111"/>
                  <a:gd name="T8" fmla="*/ 0 w 147"/>
                  <a:gd name="T9" fmla="*/ 9 h 111"/>
                  <a:gd name="T10" fmla="*/ 7 w 147"/>
                  <a:gd name="T11" fmla="*/ 7 h 111"/>
                  <a:gd name="T12" fmla="*/ 124 w 147"/>
                  <a:gd name="T13" fmla="*/ 7 h 111"/>
                  <a:gd name="T14" fmla="*/ 140 w 147"/>
                  <a:gd name="T15" fmla="*/ 23 h 111"/>
                  <a:gd name="T16" fmla="*/ 140 w 147"/>
                  <a:gd name="T17" fmla="*/ 88 h 111"/>
                  <a:gd name="T18" fmla="*/ 124 w 147"/>
                  <a:gd name="T19" fmla="*/ 103 h 111"/>
                  <a:gd name="T20" fmla="*/ 111 w 147"/>
                  <a:gd name="T21" fmla="*/ 103 h 111"/>
                  <a:gd name="T22" fmla="*/ 111 w 147"/>
                  <a:gd name="T23" fmla="*/ 111 h 111"/>
                  <a:gd name="T24" fmla="*/ 125 w 147"/>
                  <a:gd name="T25" fmla="*/ 111 h 111"/>
                  <a:gd name="T26" fmla="*/ 125 w 147"/>
                  <a:gd name="T27" fmla="*/ 110 h 111"/>
                  <a:gd name="T28" fmla="*/ 147 w 147"/>
                  <a:gd name="T29" fmla="*/ 88 h 111"/>
                  <a:gd name="T30" fmla="*/ 147 w 147"/>
                  <a:gd name="T31" fmla="*/ 23 h 111"/>
                  <a:gd name="T32" fmla="*/ 125 w 147"/>
                  <a:gd name="T3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7" h="111">
                    <a:moveTo>
                      <a:pt x="125" y="0"/>
                    </a:moveTo>
                    <a:cubicBezTo>
                      <a:pt x="125" y="0"/>
                      <a:pt x="125" y="0"/>
                      <a:pt x="125" y="0"/>
                    </a:cubicBezTo>
                    <a:cubicBezTo>
                      <a:pt x="7" y="0"/>
                      <a:pt x="7" y="0"/>
                      <a:pt x="7" y="0"/>
                    </a:cubicBezTo>
                    <a:cubicBezTo>
                      <a:pt x="4" y="0"/>
                      <a:pt x="2" y="1"/>
                      <a:pt x="0" y="1"/>
                    </a:cubicBezTo>
                    <a:cubicBezTo>
                      <a:pt x="0" y="9"/>
                      <a:pt x="0" y="9"/>
                      <a:pt x="0" y="9"/>
                    </a:cubicBezTo>
                    <a:cubicBezTo>
                      <a:pt x="2" y="8"/>
                      <a:pt x="4" y="7"/>
                      <a:pt x="7" y="7"/>
                    </a:cubicBezTo>
                    <a:cubicBezTo>
                      <a:pt x="124" y="7"/>
                      <a:pt x="124" y="7"/>
                      <a:pt x="124" y="7"/>
                    </a:cubicBezTo>
                    <a:cubicBezTo>
                      <a:pt x="133" y="7"/>
                      <a:pt x="140" y="14"/>
                      <a:pt x="140" y="23"/>
                    </a:cubicBezTo>
                    <a:cubicBezTo>
                      <a:pt x="140" y="88"/>
                      <a:pt x="140" y="88"/>
                      <a:pt x="140" y="88"/>
                    </a:cubicBezTo>
                    <a:cubicBezTo>
                      <a:pt x="140" y="96"/>
                      <a:pt x="133" y="103"/>
                      <a:pt x="124" y="103"/>
                    </a:cubicBezTo>
                    <a:cubicBezTo>
                      <a:pt x="111" y="103"/>
                      <a:pt x="111" y="103"/>
                      <a:pt x="111" y="103"/>
                    </a:cubicBezTo>
                    <a:cubicBezTo>
                      <a:pt x="111" y="111"/>
                      <a:pt x="111" y="111"/>
                      <a:pt x="111" y="111"/>
                    </a:cubicBezTo>
                    <a:cubicBezTo>
                      <a:pt x="125" y="111"/>
                      <a:pt x="125" y="111"/>
                      <a:pt x="125" y="111"/>
                    </a:cubicBezTo>
                    <a:cubicBezTo>
                      <a:pt x="125" y="110"/>
                      <a:pt x="125" y="110"/>
                      <a:pt x="125" y="110"/>
                    </a:cubicBezTo>
                    <a:cubicBezTo>
                      <a:pt x="137" y="110"/>
                      <a:pt x="147" y="100"/>
                      <a:pt x="147" y="88"/>
                    </a:cubicBezTo>
                    <a:cubicBezTo>
                      <a:pt x="147" y="23"/>
                      <a:pt x="147" y="23"/>
                      <a:pt x="147" y="23"/>
                    </a:cubicBezTo>
                    <a:cubicBezTo>
                      <a:pt x="147" y="11"/>
                      <a:pt x="137" y="1"/>
                      <a:pt x="125"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grpSp>
      </p:grpSp>
      <p:grpSp>
        <p:nvGrpSpPr>
          <p:cNvPr id="62" name="组合 61"/>
          <p:cNvGrpSpPr/>
          <p:nvPr userDrawn="1"/>
        </p:nvGrpSpPr>
        <p:grpSpPr>
          <a:xfrm>
            <a:off x="756325" y="2112864"/>
            <a:ext cx="1762686" cy="1762683"/>
            <a:chOff x="1507108" y="2100648"/>
            <a:chExt cx="1627763" cy="1627761"/>
          </a:xfrm>
        </p:grpSpPr>
        <p:sp>
          <p:nvSpPr>
            <p:cNvPr id="63" name="矩形 62"/>
            <p:cNvSpPr/>
            <p:nvPr/>
          </p:nvSpPr>
          <p:spPr>
            <a:xfrm>
              <a:off x="1507110" y="2100648"/>
              <a:ext cx="1627761" cy="1627761"/>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grpSp>
          <p:nvGrpSpPr>
            <p:cNvPr id="64" name="组合 63"/>
            <p:cNvGrpSpPr/>
            <p:nvPr/>
          </p:nvGrpSpPr>
          <p:grpSpPr>
            <a:xfrm>
              <a:off x="1507108" y="2201164"/>
              <a:ext cx="1384865" cy="1466956"/>
              <a:chOff x="1550988" y="1668463"/>
              <a:chExt cx="615950" cy="652462"/>
            </a:xfrm>
          </p:grpSpPr>
          <p:sp>
            <p:nvSpPr>
              <p:cNvPr id="65" name="Freeform 5"/>
              <p:cNvSpPr/>
              <p:nvPr/>
            </p:nvSpPr>
            <p:spPr bwMode="auto">
              <a:xfrm>
                <a:off x="1550988" y="1962150"/>
                <a:ext cx="585788" cy="358775"/>
              </a:xfrm>
              <a:custGeom>
                <a:avLst/>
                <a:gdLst>
                  <a:gd name="T0" fmla="*/ 62 w 153"/>
                  <a:gd name="T1" fmla="*/ 94 h 94"/>
                  <a:gd name="T2" fmla="*/ 69 w 153"/>
                  <a:gd name="T3" fmla="*/ 91 h 94"/>
                  <a:gd name="T4" fmla="*/ 139 w 153"/>
                  <a:gd name="T5" fmla="*/ 22 h 94"/>
                  <a:gd name="T6" fmla="*/ 153 w 153"/>
                  <a:gd name="T7" fmla="*/ 0 h 94"/>
                  <a:gd name="T8" fmla="*/ 145 w 153"/>
                  <a:gd name="T9" fmla="*/ 0 h 94"/>
                  <a:gd name="T10" fmla="*/ 134 w 153"/>
                  <a:gd name="T11" fmla="*/ 16 h 94"/>
                  <a:gd name="T12" fmla="*/ 64 w 153"/>
                  <a:gd name="T13" fmla="*/ 86 h 94"/>
                  <a:gd name="T14" fmla="*/ 62 w 153"/>
                  <a:gd name="T15" fmla="*/ 87 h 94"/>
                  <a:gd name="T16" fmla="*/ 59 w 153"/>
                  <a:gd name="T17" fmla="*/ 86 h 94"/>
                  <a:gd name="T18" fmla="*/ 0 w 153"/>
                  <a:gd name="T19" fmla="*/ 27 h 94"/>
                  <a:gd name="T20" fmla="*/ 0 w 153"/>
                  <a:gd name="T21" fmla="*/ 36 h 94"/>
                  <a:gd name="T22" fmla="*/ 54 w 153"/>
                  <a:gd name="T23" fmla="*/ 91 h 94"/>
                  <a:gd name="T24" fmla="*/ 62 w 153"/>
                  <a:gd name="T25"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 h="94">
                    <a:moveTo>
                      <a:pt x="62" y="94"/>
                    </a:moveTo>
                    <a:cubicBezTo>
                      <a:pt x="64" y="94"/>
                      <a:pt x="67" y="93"/>
                      <a:pt x="69" y="91"/>
                    </a:cubicBezTo>
                    <a:cubicBezTo>
                      <a:pt x="139" y="22"/>
                      <a:pt x="139" y="22"/>
                      <a:pt x="139" y="22"/>
                    </a:cubicBezTo>
                    <a:cubicBezTo>
                      <a:pt x="145" y="15"/>
                      <a:pt x="150" y="8"/>
                      <a:pt x="153" y="0"/>
                    </a:cubicBezTo>
                    <a:cubicBezTo>
                      <a:pt x="145" y="0"/>
                      <a:pt x="145" y="0"/>
                      <a:pt x="145" y="0"/>
                    </a:cubicBezTo>
                    <a:cubicBezTo>
                      <a:pt x="142" y="6"/>
                      <a:pt x="139" y="12"/>
                      <a:pt x="134" y="16"/>
                    </a:cubicBezTo>
                    <a:cubicBezTo>
                      <a:pt x="64" y="86"/>
                      <a:pt x="64" y="86"/>
                      <a:pt x="64" y="86"/>
                    </a:cubicBezTo>
                    <a:cubicBezTo>
                      <a:pt x="63" y="87"/>
                      <a:pt x="62" y="87"/>
                      <a:pt x="62" y="87"/>
                    </a:cubicBezTo>
                    <a:cubicBezTo>
                      <a:pt x="61" y="87"/>
                      <a:pt x="60" y="87"/>
                      <a:pt x="59" y="86"/>
                    </a:cubicBezTo>
                    <a:cubicBezTo>
                      <a:pt x="0" y="27"/>
                      <a:pt x="0" y="27"/>
                      <a:pt x="0" y="27"/>
                    </a:cubicBezTo>
                    <a:cubicBezTo>
                      <a:pt x="0" y="36"/>
                      <a:pt x="0" y="36"/>
                      <a:pt x="0" y="36"/>
                    </a:cubicBezTo>
                    <a:cubicBezTo>
                      <a:pt x="54" y="91"/>
                      <a:pt x="54" y="91"/>
                      <a:pt x="54" y="91"/>
                    </a:cubicBezTo>
                    <a:cubicBezTo>
                      <a:pt x="56" y="93"/>
                      <a:pt x="59" y="94"/>
                      <a:pt x="62" y="94"/>
                    </a:cubicBezTo>
                    <a:close/>
                  </a:path>
                </a:pathLst>
              </a:custGeom>
              <a:solidFill>
                <a:srgbClr val="FFFFFF"/>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66" name="Freeform 6"/>
              <p:cNvSpPr/>
              <p:nvPr/>
            </p:nvSpPr>
            <p:spPr bwMode="auto">
              <a:xfrm>
                <a:off x="1550988" y="1668463"/>
                <a:ext cx="588963" cy="160337"/>
              </a:xfrm>
              <a:custGeom>
                <a:avLst/>
                <a:gdLst>
                  <a:gd name="T0" fmla="*/ 139 w 154"/>
                  <a:gd name="T1" fmla="*/ 18 h 42"/>
                  <a:gd name="T2" fmla="*/ 114 w 154"/>
                  <a:gd name="T3" fmla="*/ 3 h 42"/>
                  <a:gd name="T4" fmla="*/ 83 w 154"/>
                  <a:gd name="T5" fmla="*/ 3 h 42"/>
                  <a:gd name="T6" fmla="*/ 62 w 154"/>
                  <a:gd name="T7" fmla="*/ 13 h 42"/>
                  <a:gd name="T8" fmla="*/ 40 w 154"/>
                  <a:gd name="T9" fmla="*/ 3 h 42"/>
                  <a:gd name="T10" fmla="*/ 9 w 154"/>
                  <a:gd name="T11" fmla="*/ 3 h 42"/>
                  <a:gd name="T12" fmla="*/ 0 w 154"/>
                  <a:gd name="T13" fmla="*/ 7 h 42"/>
                  <a:gd name="T14" fmla="*/ 0 w 154"/>
                  <a:gd name="T15" fmla="*/ 15 h 42"/>
                  <a:gd name="T16" fmla="*/ 11 w 154"/>
                  <a:gd name="T17" fmla="*/ 10 h 42"/>
                  <a:gd name="T18" fmla="*/ 26 w 154"/>
                  <a:gd name="T19" fmla="*/ 8 h 42"/>
                  <a:gd name="T20" fmla="*/ 38 w 154"/>
                  <a:gd name="T21" fmla="*/ 9 h 42"/>
                  <a:gd name="T22" fmla="*/ 59 w 154"/>
                  <a:gd name="T23" fmla="*/ 21 h 42"/>
                  <a:gd name="T24" fmla="*/ 62 w 154"/>
                  <a:gd name="T25" fmla="*/ 22 h 42"/>
                  <a:gd name="T26" fmla="*/ 64 w 154"/>
                  <a:gd name="T27" fmla="*/ 21 h 42"/>
                  <a:gd name="T28" fmla="*/ 85 w 154"/>
                  <a:gd name="T29" fmla="*/ 9 h 42"/>
                  <a:gd name="T30" fmla="*/ 112 w 154"/>
                  <a:gd name="T31" fmla="*/ 10 h 42"/>
                  <a:gd name="T32" fmla="*/ 134 w 154"/>
                  <a:gd name="T33" fmla="*/ 23 h 42"/>
                  <a:gd name="T34" fmla="*/ 146 w 154"/>
                  <a:gd name="T35" fmla="*/ 42 h 42"/>
                  <a:gd name="T36" fmla="*/ 154 w 154"/>
                  <a:gd name="T37" fmla="*/ 42 h 42"/>
                  <a:gd name="T38" fmla="*/ 153 w 154"/>
                  <a:gd name="T39" fmla="*/ 42 h 42"/>
                  <a:gd name="T40" fmla="*/ 139 w 154"/>
                  <a:gd name="T41"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4" h="42">
                    <a:moveTo>
                      <a:pt x="139" y="18"/>
                    </a:moveTo>
                    <a:cubicBezTo>
                      <a:pt x="132" y="11"/>
                      <a:pt x="123" y="6"/>
                      <a:pt x="114" y="3"/>
                    </a:cubicBezTo>
                    <a:cubicBezTo>
                      <a:pt x="104" y="0"/>
                      <a:pt x="94" y="0"/>
                      <a:pt x="83" y="3"/>
                    </a:cubicBezTo>
                    <a:cubicBezTo>
                      <a:pt x="76" y="5"/>
                      <a:pt x="68" y="8"/>
                      <a:pt x="62" y="13"/>
                    </a:cubicBezTo>
                    <a:cubicBezTo>
                      <a:pt x="55" y="8"/>
                      <a:pt x="48" y="5"/>
                      <a:pt x="40" y="3"/>
                    </a:cubicBezTo>
                    <a:cubicBezTo>
                      <a:pt x="29" y="0"/>
                      <a:pt x="19" y="0"/>
                      <a:pt x="9" y="3"/>
                    </a:cubicBezTo>
                    <a:cubicBezTo>
                      <a:pt x="6" y="4"/>
                      <a:pt x="3" y="6"/>
                      <a:pt x="0" y="7"/>
                    </a:cubicBezTo>
                    <a:cubicBezTo>
                      <a:pt x="0" y="15"/>
                      <a:pt x="0" y="15"/>
                      <a:pt x="0" y="15"/>
                    </a:cubicBezTo>
                    <a:cubicBezTo>
                      <a:pt x="3" y="13"/>
                      <a:pt x="7" y="11"/>
                      <a:pt x="11" y="10"/>
                    </a:cubicBezTo>
                    <a:cubicBezTo>
                      <a:pt x="16" y="9"/>
                      <a:pt x="21" y="8"/>
                      <a:pt x="26" y="8"/>
                    </a:cubicBezTo>
                    <a:cubicBezTo>
                      <a:pt x="30" y="8"/>
                      <a:pt x="34" y="8"/>
                      <a:pt x="38" y="9"/>
                    </a:cubicBezTo>
                    <a:cubicBezTo>
                      <a:pt x="46" y="11"/>
                      <a:pt x="53" y="15"/>
                      <a:pt x="59" y="21"/>
                    </a:cubicBezTo>
                    <a:cubicBezTo>
                      <a:pt x="62" y="22"/>
                      <a:pt x="62" y="22"/>
                      <a:pt x="62" y="22"/>
                    </a:cubicBezTo>
                    <a:cubicBezTo>
                      <a:pt x="64" y="21"/>
                      <a:pt x="64" y="21"/>
                      <a:pt x="64" y="21"/>
                    </a:cubicBezTo>
                    <a:cubicBezTo>
                      <a:pt x="70" y="15"/>
                      <a:pt x="78" y="11"/>
                      <a:pt x="85" y="9"/>
                    </a:cubicBezTo>
                    <a:cubicBezTo>
                      <a:pt x="94" y="7"/>
                      <a:pt x="103" y="7"/>
                      <a:pt x="112" y="10"/>
                    </a:cubicBezTo>
                    <a:cubicBezTo>
                      <a:pt x="120" y="13"/>
                      <a:pt x="128" y="17"/>
                      <a:pt x="134" y="23"/>
                    </a:cubicBezTo>
                    <a:cubicBezTo>
                      <a:pt x="139" y="28"/>
                      <a:pt x="143" y="35"/>
                      <a:pt x="146" y="42"/>
                    </a:cubicBezTo>
                    <a:cubicBezTo>
                      <a:pt x="154" y="42"/>
                      <a:pt x="154" y="42"/>
                      <a:pt x="154" y="42"/>
                    </a:cubicBezTo>
                    <a:cubicBezTo>
                      <a:pt x="153" y="42"/>
                      <a:pt x="153" y="42"/>
                      <a:pt x="153" y="42"/>
                    </a:cubicBezTo>
                    <a:cubicBezTo>
                      <a:pt x="150" y="33"/>
                      <a:pt x="145" y="25"/>
                      <a:pt x="139" y="18"/>
                    </a:cubicBezTo>
                    <a:close/>
                  </a:path>
                </a:pathLst>
              </a:custGeom>
              <a:solidFill>
                <a:srgbClr val="FFFFFF"/>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67" name="Freeform 7"/>
              <p:cNvSpPr/>
              <p:nvPr/>
            </p:nvSpPr>
            <p:spPr bwMode="auto">
              <a:xfrm>
                <a:off x="2087563" y="1855788"/>
                <a:ext cx="79375" cy="79375"/>
              </a:xfrm>
              <a:custGeom>
                <a:avLst/>
                <a:gdLst>
                  <a:gd name="T0" fmla="*/ 50 w 50"/>
                  <a:gd name="T1" fmla="*/ 17 h 50"/>
                  <a:gd name="T2" fmla="*/ 33 w 50"/>
                  <a:gd name="T3" fmla="*/ 17 h 50"/>
                  <a:gd name="T4" fmla="*/ 33 w 50"/>
                  <a:gd name="T5" fmla="*/ 0 h 50"/>
                  <a:gd name="T6" fmla="*/ 16 w 50"/>
                  <a:gd name="T7" fmla="*/ 0 h 50"/>
                  <a:gd name="T8" fmla="*/ 16 w 50"/>
                  <a:gd name="T9" fmla="*/ 17 h 50"/>
                  <a:gd name="T10" fmla="*/ 0 w 50"/>
                  <a:gd name="T11" fmla="*/ 17 h 50"/>
                  <a:gd name="T12" fmla="*/ 0 w 50"/>
                  <a:gd name="T13" fmla="*/ 33 h 50"/>
                  <a:gd name="T14" fmla="*/ 16 w 50"/>
                  <a:gd name="T15" fmla="*/ 33 h 50"/>
                  <a:gd name="T16" fmla="*/ 16 w 50"/>
                  <a:gd name="T17" fmla="*/ 50 h 50"/>
                  <a:gd name="T18" fmla="*/ 33 w 50"/>
                  <a:gd name="T19" fmla="*/ 50 h 50"/>
                  <a:gd name="T20" fmla="*/ 33 w 50"/>
                  <a:gd name="T21" fmla="*/ 33 h 50"/>
                  <a:gd name="T22" fmla="*/ 50 w 50"/>
                  <a:gd name="T23" fmla="*/ 33 h 50"/>
                  <a:gd name="T24" fmla="*/ 50 w 50"/>
                  <a:gd name="T25"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50">
                    <a:moveTo>
                      <a:pt x="50" y="17"/>
                    </a:moveTo>
                    <a:lnTo>
                      <a:pt x="33" y="17"/>
                    </a:lnTo>
                    <a:lnTo>
                      <a:pt x="33" y="0"/>
                    </a:lnTo>
                    <a:lnTo>
                      <a:pt x="16" y="0"/>
                    </a:lnTo>
                    <a:lnTo>
                      <a:pt x="16" y="17"/>
                    </a:lnTo>
                    <a:lnTo>
                      <a:pt x="0" y="17"/>
                    </a:lnTo>
                    <a:lnTo>
                      <a:pt x="0" y="33"/>
                    </a:lnTo>
                    <a:lnTo>
                      <a:pt x="16" y="33"/>
                    </a:lnTo>
                    <a:lnTo>
                      <a:pt x="16" y="50"/>
                    </a:lnTo>
                    <a:lnTo>
                      <a:pt x="33" y="50"/>
                    </a:lnTo>
                    <a:lnTo>
                      <a:pt x="33" y="33"/>
                    </a:lnTo>
                    <a:lnTo>
                      <a:pt x="50" y="33"/>
                    </a:lnTo>
                    <a:lnTo>
                      <a:pt x="50" y="17"/>
                    </a:lnTo>
                    <a:close/>
                  </a:path>
                </a:pathLst>
              </a:custGeom>
              <a:solidFill>
                <a:srgbClr val="FFFFFF"/>
              </a:solidFill>
              <a:ln>
                <a:noFill/>
              </a:ln>
            </p:spPr>
            <p:txBody>
              <a:bodyPr vert="horz" wrap="square" lIns="91797" tIns="45899" rIns="91797" bIns="45899" numCol="1" anchor="t" anchorCtr="0" compatLnSpc="1"/>
              <a:lstStyle/>
              <a:p>
                <a:endParaRPr lang="zh-CN" altLang="en-US" sz="1805">
                  <a:solidFill>
                    <a:prstClr val="black"/>
                  </a:solidFill>
                </a:endParaRPr>
              </a:p>
            </p:txBody>
          </p:sp>
        </p:grpSp>
      </p:grpSp>
      <p:grpSp>
        <p:nvGrpSpPr>
          <p:cNvPr id="68" name="组合 67"/>
          <p:cNvGrpSpPr/>
          <p:nvPr userDrawn="1"/>
        </p:nvGrpSpPr>
        <p:grpSpPr>
          <a:xfrm>
            <a:off x="3540794" y="2112864"/>
            <a:ext cx="1762686" cy="1762683"/>
            <a:chOff x="4146320" y="2100648"/>
            <a:chExt cx="1627764" cy="1627761"/>
          </a:xfrm>
        </p:grpSpPr>
        <p:sp>
          <p:nvSpPr>
            <p:cNvPr id="69" name="矩形 68"/>
            <p:cNvSpPr/>
            <p:nvPr/>
          </p:nvSpPr>
          <p:spPr>
            <a:xfrm>
              <a:off x="4146323" y="2100648"/>
              <a:ext cx="1627761" cy="1627761"/>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pic>
          <p:nvPicPr>
            <p:cNvPr id="70" name="图片 69"/>
            <p:cNvPicPr>
              <a:picLocks noChangeAspect="1"/>
            </p:cNvPicPr>
            <p:nvPr/>
          </p:nvPicPr>
          <p:blipFill>
            <a:blip r:embed="rId2" cstate="print"/>
            <a:stretch>
              <a:fillRect/>
            </a:stretch>
          </p:blipFill>
          <p:spPr>
            <a:xfrm>
              <a:off x="4146320" y="2201164"/>
              <a:ext cx="1472700" cy="1527245"/>
            </a:xfrm>
            <a:prstGeom prst="rect">
              <a:avLst/>
            </a:prstGeom>
          </p:spPr>
        </p:pic>
      </p:grpSp>
      <p:sp>
        <p:nvSpPr>
          <p:cNvPr id="75" name="文本占位符 11"/>
          <p:cNvSpPr>
            <a:spLocks noGrp="1"/>
          </p:cNvSpPr>
          <p:nvPr>
            <p:ph type="body" sz="quarter" idx="16" hasCustomPrompt="1"/>
          </p:nvPr>
        </p:nvSpPr>
        <p:spPr>
          <a:xfrm>
            <a:off x="888171" y="4116313"/>
            <a:ext cx="1496307" cy="1257992"/>
          </a:xfrm>
          <a:prstGeom prst="rect">
            <a:avLst/>
          </a:prstGeom>
        </p:spPr>
        <p:txBody>
          <a:bodyPr>
            <a:normAutofit/>
          </a:bodyPr>
          <a:lstStyle>
            <a:lvl1pPr marL="0" indent="0" algn="ctr">
              <a:lnSpc>
                <a:spcPct val="100000"/>
              </a:lnSpc>
              <a:spcBef>
                <a:spcPts val="0"/>
              </a:spcBef>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6" name="文本占位符 11"/>
          <p:cNvSpPr>
            <a:spLocks noGrp="1"/>
          </p:cNvSpPr>
          <p:nvPr>
            <p:ph type="body" sz="quarter" idx="17" hasCustomPrompt="1"/>
          </p:nvPr>
        </p:nvSpPr>
        <p:spPr>
          <a:xfrm>
            <a:off x="3677711" y="4116313"/>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7" name="文本占位符 11"/>
          <p:cNvSpPr>
            <a:spLocks noGrp="1"/>
          </p:cNvSpPr>
          <p:nvPr>
            <p:ph type="body" sz="quarter" idx="18" hasCustomPrompt="1"/>
          </p:nvPr>
        </p:nvSpPr>
        <p:spPr>
          <a:xfrm>
            <a:off x="6453376" y="4116313"/>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8" name="文本占位符 11"/>
          <p:cNvSpPr>
            <a:spLocks noGrp="1"/>
          </p:cNvSpPr>
          <p:nvPr>
            <p:ph type="body" sz="quarter" idx="19" hasCustomPrompt="1"/>
          </p:nvPr>
        </p:nvSpPr>
        <p:spPr>
          <a:xfrm>
            <a:off x="9242916" y="4126576"/>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三表下字">
    <p:spTree>
      <p:nvGrpSpPr>
        <p:cNvPr id="1" name=""/>
        <p:cNvGrpSpPr/>
        <p:nvPr/>
      </p:nvGrpSpPr>
      <p:grpSpPr>
        <a:xfrm>
          <a:off x="0" y="0"/>
          <a:ext cx="0" cy="0"/>
          <a:chOff x="0" y="0"/>
          <a:chExt cx="0" cy="0"/>
        </a:xfrm>
      </p:grpSpPr>
      <p:sp>
        <p:nvSpPr>
          <p:cNvPr id="38" name="矩形 37"/>
          <p:cNvSpPr/>
          <p:nvPr userDrawn="1"/>
        </p:nvSpPr>
        <p:spPr>
          <a:xfrm>
            <a:off x="5833319" y="4488866"/>
            <a:ext cx="1590584" cy="1596283"/>
          </a:xfrm>
          <a:prstGeom prst="rect">
            <a:avLst/>
          </a:prstGeom>
          <a:solidFill>
            <a:srgbClr val="A1A1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39" name="矩形 38"/>
          <p:cNvSpPr/>
          <p:nvPr userDrawn="1"/>
        </p:nvSpPr>
        <p:spPr>
          <a:xfrm>
            <a:off x="7556186" y="2788373"/>
            <a:ext cx="1593434" cy="1593434"/>
          </a:xfrm>
          <a:prstGeom prst="rect">
            <a:avLst/>
          </a:prstGeom>
          <a:solidFill>
            <a:srgbClr val="005CA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dirty="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40" name="矩形 39"/>
          <p:cNvSpPr/>
          <p:nvPr userDrawn="1"/>
        </p:nvSpPr>
        <p:spPr>
          <a:xfrm>
            <a:off x="4107600" y="4488866"/>
            <a:ext cx="1593435" cy="1593434"/>
          </a:xfrm>
          <a:prstGeom prst="rect">
            <a:avLst/>
          </a:prstGeom>
          <a:solidFill>
            <a:srgbClr val="005CA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41" name="矩形 40"/>
          <p:cNvSpPr/>
          <p:nvPr userDrawn="1"/>
        </p:nvSpPr>
        <p:spPr>
          <a:xfrm>
            <a:off x="4102487" y="2788373"/>
            <a:ext cx="1593435" cy="1596283"/>
          </a:xfrm>
          <a:prstGeom prst="rect">
            <a:avLst/>
          </a:prstGeom>
          <a:solidFill>
            <a:srgbClr val="A1A1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42" name="矩形 41"/>
          <p:cNvSpPr/>
          <p:nvPr userDrawn="1"/>
        </p:nvSpPr>
        <p:spPr>
          <a:xfrm>
            <a:off x="634711" y="2788373"/>
            <a:ext cx="1618240" cy="1593434"/>
          </a:xfrm>
          <a:prstGeom prst="rect">
            <a:avLst/>
          </a:prstGeom>
          <a:solidFill>
            <a:srgbClr val="005CA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43" name="矩形 42"/>
          <p:cNvSpPr/>
          <p:nvPr userDrawn="1"/>
        </p:nvSpPr>
        <p:spPr>
          <a:xfrm>
            <a:off x="7556186" y="4491718"/>
            <a:ext cx="1593434" cy="1593434"/>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71" name="矩形 70"/>
          <p:cNvSpPr/>
          <p:nvPr userDrawn="1"/>
        </p:nvSpPr>
        <p:spPr>
          <a:xfrm>
            <a:off x="2381002" y="2800168"/>
            <a:ext cx="1593434" cy="1593434"/>
          </a:xfrm>
          <a:prstGeom prst="rect">
            <a:avLst/>
          </a:prstGeom>
          <a:solidFill>
            <a:srgbClr val="629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72" name="矩形 71"/>
          <p:cNvSpPr/>
          <p:nvPr userDrawn="1"/>
        </p:nvSpPr>
        <p:spPr>
          <a:xfrm>
            <a:off x="634711" y="4485035"/>
            <a:ext cx="1604161" cy="1604161"/>
          </a:xfrm>
          <a:prstGeom prst="rect">
            <a:avLst/>
          </a:prstGeom>
          <a:solidFill>
            <a:srgbClr val="6294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userDrawn="1"/>
        </p:nvSpPr>
        <p:spPr>
          <a:xfrm>
            <a:off x="2371156" y="4478138"/>
            <a:ext cx="1604161" cy="1604161"/>
          </a:xfrm>
          <a:prstGeom prst="rect">
            <a:avLst/>
          </a:prstGeom>
          <a:solidFill>
            <a:srgbClr val="1737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userDrawn="1"/>
        </p:nvSpPr>
        <p:spPr>
          <a:xfrm>
            <a:off x="5823973" y="2788373"/>
            <a:ext cx="1604161" cy="1604161"/>
          </a:xfrm>
          <a:prstGeom prst="rect">
            <a:avLst/>
          </a:prstGeom>
          <a:solidFill>
            <a:srgbClr val="6294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userDrawn="1"/>
        </p:nvSpPr>
        <p:spPr>
          <a:xfrm>
            <a:off x="9264836" y="2800168"/>
            <a:ext cx="1593434" cy="1593434"/>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dirty="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91" name="矩形 90"/>
          <p:cNvSpPr/>
          <p:nvPr userDrawn="1"/>
        </p:nvSpPr>
        <p:spPr>
          <a:xfrm>
            <a:off x="9264836" y="4503513"/>
            <a:ext cx="1593434" cy="1593434"/>
          </a:xfrm>
          <a:prstGeom prst="rect">
            <a:avLst/>
          </a:prstGeom>
          <a:solidFill>
            <a:srgbClr val="A1A1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userDrawn="1">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9" name="文本占位符 11"/>
          <p:cNvSpPr>
            <a:spLocks noGrp="1"/>
          </p:cNvSpPr>
          <p:nvPr userDrawn="1">
            <p:ph type="body" sz="quarter" idx="14" hasCustomPrompt="1"/>
          </p:nvPr>
        </p:nvSpPr>
        <p:spPr>
          <a:xfrm>
            <a:off x="648001" y="1116000"/>
            <a:ext cx="10210269"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79" name="文本占位符 11"/>
          <p:cNvSpPr>
            <a:spLocks noGrp="1"/>
          </p:cNvSpPr>
          <p:nvPr userDrawn="1">
            <p:ph type="body" sz="quarter" idx="16" hasCustomPrompt="1"/>
          </p:nvPr>
        </p:nvSpPr>
        <p:spPr>
          <a:xfrm>
            <a:off x="715744" y="2845716"/>
            <a:ext cx="1466122" cy="1468832"/>
          </a:xfrm>
          <a:prstGeom prst="rect">
            <a:avLst/>
          </a:prstGeom>
        </p:spPr>
        <p:txBody>
          <a:bodyPr>
            <a:normAutofit/>
          </a:bodyPr>
          <a:lstStyle>
            <a:lvl1pPr marL="0" indent="0" algn="l" defTabSz="914400" rtl="0" eaLnBrk="1" latinLnBrk="0" hangingPunct="1">
              <a:lnSpc>
                <a:spcPct val="100000"/>
              </a:lnSpc>
              <a:spcBef>
                <a:spcPts val="0"/>
              </a:spcBef>
              <a:buFont typeface="Arial" panose="020B0604020202020204" pitchFamily="34" charset="0"/>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lvl="0"/>
            <a:r>
              <a:rPr lang="zh-CN" altLang="en-US" dirty="0"/>
              <a:t>正文 </a:t>
            </a:r>
            <a:r>
              <a:rPr lang="en-US" altLang="zh-CN" dirty="0"/>
              <a:t>14pt </a:t>
            </a:r>
            <a:r>
              <a:rPr lang="zh-CN" altLang="en-US" dirty="0"/>
              <a:t>微软雅黑，单击此处添加正文</a:t>
            </a:r>
            <a:endParaRPr lang="en-US" altLang="zh-CN" dirty="0"/>
          </a:p>
        </p:txBody>
      </p:sp>
      <p:sp>
        <p:nvSpPr>
          <p:cNvPr id="80" name="文本占位符 11"/>
          <p:cNvSpPr>
            <a:spLocks noGrp="1"/>
          </p:cNvSpPr>
          <p:nvPr userDrawn="1">
            <p:ph type="body" sz="quarter" idx="17" hasCustomPrompt="1"/>
          </p:nvPr>
        </p:nvSpPr>
        <p:spPr>
          <a:xfrm>
            <a:off x="2438294" y="2845716"/>
            <a:ext cx="1466122" cy="14688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1" name="文本占位符 11"/>
          <p:cNvSpPr>
            <a:spLocks noGrp="1"/>
          </p:cNvSpPr>
          <p:nvPr userDrawn="1">
            <p:ph type="body" sz="quarter" idx="18" hasCustomPrompt="1"/>
          </p:nvPr>
        </p:nvSpPr>
        <p:spPr>
          <a:xfrm>
            <a:off x="4160844" y="2845716"/>
            <a:ext cx="1466122" cy="14688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2" name="文本占位符 11"/>
          <p:cNvSpPr>
            <a:spLocks noGrp="1"/>
          </p:cNvSpPr>
          <p:nvPr userDrawn="1">
            <p:ph type="body" sz="quarter" idx="19" hasCustomPrompt="1"/>
          </p:nvPr>
        </p:nvSpPr>
        <p:spPr>
          <a:xfrm>
            <a:off x="5883394" y="2845716"/>
            <a:ext cx="1466122" cy="14688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3" name="文本占位符 11"/>
          <p:cNvSpPr>
            <a:spLocks noGrp="1"/>
          </p:cNvSpPr>
          <p:nvPr userDrawn="1">
            <p:ph type="body" sz="quarter" idx="20" hasCustomPrompt="1"/>
          </p:nvPr>
        </p:nvSpPr>
        <p:spPr>
          <a:xfrm>
            <a:off x="7605944" y="2845716"/>
            <a:ext cx="1466122" cy="14688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4" name="文本占位符 11"/>
          <p:cNvSpPr>
            <a:spLocks noGrp="1"/>
          </p:cNvSpPr>
          <p:nvPr userDrawn="1">
            <p:ph type="body" sz="quarter" idx="21" hasCustomPrompt="1"/>
          </p:nvPr>
        </p:nvSpPr>
        <p:spPr>
          <a:xfrm>
            <a:off x="715744" y="4544373"/>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5" name="文本占位符 11"/>
          <p:cNvSpPr>
            <a:spLocks noGrp="1"/>
          </p:cNvSpPr>
          <p:nvPr userDrawn="1">
            <p:ph type="body" sz="quarter" idx="22" hasCustomPrompt="1"/>
          </p:nvPr>
        </p:nvSpPr>
        <p:spPr>
          <a:xfrm>
            <a:off x="2438294" y="4544373"/>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6" name="文本占位符 11"/>
          <p:cNvSpPr>
            <a:spLocks noGrp="1"/>
          </p:cNvSpPr>
          <p:nvPr userDrawn="1">
            <p:ph type="body" sz="quarter" idx="23" hasCustomPrompt="1"/>
          </p:nvPr>
        </p:nvSpPr>
        <p:spPr>
          <a:xfrm>
            <a:off x="4160844" y="4544373"/>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7" name="文本占位符 11"/>
          <p:cNvSpPr>
            <a:spLocks noGrp="1"/>
          </p:cNvSpPr>
          <p:nvPr userDrawn="1">
            <p:ph type="body" sz="quarter" idx="24" hasCustomPrompt="1"/>
          </p:nvPr>
        </p:nvSpPr>
        <p:spPr>
          <a:xfrm>
            <a:off x="5883394" y="4544373"/>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8" name="文本占位符 11"/>
          <p:cNvSpPr>
            <a:spLocks noGrp="1"/>
          </p:cNvSpPr>
          <p:nvPr userDrawn="1">
            <p:ph type="body" sz="quarter" idx="25" hasCustomPrompt="1"/>
          </p:nvPr>
        </p:nvSpPr>
        <p:spPr>
          <a:xfrm>
            <a:off x="7605944" y="4544373"/>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9" name="文本占位符 11"/>
          <p:cNvSpPr>
            <a:spLocks noGrp="1"/>
          </p:cNvSpPr>
          <p:nvPr userDrawn="1">
            <p:ph type="body" sz="quarter" idx="15" hasCustomPrompt="1"/>
          </p:nvPr>
        </p:nvSpPr>
        <p:spPr>
          <a:xfrm>
            <a:off x="648000" y="1764000"/>
            <a:ext cx="10210270" cy="889625"/>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pPr lvl="0"/>
            <a:r>
              <a:rPr lang="zh-CN" altLang="en-US" dirty="0"/>
              <a:t>单击此处添加正文</a:t>
            </a:r>
            <a:endParaRPr lang="en-US" altLang="zh-CN" dirty="0"/>
          </a:p>
        </p:txBody>
      </p:sp>
      <p:sp>
        <p:nvSpPr>
          <p:cNvPr id="92" name="文本占位符 11"/>
          <p:cNvSpPr>
            <a:spLocks noGrp="1"/>
          </p:cNvSpPr>
          <p:nvPr userDrawn="1">
            <p:ph type="body" sz="quarter" idx="26" hasCustomPrompt="1"/>
          </p:nvPr>
        </p:nvSpPr>
        <p:spPr>
          <a:xfrm>
            <a:off x="9328492" y="2856562"/>
            <a:ext cx="1466122" cy="14688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93" name="文本占位符 11"/>
          <p:cNvSpPr>
            <a:spLocks noGrp="1"/>
          </p:cNvSpPr>
          <p:nvPr userDrawn="1">
            <p:ph type="body" sz="quarter" idx="27" hasCustomPrompt="1"/>
          </p:nvPr>
        </p:nvSpPr>
        <p:spPr>
          <a:xfrm>
            <a:off x="9328492" y="4555219"/>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分隔页">
    <p:spTree>
      <p:nvGrpSpPr>
        <p:cNvPr id="1" name=""/>
        <p:cNvGrpSpPr/>
        <p:nvPr/>
      </p:nvGrpSpPr>
      <p:grpSpPr>
        <a:xfrm>
          <a:off x="0" y="0"/>
          <a:ext cx="0" cy="0"/>
          <a:chOff x="0" y="0"/>
          <a:chExt cx="0" cy="0"/>
        </a:xfrm>
      </p:grpSpPr>
      <p:sp>
        <p:nvSpPr>
          <p:cNvPr id="3" name="文本占位符 9"/>
          <p:cNvSpPr>
            <a:spLocks noGrp="1"/>
          </p:cNvSpPr>
          <p:nvPr>
            <p:ph type="body" sz="quarter" idx="10" hasCustomPrompt="1"/>
          </p:nvPr>
        </p:nvSpPr>
        <p:spPr>
          <a:xfrm>
            <a:off x="2972329" y="2789784"/>
            <a:ext cx="8305271" cy="1278432"/>
          </a:xfrm>
          <a:prstGeom prst="rect">
            <a:avLst/>
          </a:prstGeom>
        </p:spPr>
        <p:txBody>
          <a:bodyPr anchor="ctr">
            <a:normAutofit/>
          </a:bodyPr>
          <a:lstStyle>
            <a:lvl1pPr marL="0" indent="0">
              <a:lnSpc>
                <a:spcPct val="100000"/>
              </a:lnSpc>
              <a:spcBef>
                <a:spcPts val="0"/>
              </a:spcBef>
              <a:buNone/>
              <a:defRPr sz="3600" b="1">
                <a:solidFill>
                  <a:srgbClr val="005BAC"/>
                </a:solidFill>
                <a:latin typeface="Verdana" panose="020B0604030504040204" charset="0"/>
                <a:ea typeface="Microsoft YaHei" panose="020B0503020204020204" pitchFamily="34" charset="-122"/>
                <a:cs typeface="Verdana" panose="020B0604030504040204" charset="0"/>
              </a:defRPr>
            </a:lvl1pPr>
          </a:lstStyle>
          <a:p>
            <a:r>
              <a:rPr lang="zh-CN" altLang="en-US" dirty="0"/>
              <a:t>分隔页：</a:t>
            </a:r>
            <a:endParaRPr lang="en-US" altLang="zh-CN" dirty="0"/>
          </a:p>
          <a:p>
            <a:r>
              <a:rPr lang="zh-CN" altLang="en-US" dirty="0"/>
              <a:t>微软雅黑 </a:t>
            </a:r>
            <a:r>
              <a:rPr lang="en-US" altLang="zh-CN" dirty="0"/>
              <a:t>Verdana 36pt </a:t>
            </a:r>
            <a:r>
              <a:rPr lang="zh-CN" altLang="en-US" dirty="0"/>
              <a:t>加粗</a:t>
            </a:r>
            <a:endParaRPr lang="zh-CN" altLang="en-US" dirty="0"/>
          </a:p>
        </p:txBody>
      </p:sp>
      <p:grpSp>
        <p:nvGrpSpPr>
          <p:cNvPr id="4" name="组合 3"/>
          <p:cNvGrpSpPr/>
          <p:nvPr userDrawn="1"/>
        </p:nvGrpSpPr>
        <p:grpSpPr>
          <a:xfrm flipH="1">
            <a:off x="795943" y="1830878"/>
            <a:ext cx="1571106" cy="3196245"/>
            <a:chOff x="795943" y="1234670"/>
            <a:chExt cx="1571106" cy="3196245"/>
          </a:xfrm>
        </p:grpSpPr>
        <p:sp>
          <p:nvSpPr>
            <p:cNvPr id="5" name="单圆角矩形 4"/>
            <p:cNvSpPr/>
            <p:nvPr userDrawn="1"/>
          </p:nvSpPr>
          <p:spPr>
            <a:xfrm flipH="1">
              <a:off x="795943" y="1234670"/>
              <a:ext cx="1571106" cy="1571106"/>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单圆角矩形 5"/>
            <p:cNvSpPr/>
            <p:nvPr userDrawn="1"/>
          </p:nvSpPr>
          <p:spPr>
            <a:xfrm flipH="1" flipV="1">
              <a:off x="795943" y="2859809"/>
              <a:ext cx="1571106" cy="1571106"/>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正文页">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占位符 11"/>
          <p:cNvSpPr>
            <a:spLocks noGrp="1"/>
          </p:cNvSpPr>
          <p:nvPr>
            <p:ph type="body" sz="quarter" idx="15" hasCustomPrompt="1"/>
          </p:nvPr>
        </p:nvSpPr>
        <p:spPr>
          <a:xfrm>
            <a:off x="648000" y="1764000"/>
            <a:ext cx="10210271"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1" name="矩形 10"/>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2" name="文本占位符 11"/>
          <p:cNvSpPr>
            <a:spLocks noGrp="1"/>
          </p:cNvSpPr>
          <p:nvPr>
            <p:ph type="body" sz="quarter" idx="13" hasCustomPrompt="1"/>
          </p:nvPr>
        </p:nvSpPr>
        <p:spPr>
          <a:xfrm>
            <a:off x="648000" y="432000"/>
            <a:ext cx="10210270" cy="1042728"/>
          </a:xfrm>
          <a:prstGeom prst="rect">
            <a:avLst/>
          </a:prstGeom>
        </p:spPr>
        <p:txBody>
          <a:bodyPr>
            <a:normAutofit/>
          </a:bodyPr>
          <a:lstStyle>
            <a:lvl1pPr marL="0" indent="0">
              <a:lnSpc>
                <a:spcPct val="100000"/>
              </a:lnSpc>
              <a:spcBef>
                <a:spcPts val="0"/>
              </a:spcBef>
              <a:buNone/>
              <a:defRPr sz="28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a:t>
            </a:r>
            <a:endParaRPr lang="en-US" altLang="zh-CN" dirty="0"/>
          </a:p>
          <a:p>
            <a:r>
              <a:rPr lang="zh-CN" altLang="en-US" dirty="0"/>
              <a:t> </a:t>
            </a:r>
            <a:endParaRPr lang="zh-CN" altLang="en-US"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_正文页">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占位符 11"/>
          <p:cNvSpPr>
            <a:spLocks noGrp="1"/>
          </p:cNvSpPr>
          <p:nvPr>
            <p:ph type="body" sz="quarter" idx="15" hasCustomPrompt="1"/>
          </p:nvPr>
        </p:nvSpPr>
        <p:spPr>
          <a:xfrm>
            <a:off x="648000" y="1764000"/>
            <a:ext cx="10210271"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pPr lvl="0"/>
            <a:r>
              <a:rPr lang="zh-CN" altLang="en-US" dirty="0"/>
              <a:t>单击此处添加正文</a:t>
            </a:r>
            <a:endParaRPr lang="en-US" altLang="zh-CN" dirty="0"/>
          </a:p>
          <a:p>
            <a:pPr lvl="0"/>
            <a:endParaRPr lang="en-US" altLang="zh-CN" dirty="0"/>
          </a:p>
        </p:txBody>
      </p:sp>
      <p:sp>
        <p:nvSpPr>
          <p:cNvPr id="11" name="矩形 10"/>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9" name="文本占位符 11"/>
          <p:cNvSpPr>
            <a:spLocks noGrp="1"/>
          </p:cNvSpPr>
          <p:nvPr>
            <p:ph type="body" sz="quarter" idx="13" hasCustomPrompt="1"/>
          </p:nvPr>
        </p:nvSpPr>
        <p:spPr>
          <a:xfrm>
            <a:off x="648000" y="432000"/>
            <a:ext cx="10210270" cy="1042728"/>
          </a:xfrm>
          <a:prstGeom prst="rect">
            <a:avLst/>
          </a:prstGeom>
        </p:spPr>
        <p:txBody>
          <a:bodyPr>
            <a:normAutofit/>
          </a:bodyPr>
          <a:lstStyle>
            <a:lvl1pPr marL="0" indent="0">
              <a:lnSpc>
                <a:spcPct val="100000"/>
              </a:lnSpc>
              <a:spcBef>
                <a:spcPts val="0"/>
              </a:spcBef>
              <a:buNone/>
              <a:defRPr sz="28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a:t>
            </a:r>
            <a:endParaRPr lang="en-US" altLang="zh-CN" dirty="0"/>
          </a:p>
          <a:p>
            <a:r>
              <a:rPr lang="zh-CN" altLang="en-US" dirty="0"/>
              <a:t> </a:t>
            </a:r>
            <a:endParaRPr lang="zh-CN" altLang="en-US"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正文页 两栏">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7" name="文本占位符 11"/>
          <p:cNvSpPr>
            <a:spLocks noGrp="1"/>
          </p:cNvSpPr>
          <p:nvPr>
            <p:ph type="body" sz="quarter" idx="15" hasCustomPrompt="1"/>
          </p:nvPr>
        </p:nvSpPr>
        <p:spPr>
          <a:xfrm>
            <a:off x="648001" y="1764000"/>
            <a:ext cx="4823886"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8" name="文本占位符 11"/>
          <p:cNvSpPr>
            <a:spLocks noGrp="1"/>
          </p:cNvSpPr>
          <p:nvPr>
            <p:ph type="body" sz="quarter" idx="16" hasCustomPrompt="1"/>
          </p:nvPr>
        </p:nvSpPr>
        <p:spPr>
          <a:xfrm>
            <a:off x="5894385" y="1764000"/>
            <a:ext cx="4963886"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0" name="文本占位符 11"/>
          <p:cNvSpPr>
            <a:spLocks noGrp="1"/>
          </p:cNvSpPr>
          <p:nvPr>
            <p:ph type="body" sz="quarter" idx="13" hasCustomPrompt="1"/>
          </p:nvPr>
        </p:nvSpPr>
        <p:spPr>
          <a:xfrm>
            <a:off x="648000" y="432000"/>
            <a:ext cx="10210270" cy="1042728"/>
          </a:xfrm>
          <a:prstGeom prst="rect">
            <a:avLst/>
          </a:prstGeom>
        </p:spPr>
        <p:txBody>
          <a:bodyPr>
            <a:normAutofit/>
          </a:bodyPr>
          <a:lstStyle>
            <a:lvl1pPr marL="0" indent="0">
              <a:lnSpc>
                <a:spcPct val="100000"/>
              </a:lnSpc>
              <a:spcBef>
                <a:spcPts val="0"/>
              </a:spcBef>
              <a:buNone/>
              <a:defRPr sz="28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a:t>
            </a:r>
            <a:endParaRPr lang="en-US" altLang="zh-CN" dirty="0"/>
          </a:p>
          <a:p>
            <a:r>
              <a:rPr lang="zh-CN" altLang="en-US" dirty="0"/>
              <a:t> </a:t>
            </a:r>
            <a:endParaRPr lang="zh-CN" altLang="en-US"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三表下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grpSp>
        <p:nvGrpSpPr>
          <p:cNvPr id="45" name="组合 44"/>
          <p:cNvGrpSpPr/>
          <p:nvPr userDrawn="1"/>
        </p:nvGrpSpPr>
        <p:grpSpPr>
          <a:xfrm>
            <a:off x="9109729" y="2805322"/>
            <a:ext cx="1762683" cy="1762683"/>
            <a:chOff x="5074007" y="2605210"/>
            <a:chExt cx="1376915" cy="1376915"/>
          </a:xfrm>
        </p:grpSpPr>
        <p:sp>
          <p:nvSpPr>
            <p:cNvPr id="46" name="矩形 45"/>
            <p:cNvSpPr/>
            <p:nvPr/>
          </p:nvSpPr>
          <p:spPr>
            <a:xfrm>
              <a:off x="5074007" y="2605210"/>
              <a:ext cx="1376915" cy="1376915"/>
            </a:xfrm>
            <a:prstGeom prst="rect">
              <a:avLst/>
            </a:prstGeom>
            <a:solidFill>
              <a:srgbClr val="6294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sp>
          <p:nvSpPr>
            <p:cNvPr id="47" name="Freeform 19"/>
            <p:cNvSpPr/>
            <p:nvPr/>
          </p:nvSpPr>
          <p:spPr bwMode="auto">
            <a:xfrm>
              <a:off x="6145159" y="3078509"/>
              <a:ext cx="150832" cy="145379"/>
            </a:xfrm>
            <a:custGeom>
              <a:avLst/>
              <a:gdLst>
                <a:gd name="T0" fmla="*/ 83 w 83"/>
                <a:gd name="T1" fmla="*/ 26 h 80"/>
                <a:gd name="T2" fmla="*/ 57 w 83"/>
                <a:gd name="T3" fmla="*/ 26 h 80"/>
                <a:gd name="T4" fmla="*/ 57 w 83"/>
                <a:gd name="T5" fmla="*/ 0 h 80"/>
                <a:gd name="T6" fmla="*/ 29 w 83"/>
                <a:gd name="T7" fmla="*/ 0 h 80"/>
                <a:gd name="T8" fmla="*/ 29 w 83"/>
                <a:gd name="T9" fmla="*/ 26 h 80"/>
                <a:gd name="T10" fmla="*/ 0 w 83"/>
                <a:gd name="T11" fmla="*/ 26 h 80"/>
                <a:gd name="T12" fmla="*/ 0 w 83"/>
                <a:gd name="T13" fmla="*/ 54 h 80"/>
                <a:gd name="T14" fmla="*/ 29 w 83"/>
                <a:gd name="T15" fmla="*/ 54 h 80"/>
                <a:gd name="T16" fmla="*/ 29 w 83"/>
                <a:gd name="T17" fmla="*/ 80 h 80"/>
                <a:gd name="T18" fmla="*/ 57 w 83"/>
                <a:gd name="T19" fmla="*/ 80 h 80"/>
                <a:gd name="T20" fmla="*/ 57 w 83"/>
                <a:gd name="T21" fmla="*/ 54 h 80"/>
                <a:gd name="T22" fmla="*/ 83 w 83"/>
                <a:gd name="T23" fmla="*/ 54 h 80"/>
                <a:gd name="T24" fmla="*/ 83 w 83"/>
                <a:gd name="T25" fmla="*/ 2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80">
                  <a:moveTo>
                    <a:pt x="83" y="26"/>
                  </a:moveTo>
                  <a:lnTo>
                    <a:pt x="57" y="26"/>
                  </a:lnTo>
                  <a:lnTo>
                    <a:pt x="57" y="0"/>
                  </a:lnTo>
                  <a:lnTo>
                    <a:pt x="29" y="0"/>
                  </a:lnTo>
                  <a:lnTo>
                    <a:pt x="29" y="26"/>
                  </a:lnTo>
                  <a:lnTo>
                    <a:pt x="0" y="26"/>
                  </a:lnTo>
                  <a:lnTo>
                    <a:pt x="0" y="54"/>
                  </a:lnTo>
                  <a:lnTo>
                    <a:pt x="29" y="54"/>
                  </a:lnTo>
                  <a:lnTo>
                    <a:pt x="29" y="80"/>
                  </a:lnTo>
                  <a:lnTo>
                    <a:pt x="57" y="80"/>
                  </a:lnTo>
                  <a:lnTo>
                    <a:pt x="57" y="54"/>
                  </a:lnTo>
                  <a:lnTo>
                    <a:pt x="83" y="54"/>
                  </a:lnTo>
                  <a:lnTo>
                    <a:pt x="83" y="26"/>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48" name="Freeform 20"/>
            <p:cNvSpPr/>
            <p:nvPr/>
          </p:nvSpPr>
          <p:spPr bwMode="auto">
            <a:xfrm>
              <a:off x="6099726" y="3274770"/>
              <a:ext cx="143562" cy="243510"/>
            </a:xfrm>
            <a:custGeom>
              <a:avLst/>
              <a:gdLst>
                <a:gd name="T0" fmla="*/ 17 w 25"/>
                <a:gd name="T1" fmla="*/ 25 h 42"/>
                <a:gd name="T2" fmla="*/ 8 w 25"/>
                <a:gd name="T3" fmla="*/ 34 h 42"/>
                <a:gd name="T4" fmla="*/ 5 w 25"/>
                <a:gd name="T5" fmla="*/ 34 h 42"/>
                <a:gd name="T6" fmla="*/ 0 w 25"/>
                <a:gd name="T7" fmla="*/ 38 h 42"/>
                <a:gd name="T8" fmla="*/ 5 w 25"/>
                <a:gd name="T9" fmla="*/ 42 h 42"/>
                <a:gd name="T10" fmla="*/ 8 w 25"/>
                <a:gd name="T11" fmla="*/ 42 h 42"/>
                <a:gd name="T12" fmla="*/ 25 w 25"/>
                <a:gd name="T13" fmla="*/ 25 h 42"/>
                <a:gd name="T14" fmla="*/ 25 w 25"/>
                <a:gd name="T15" fmla="*/ 0 h 42"/>
                <a:gd name="T16" fmla="*/ 17 w 25"/>
                <a:gd name="T17" fmla="*/ 0 h 42"/>
                <a:gd name="T18" fmla="*/ 17 w 25"/>
                <a:gd name="T19"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42">
                  <a:moveTo>
                    <a:pt x="17" y="25"/>
                  </a:moveTo>
                  <a:cubicBezTo>
                    <a:pt x="17" y="30"/>
                    <a:pt x="13" y="34"/>
                    <a:pt x="8" y="34"/>
                  </a:cubicBezTo>
                  <a:cubicBezTo>
                    <a:pt x="5" y="34"/>
                    <a:pt x="5" y="34"/>
                    <a:pt x="5" y="34"/>
                  </a:cubicBezTo>
                  <a:cubicBezTo>
                    <a:pt x="2" y="34"/>
                    <a:pt x="0" y="36"/>
                    <a:pt x="0" y="38"/>
                  </a:cubicBezTo>
                  <a:cubicBezTo>
                    <a:pt x="0" y="41"/>
                    <a:pt x="2" y="42"/>
                    <a:pt x="5" y="42"/>
                  </a:cubicBezTo>
                  <a:cubicBezTo>
                    <a:pt x="8" y="42"/>
                    <a:pt x="8" y="42"/>
                    <a:pt x="8" y="42"/>
                  </a:cubicBezTo>
                  <a:cubicBezTo>
                    <a:pt x="18" y="42"/>
                    <a:pt x="25" y="35"/>
                    <a:pt x="25" y="25"/>
                  </a:cubicBezTo>
                  <a:cubicBezTo>
                    <a:pt x="25" y="0"/>
                    <a:pt x="25" y="0"/>
                    <a:pt x="25" y="0"/>
                  </a:cubicBezTo>
                  <a:cubicBezTo>
                    <a:pt x="17" y="0"/>
                    <a:pt x="17" y="0"/>
                    <a:pt x="17" y="0"/>
                  </a:cubicBezTo>
                  <a:lnTo>
                    <a:pt x="17" y="25"/>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49" name="Freeform 21"/>
            <p:cNvSpPr/>
            <p:nvPr/>
          </p:nvSpPr>
          <p:spPr bwMode="auto">
            <a:xfrm>
              <a:off x="5076621" y="2847719"/>
              <a:ext cx="1166668" cy="179908"/>
            </a:xfrm>
            <a:custGeom>
              <a:avLst/>
              <a:gdLst>
                <a:gd name="T0" fmla="*/ 186 w 203"/>
                <a:gd name="T1" fmla="*/ 0 h 31"/>
                <a:gd name="T2" fmla="*/ 0 w 203"/>
                <a:gd name="T3" fmla="*/ 0 h 31"/>
                <a:gd name="T4" fmla="*/ 0 w 203"/>
                <a:gd name="T5" fmla="*/ 9 h 31"/>
                <a:gd name="T6" fmla="*/ 186 w 203"/>
                <a:gd name="T7" fmla="*/ 9 h 31"/>
                <a:gd name="T8" fmla="*/ 195 w 203"/>
                <a:gd name="T9" fmla="*/ 17 h 31"/>
                <a:gd name="T10" fmla="*/ 195 w 203"/>
                <a:gd name="T11" fmla="*/ 31 h 31"/>
                <a:gd name="T12" fmla="*/ 203 w 203"/>
                <a:gd name="T13" fmla="*/ 31 h 31"/>
                <a:gd name="T14" fmla="*/ 203 w 203"/>
                <a:gd name="T15" fmla="*/ 17 h 31"/>
                <a:gd name="T16" fmla="*/ 186 w 20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 h="31">
                  <a:moveTo>
                    <a:pt x="186" y="0"/>
                  </a:moveTo>
                  <a:cubicBezTo>
                    <a:pt x="0" y="0"/>
                    <a:pt x="0" y="0"/>
                    <a:pt x="0" y="0"/>
                  </a:cubicBezTo>
                  <a:cubicBezTo>
                    <a:pt x="0" y="9"/>
                    <a:pt x="0" y="9"/>
                    <a:pt x="0" y="9"/>
                  </a:cubicBezTo>
                  <a:cubicBezTo>
                    <a:pt x="186" y="9"/>
                    <a:pt x="186" y="9"/>
                    <a:pt x="186" y="9"/>
                  </a:cubicBezTo>
                  <a:cubicBezTo>
                    <a:pt x="191" y="9"/>
                    <a:pt x="195" y="13"/>
                    <a:pt x="195" y="17"/>
                  </a:cubicBezTo>
                  <a:cubicBezTo>
                    <a:pt x="195" y="31"/>
                    <a:pt x="195" y="31"/>
                    <a:pt x="195" y="31"/>
                  </a:cubicBezTo>
                  <a:cubicBezTo>
                    <a:pt x="203" y="31"/>
                    <a:pt x="203" y="31"/>
                    <a:pt x="203" y="31"/>
                  </a:cubicBezTo>
                  <a:cubicBezTo>
                    <a:pt x="203" y="17"/>
                    <a:pt x="203" y="17"/>
                    <a:pt x="203" y="17"/>
                  </a:cubicBezTo>
                  <a:cubicBezTo>
                    <a:pt x="203" y="8"/>
                    <a:pt x="196" y="0"/>
                    <a:pt x="186"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0" name="Freeform 22"/>
            <p:cNvSpPr>
              <a:spLocks noEditPoints="1"/>
            </p:cNvSpPr>
            <p:nvPr/>
          </p:nvSpPr>
          <p:spPr bwMode="auto">
            <a:xfrm>
              <a:off x="5278335" y="3580066"/>
              <a:ext cx="648756" cy="278039"/>
            </a:xfrm>
            <a:custGeom>
              <a:avLst/>
              <a:gdLst>
                <a:gd name="T0" fmla="*/ 113 w 113"/>
                <a:gd name="T1" fmla="*/ 31 h 48"/>
                <a:gd name="T2" fmla="*/ 95 w 113"/>
                <a:gd name="T3" fmla="*/ 12 h 48"/>
                <a:gd name="T4" fmla="*/ 70 w 113"/>
                <a:gd name="T5" fmla="*/ 2 h 48"/>
                <a:gd name="T6" fmla="*/ 55 w 113"/>
                <a:gd name="T7" fmla="*/ 0 h 48"/>
                <a:gd name="T8" fmla="*/ 42 w 113"/>
                <a:gd name="T9" fmla="*/ 2 h 48"/>
                <a:gd name="T10" fmla="*/ 18 w 113"/>
                <a:gd name="T11" fmla="*/ 12 h 48"/>
                <a:gd name="T12" fmla="*/ 0 w 113"/>
                <a:gd name="T13" fmla="*/ 31 h 48"/>
                <a:gd name="T14" fmla="*/ 1 w 113"/>
                <a:gd name="T15" fmla="*/ 34 h 48"/>
                <a:gd name="T16" fmla="*/ 58 w 113"/>
                <a:gd name="T17" fmla="*/ 48 h 48"/>
                <a:gd name="T18" fmla="*/ 110 w 113"/>
                <a:gd name="T19" fmla="*/ 38 h 48"/>
                <a:gd name="T20" fmla="*/ 113 w 113"/>
                <a:gd name="T21" fmla="*/ 32 h 48"/>
                <a:gd name="T22" fmla="*/ 113 w 113"/>
                <a:gd name="T23" fmla="*/ 31 h 48"/>
                <a:gd name="T24" fmla="*/ 58 w 113"/>
                <a:gd name="T25" fmla="*/ 40 h 48"/>
                <a:gd name="T26" fmla="*/ 9 w 113"/>
                <a:gd name="T27" fmla="*/ 31 h 48"/>
                <a:gd name="T28" fmla="*/ 22 w 113"/>
                <a:gd name="T29" fmla="*/ 19 h 48"/>
                <a:gd name="T30" fmla="*/ 44 w 113"/>
                <a:gd name="T31" fmla="*/ 10 h 48"/>
                <a:gd name="T32" fmla="*/ 45 w 113"/>
                <a:gd name="T33" fmla="*/ 10 h 48"/>
                <a:gd name="T34" fmla="*/ 55 w 113"/>
                <a:gd name="T35" fmla="*/ 9 h 48"/>
                <a:gd name="T36" fmla="*/ 69 w 113"/>
                <a:gd name="T37" fmla="*/ 10 h 48"/>
                <a:gd name="T38" fmla="*/ 90 w 113"/>
                <a:gd name="T39" fmla="*/ 19 h 48"/>
                <a:gd name="T40" fmla="*/ 104 w 113"/>
                <a:gd name="T41" fmla="*/ 32 h 48"/>
                <a:gd name="T42" fmla="*/ 58 w 113"/>
                <a:gd name="T43" fmla="*/ 4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3" h="48">
                  <a:moveTo>
                    <a:pt x="113" y="31"/>
                  </a:moveTo>
                  <a:cubicBezTo>
                    <a:pt x="111" y="24"/>
                    <a:pt x="105" y="18"/>
                    <a:pt x="95" y="12"/>
                  </a:cubicBezTo>
                  <a:cubicBezTo>
                    <a:pt x="86" y="6"/>
                    <a:pt x="75" y="3"/>
                    <a:pt x="70" y="2"/>
                  </a:cubicBezTo>
                  <a:cubicBezTo>
                    <a:pt x="65" y="1"/>
                    <a:pt x="60" y="0"/>
                    <a:pt x="55" y="0"/>
                  </a:cubicBezTo>
                  <a:cubicBezTo>
                    <a:pt x="48" y="0"/>
                    <a:pt x="43" y="1"/>
                    <a:pt x="42" y="2"/>
                  </a:cubicBezTo>
                  <a:cubicBezTo>
                    <a:pt x="37" y="3"/>
                    <a:pt x="27" y="7"/>
                    <a:pt x="18" y="12"/>
                  </a:cubicBezTo>
                  <a:cubicBezTo>
                    <a:pt x="8" y="18"/>
                    <a:pt x="2" y="24"/>
                    <a:pt x="0" y="31"/>
                  </a:cubicBezTo>
                  <a:cubicBezTo>
                    <a:pt x="0" y="32"/>
                    <a:pt x="0" y="33"/>
                    <a:pt x="1" y="34"/>
                  </a:cubicBezTo>
                  <a:cubicBezTo>
                    <a:pt x="2" y="36"/>
                    <a:pt x="10" y="48"/>
                    <a:pt x="58" y="48"/>
                  </a:cubicBezTo>
                  <a:cubicBezTo>
                    <a:pt x="86" y="48"/>
                    <a:pt x="104" y="45"/>
                    <a:pt x="110" y="38"/>
                  </a:cubicBezTo>
                  <a:cubicBezTo>
                    <a:pt x="113" y="35"/>
                    <a:pt x="113" y="32"/>
                    <a:pt x="113" y="32"/>
                  </a:cubicBezTo>
                  <a:cubicBezTo>
                    <a:pt x="113" y="31"/>
                    <a:pt x="113" y="31"/>
                    <a:pt x="113" y="31"/>
                  </a:cubicBezTo>
                  <a:close/>
                  <a:moveTo>
                    <a:pt x="58" y="40"/>
                  </a:moveTo>
                  <a:cubicBezTo>
                    <a:pt x="24" y="40"/>
                    <a:pt x="13" y="34"/>
                    <a:pt x="9" y="31"/>
                  </a:cubicBezTo>
                  <a:cubicBezTo>
                    <a:pt x="11" y="28"/>
                    <a:pt x="14" y="24"/>
                    <a:pt x="22" y="19"/>
                  </a:cubicBezTo>
                  <a:cubicBezTo>
                    <a:pt x="31" y="14"/>
                    <a:pt x="41" y="10"/>
                    <a:pt x="44" y="10"/>
                  </a:cubicBezTo>
                  <a:cubicBezTo>
                    <a:pt x="44" y="10"/>
                    <a:pt x="44" y="10"/>
                    <a:pt x="45" y="10"/>
                  </a:cubicBezTo>
                  <a:cubicBezTo>
                    <a:pt x="45" y="10"/>
                    <a:pt x="48" y="9"/>
                    <a:pt x="55" y="9"/>
                  </a:cubicBezTo>
                  <a:cubicBezTo>
                    <a:pt x="59" y="9"/>
                    <a:pt x="64" y="9"/>
                    <a:pt x="69" y="10"/>
                  </a:cubicBezTo>
                  <a:cubicBezTo>
                    <a:pt x="72" y="11"/>
                    <a:pt x="82" y="14"/>
                    <a:pt x="90" y="19"/>
                  </a:cubicBezTo>
                  <a:cubicBezTo>
                    <a:pt x="99" y="25"/>
                    <a:pt x="103" y="29"/>
                    <a:pt x="104" y="32"/>
                  </a:cubicBezTo>
                  <a:cubicBezTo>
                    <a:pt x="102" y="34"/>
                    <a:pt x="94" y="40"/>
                    <a:pt x="58" y="4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1" name="Freeform 23"/>
            <p:cNvSpPr>
              <a:spLocks noEditPoints="1"/>
            </p:cNvSpPr>
            <p:nvPr/>
          </p:nvSpPr>
          <p:spPr bwMode="auto">
            <a:xfrm>
              <a:off x="5450971" y="3263867"/>
              <a:ext cx="298027" cy="305295"/>
            </a:xfrm>
            <a:custGeom>
              <a:avLst/>
              <a:gdLst>
                <a:gd name="T0" fmla="*/ 0 w 52"/>
                <a:gd name="T1" fmla="*/ 26 h 53"/>
                <a:gd name="T2" fmla="*/ 26 w 52"/>
                <a:gd name="T3" fmla="*/ 53 h 53"/>
                <a:gd name="T4" fmla="*/ 52 w 52"/>
                <a:gd name="T5" fmla="*/ 26 h 53"/>
                <a:gd name="T6" fmla="*/ 26 w 52"/>
                <a:gd name="T7" fmla="*/ 0 h 53"/>
                <a:gd name="T8" fmla="*/ 0 w 52"/>
                <a:gd name="T9" fmla="*/ 26 h 53"/>
                <a:gd name="T10" fmla="*/ 26 w 52"/>
                <a:gd name="T11" fmla="*/ 9 h 53"/>
                <a:gd name="T12" fmla="*/ 44 w 52"/>
                <a:gd name="T13" fmla="*/ 26 h 53"/>
                <a:gd name="T14" fmla="*/ 26 w 52"/>
                <a:gd name="T15" fmla="*/ 44 h 53"/>
                <a:gd name="T16" fmla="*/ 9 w 52"/>
                <a:gd name="T17" fmla="*/ 26 h 53"/>
                <a:gd name="T18" fmla="*/ 26 w 52"/>
                <a:gd name="T19"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53">
                  <a:moveTo>
                    <a:pt x="0" y="26"/>
                  </a:moveTo>
                  <a:cubicBezTo>
                    <a:pt x="0" y="41"/>
                    <a:pt x="12" y="53"/>
                    <a:pt x="26" y="53"/>
                  </a:cubicBezTo>
                  <a:cubicBezTo>
                    <a:pt x="41" y="53"/>
                    <a:pt x="52" y="41"/>
                    <a:pt x="52" y="26"/>
                  </a:cubicBezTo>
                  <a:cubicBezTo>
                    <a:pt x="52" y="12"/>
                    <a:pt x="41" y="0"/>
                    <a:pt x="26" y="0"/>
                  </a:cubicBezTo>
                  <a:cubicBezTo>
                    <a:pt x="12" y="0"/>
                    <a:pt x="0" y="12"/>
                    <a:pt x="0" y="26"/>
                  </a:cubicBezTo>
                  <a:close/>
                  <a:moveTo>
                    <a:pt x="26" y="9"/>
                  </a:moveTo>
                  <a:cubicBezTo>
                    <a:pt x="36" y="9"/>
                    <a:pt x="44" y="17"/>
                    <a:pt x="44" y="26"/>
                  </a:cubicBezTo>
                  <a:cubicBezTo>
                    <a:pt x="44" y="36"/>
                    <a:pt x="36" y="44"/>
                    <a:pt x="26" y="44"/>
                  </a:cubicBezTo>
                  <a:cubicBezTo>
                    <a:pt x="17" y="44"/>
                    <a:pt x="9" y="36"/>
                    <a:pt x="9" y="26"/>
                  </a:cubicBezTo>
                  <a:cubicBezTo>
                    <a:pt x="9" y="17"/>
                    <a:pt x="17" y="9"/>
                    <a:pt x="26" y="9"/>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2" name="Freeform 24"/>
            <p:cNvSpPr>
              <a:spLocks noEditPoints="1"/>
            </p:cNvSpPr>
            <p:nvPr/>
          </p:nvSpPr>
          <p:spPr bwMode="auto">
            <a:xfrm>
              <a:off x="5076621" y="3229341"/>
              <a:ext cx="408879" cy="461578"/>
            </a:xfrm>
            <a:custGeom>
              <a:avLst/>
              <a:gdLst>
                <a:gd name="T0" fmla="*/ 69 w 71"/>
                <a:gd name="T1" fmla="*/ 53 h 80"/>
                <a:gd name="T2" fmla="*/ 46 w 71"/>
                <a:gd name="T3" fmla="*/ 43 h 80"/>
                <a:gd name="T4" fmla="*/ 38 w 71"/>
                <a:gd name="T5" fmla="*/ 42 h 80"/>
                <a:gd name="T6" fmla="*/ 56 w 71"/>
                <a:gd name="T7" fmla="*/ 21 h 80"/>
                <a:gd name="T8" fmla="*/ 36 w 71"/>
                <a:gd name="T9" fmla="*/ 0 h 80"/>
                <a:gd name="T10" fmla="*/ 15 w 71"/>
                <a:gd name="T11" fmla="*/ 21 h 80"/>
                <a:gd name="T12" fmla="*/ 33 w 71"/>
                <a:gd name="T13" fmla="*/ 42 h 80"/>
                <a:gd name="T14" fmla="*/ 25 w 71"/>
                <a:gd name="T15" fmla="*/ 43 h 80"/>
                <a:gd name="T16" fmla="*/ 6 w 71"/>
                <a:gd name="T17" fmla="*/ 51 h 80"/>
                <a:gd name="T18" fmla="*/ 0 w 71"/>
                <a:gd name="T19" fmla="*/ 55 h 80"/>
                <a:gd name="T20" fmla="*/ 0 w 71"/>
                <a:gd name="T21" fmla="*/ 74 h 80"/>
                <a:gd name="T22" fmla="*/ 38 w 71"/>
                <a:gd name="T23" fmla="*/ 80 h 80"/>
                <a:gd name="T24" fmla="*/ 42 w 71"/>
                <a:gd name="T25" fmla="*/ 76 h 80"/>
                <a:gd name="T26" fmla="*/ 38 w 71"/>
                <a:gd name="T27" fmla="*/ 71 h 80"/>
                <a:gd name="T28" fmla="*/ 2 w 71"/>
                <a:gd name="T29" fmla="*/ 66 h 80"/>
                <a:gd name="T30" fmla="*/ 11 w 71"/>
                <a:gd name="T31" fmla="*/ 58 h 80"/>
                <a:gd name="T32" fmla="*/ 26 w 71"/>
                <a:gd name="T33" fmla="*/ 51 h 80"/>
                <a:gd name="T34" fmla="*/ 27 w 71"/>
                <a:gd name="T35" fmla="*/ 51 h 80"/>
                <a:gd name="T36" fmla="*/ 45 w 71"/>
                <a:gd name="T37" fmla="*/ 51 h 80"/>
                <a:gd name="T38" fmla="*/ 64 w 71"/>
                <a:gd name="T39" fmla="*/ 60 h 80"/>
                <a:gd name="T40" fmla="*/ 70 w 71"/>
                <a:gd name="T41" fmla="*/ 59 h 80"/>
                <a:gd name="T42" fmla="*/ 69 w 71"/>
                <a:gd name="T43" fmla="*/ 53 h 80"/>
                <a:gd name="T44" fmla="*/ 23 w 71"/>
                <a:gd name="T45" fmla="*/ 21 h 80"/>
                <a:gd name="T46" fmla="*/ 36 w 71"/>
                <a:gd name="T47" fmla="*/ 9 h 80"/>
                <a:gd name="T48" fmla="*/ 48 w 71"/>
                <a:gd name="T49" fmla="*/ 21 h 80"/>
                <a:gd name="T50" fmla="*/ 36 w 71"/>
                <a:gd name="T51" fmla="*/ 33 h 80"/>
                <a:gd name="T52" fmla="*/ 23 w 71"/>
                <a:gd name="T53" fmla="*/ 2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 h="80">
                  <a:moveTo>
                    <a:pt x="69" y="53"/>
                  </a:moveTo>
                  <a:cubicBezTo>
                    <a:pt x="61" y="48"/>
                    <a:pt x="50" y="43"/>
                    <a:pt x="46" y="43"/>
                  </a:cubicBezTo>
                  <a:cubicBezTo>
                    <a:pt x="43" y="42"/>
                    <a:pt x="40" y="42"/>
                    <a:pt x="38" y="42"/>
                  </a:cubicBezTo>
                  <a:cubicBezTo>
                    <a:pt x="48" y="41"/>
                    <a:pt x="56" y="32"/>
                    <a:pt x="56" y="21"/>
                  </a:cubicBezTo>
                  <a:cubicBezTo>
                    <a:pt x="56" y="10"/>
                    <a:pt x="47" y="0"/>
                    <a:pt x="36" y="0"/>
                  </a:cubicBezTo>
                  <a:cubicBezTo>
                    <a:pt x="24" y="0"/>
                    <a:pt x="15" y="10"/>
                    <a:pt x="15" y="21"/>
                  </a:cubicBezTo>
                  <a:cubicBezTo>
                    <a:pt x="15" y="32"/>
                    <a:pt x="23" y="40"/>
                    <a:pt x="33" y="42"/>
                  </a:cubicBezTo>
                  <a:cubicBezTo>
                    <a:pt x="29" y="42"/>
                    <a:pt x="26" y="42"/>
                    <a:pt x="25" y="43"/>
                  </a:cubicBezTo>
                  <a:cubicBezTo>
                    <a:pt x="21" y="43"/>
                    <a:pt x="13" y="47"/>
                    <a:pt x="6" y="51"/>
                  </a:cubicBezTo>
                  <a:cubicBezTo>
                    <a:pt x="4" y="52"/>
                    <a:pt x="1" y="54"/>
                    <a:pt x="0" y="55"/>
                  </a:cubicBezTo>
                  <a:cubicBezTo>
                    <a:pt x="0" y="74"/>
                    <a:pt x="0" y="74"/>
                    <a:pt x="0" y="74"/>
                  </a:cubicBezTo>
                  <a:cubicBezTo>
                    <a:pt x="6" y="77"/>
                    <a:pt x="17" y="80"/>
                    <a:pt x="38" y="80"/>
                  </a:cubicBezTo>
                  <a:cubicBezTo>
                    <a:pt x="40" y="80"/>
                    <a:pt x="42" y="78"/>
                    <a:pt x="42" y="76"/>
                  </a:cubicBezTo>
                  <a:cubicBezTo>
                    <a:pt x="42" y="73"/>
                    <a:pt x="40" y="71"/>
                    <a:pt x="38" y="71"/>
                  </a:cubicBezTo>
                  <a:cubicBezTo>
                    <a:pt x="14" y="71"/>
                    <a:pt x="5" y="68"/>
                    <a:pt x="2" y="66"/>
                  </a:cubicBezTo>
                  <a:cubicBezTo>
                    <a:pt x="3" y="64"/>
                    <a:pt x="5" y="61"/>
                    <a:pt x="11" y="58"/>
                  </a:cubicBezTo>
                  <a:cubicBezTo>
                    <a:pt x="17" y="54"/>
                    <a:pt x="24" y="51"/>
                    <a:pt x="26" y="51"/>
                  </a:cubicBezTo>
                  <a:cubicBezTo>
                    <a:pt x="27" y="51"/>
                    <a:pt x="27" y="51"/>
                    <a:pt x="27" y="51"/>
                  </a:cubicBezTo>
                  <a:cubicBezTo>
                    <a:pt x="27" y="51"/>
                    <a:pt x="33" y="49"/>
                    <a:pt x="45" y="51"/>
                  </a:cubicBezTo>
                  <a:cubicBezTo>
                    <a:pt x="47" y="51"/>
                    <a:pt x="57" y="55"/>
                    <a:pt x="64" y="60"/>
                  </a:cubicBezTo>
                  <a:cubicBezTo>
                    <a:pt x="66" y="61"/>
                    <a:pt x="69" y="61"/>
                    <a:pt x="70" y="59"/>
                  </a:cubicBezTo>
                  <a:cubicBezTo>
                    <a:pt x="71" y="57"/>
                    <a:pt x="71" y="54"/>
                    <a:pt x="69" y="53"/>
                  </a:cubicBezTo>
                  <a:close/>
                  <a:moveTo>
                    <a:pt x="23" y="21"/>
                  </a:moveTo>
                  <a:cubicBezTo>
                    <a:pt x="23" y="14"/>
                    <a:pt x="29" y="9"/>
                    <a:pt x="36" y="9"/>
                  </a:cubicBezTo>
                  <a:cubicBezTo>
                    <a:pt x="42" y="9"/>
                    <a:pt x="48" y="14"/>
                    <a:pt x="48" y="21"/>
                  </a:cubicBezTo>
                  <a:cubicBezTo>
                    <a:pt x="48" y="28"/>
                    <a:pt x="42" y="33"/>
                    <a:pt x="36" y="33"/>
                  </a:cubicBezTo>
                  <a:cubicBezTo>
                    <a:pt x="29" y="33"/>
                    <a:pt x="23" y="28"/>
                    <a:pt x="23" y="21"/>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3" name="Freeform 25"/>
            <p:cNvSpPr>
              <a:spLocks noEditPoints="1"/>
            </p:cNvSpPr>
            <p:nvPr/>
          </p:nvSpPr>
          <p:spPr bwMode="auto">
            <a:xfrm>
              <a:off x="5738096" y="3229341"/>
              <a:ext cx="425234" cy="461578"/>
            </a:xfrm>
            <a:custGeom>
              <a:avLst/>
              <a:gdLst>
                <a:gd name="T0" fmla="*/ 60 w 74"/>
                <a:gd name="T1" fmla="*/ 51 h 80"/>
                <a:gd name="T2" fmla="*/ 42 w 74"/>
                <a:gd name="T3" fmla="*/ 43 h 80"/>
                <a:gd name="T4" fmla="*/ 33 w 74"/>
                <a:gd name="T5" fmla="*/ 42 h 80"/>
                <a:gd name="T6" fmla="*/ 51 w 74"/>
                <a:gd name="T7" fmla="*/ 21 h 80"/>
                <a:gd name="T8" fmla="*/ 31 w 74"/>
                <a:gd name="T9" fmla="*/ 0 h 80"/>
                <a:gd name="T10" fmla="*/ 10 w 74"/>
                <a:gd name="T11" fmla="*/ 21 h 80"/>
                <a:gd name="T12" fmla="*/ 28 w 74"/>
                <a:gd name="T13" fmla="*/ 42 h 80"/>
                <a:gd name="T14" fmla="*/ 20 w 74"/>
                <a:gd name="T15" fmla="*/ 43 h 80"/>
                <a:gd name="T16" fmla="*/ 2 w 74"/>
                <a:gd name="T17" fmla="*/ 50 h 80"/>
                <a:gd name="T18" fmla="*/ 1 w 74"/>
                <a:gd name="T19" fmla="*/ 56 h 80"/>
                <a:gd name="T20" fmla="*/ 7 w 74"/>
                <a:gd name="T21" fmla="*/ 57 h 80"/>
                <a:gd name="T22" fmla="*/ 21 w 74"/>
                <a:gd name="T23" fmla="*/ 51 h 80"/>
                <a:gd name="T24" fmla="*/ 39 w 74"/>
                <a:gd name="T25" fmla="*/ 51 h 80"/>
                <a:gd name="T26" fmla="*/ 40 w 74"/>
                <a:gd name="T27" fmla="*/ 51 h 80"/>
                <a:gd name="T28" fmla="*/ 56 w 74"/>
                <a:gd name="T29" fmla="*/ 58 h 80"/>
                <a:gd name="T30" fmla="*/ 65 w 74"/>
                <a:gd name="T31" fmla="*/ 66 h 80"/>
                <a:gd name="T32" fmla="*/ 35 w 74"/>
                <a:gd name="T33" fmla="*/ 71 h 80"/>
                <a:gd name="T34" fmla="*/ 31 w 74"/>
                <a:gd name="T35" fmla="*/ 76 h 80"/>
                <a:gd name="T36" fmla="*/ 35 w 74"/>
                <a:gd name="T37" fmla="*/ 80 h 80"/>
                <a:gd name="T38" fmla="*/ 35 w 74"/>
                <a:gd name="T39" fmla="*/ 80 h 80"/>
                <a:gd name="T40" fmla="*/ 74 w 74"/>
                <a:gd name="T41" fmla="*/ 68 h 80"/>
                <a:gd name="T42" fmla="*/ 74 w 74"/>
                <a:gd name="T43" fmla="*/ 65 h 80"/>
                <a:gd name="T44" fmla="*/ 60 w 74"/>
                <a:gd name="T45" fmla="*/ 51 h 80"/>
                <a:gd name="T46" fmla="*/ 18 w 74"/>
                <a:gd name="T47" fmla="*/ 21 h 80"/>
                <a:gd name="T48" fmla="*/ 31 w 74"/>
                <a:gd name="T49" fmla="*/ 9 h 80"/>
                <a:gd name="T50" fmla="*/ 43 w 74"/>
                <a:gd name="T51" fmla="*/ 21 h 80"/>
                <a:gd name="T52" fmla="*/ 31 w 74"/>
                <a:gd name="T53" fmla="*/ 33 h 80"/>
                <a:gd name="T54" fmla="*/ 18 w 74"/>
                <a:gd name="T55" fmla="*/ 2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80">
                  <a:moveTo>
                    <a:pt x="60" y="51"/>
                  </a:moveTo>
                  <a:cubicBezTo>
                    <a:pt x="53" y="47"/>
                    <a:pt x="45" y="43"/>
                    <a:pt x="42" y="43"/>
                  </a:cubicBezTo>
                  <a:cubicBezTo>
                    <a:pt x="40" y="42"/>
                    <a:pt x="38" y="42"/>
                    <a:pt x="33" y="42"/>
                  </a:cubicBezTo>
                  <a:cubicBezTo>
                    <a:pt x="43" y="40"/>
                    <a:pt x="51" y="32"/>
                    <a:pt x="51" y="21"/>
                  </a:cubicBezTo>
                  <a:cubicBezTo>
                    <a:pt x="51" y="10"/>
                    <a:pt x="42" y="0"/>
                    <a:pt x="31" y="0"/>
                  </a:cubicBezTo>
                  <a:cubicBezTo>
                    <a:pt x="19" y="0"/>
                    <a:pt x="10" y="10"/>
                    <a:pt x="10" y="21"/>
                  </a:cubicBezTo>
                  <a:cubicBezTo>
                    <a:pt x="10" y="32"/>
                    <a:pt x="18" y="41"/>
                    <a:pt x="28" y="42"/>
                  </a:cubicBezTo>
                  <a:cubicBezTo>
                    <a:pt x="26" y="42"/>
                    <a:pt x="23" y="42"/>
                    <a:pt x="20" y="43"/>
                  </a:cubicBezTo>
                  <a:cubicBezTo>
                    <a:pt x="17" y="43"/>
                    <a:pt x="10" y="46"/>
                    <a:pt x="2" y="50"/>
                  </a:cubicBezTo>
                  <a:cubicBezTo>
                    <a:pt x="0" y="51"/>
                    <a:pt x="0" y="54"/>
                    <a:pt x="1" y="56"/>
                  </a:cubicBezTo>
                  <a:cubicBezTo>
                    <a:pt x="2" y="58"/>
                    <a:pt x="5" y="59"/>
                    <a:pt x="7" y="57"/>
                  </a:cubicBezTo>
                  <a:cubicBezTo>
                    <a:pt x="13" y="54"/>
                    <a:pt x="19" y="51"/>
                    <a:pt x="21" y="51"/>
                  </a:cubicBezTo>
                  <a:cubicBezTo>
                    <a:pt x="33" y="49"/>
                    <a:pt x="39" y="51"/>
                    <a:pt x="39" y="51"/>
                  </a:cubicBezTo>
                  <a:cubicBezTo>
                    <a:pt x="39" y="51"/>
                    <a:pt x="40" y="51"/>
                    <a:pt x="40" y="51"/>
                  </a:cubicBezTo>
                  <a:cubicBezTo>
                    <a:pt x="42" y="51"/>
                    <a:pt x="49" y="54"/>
                    <a:pt x="56" y="58"/>
                  </a:cubicBezTo>
                  <a:cubicBezTo>
                    <a:pt x="61" y="61"/>
                    <a:pt x="64" y="64"/>
                    <a:pt x="65" y="66"/>
                  </a:cubicBezTo>
                  <a:cubicBezTo>
                    <a:pt x="62" y="67"/>
                    <a:pt x="55" y="71"/>
                    <a:pt x="35" y="71"/>
                  </a:cubicBezTo>
                  <a:cubicBezTo>
                    <a:pt x="32" y="71"/>
                    <a:pt x="31" y="73"/>
                    <a:pt x="31" y="76"/>
                  </a:cubicBezTo>
                  <a:cubicBezTo>
                    <a:pt x="31" y="78"/>
                    <a:pt x="32" y="80"/>
                    <a:pt x="35" y="80"/>
                  </a:cubicBezTo>
                  <a:cubicBezTo>
                    <a:pt x="35" y="80"/>
                    <a:pt x="35" y="80"/>
                    <a:pt x="35" y="80"/>
                  </a:cubicBezTo>
                  <a:cubicBezTo>
                    <a:pt x="68" y="79"/>
                    <a:pt x="73" y="70"/>
                    <a:pt x="74" y="68"/>
                  </a:cubicBezTo>
                  <a:cubicBezTo>
                    <a:pt x="74" y="67"/>
                    <a:pt x="74" y="66"/>
                    <a:pt x="74" y="65"/>
                  </a:cubicBezTo>
                  <a:cubicBezTo>
                    <a:pt x="72" y="60"/>
                    <a:pt x="68" y="55"/>
                    <a:pt x="60" y="51"/>
                  </a:cubicBezTo>
                  <a:close/>
                  <a:moveTo>
                    <a:pt x="18" y="21"/>
                  </a:moveTo>
                  <a:cubicBezTo>
                    <a:pt x="18" y="14"/>
                    <a:pt x="24" y="9"/>
                    <a:pt x="31" y="9"/>
                  </a:cubicBezTo>
                  <a:cubicBezTo>
                    <a:pt x="37" y="9"/>
                    <a:pt x="43" y="14"/>
                    <a:pt x="43" y="21"/>
                  </a:cubicBezTo>
                  <a:cubicBezTo>
                    <a:pt x="43" y="28"/>
                    <a:pt x="37" y="33"/>
                    <a:pt x="31" y="33"/>
                  </a:cubicBezTo>
                  <a:cubicBezTo>
                    <a:pt x="24" y="33"/>
                    <a:pt x="18" y="28"/>
                    <a:pt x="18" y="21"/>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grpSp>
      <p:grpSp>
        <p:nvGrpSpPr>
          <p:cNvPr id="54" name="组合 53"/>
          <p:cNvGrpSpPr/>
          <p:nvPr userDrawn="1"/>
        </p:nvGrpSpPr>
        <p:grpSpPr>
          <a:xfrm>
            <a:off x="6325263" y="2811033"/>
            <a:ext cx="1762683" cy="1762683"/>
            <a:chOff x="7254587" y="2605210"/>
            <a:chExt cx="1376915" cy="1376915"/>
          </a:xfrm>
        </p:grpSpPr>
        <p:sp>
          <p:nvSpPr>
            <p:cNvPr id="55" name="矩形 54"/>
            <p:cNvSpPr/>
            <p:nvPr/>
          </p:nvSpPr>
          <p:spPr>
            <a:xfrm>
              <a:off x="7254587" y="2605210"/>
              <a:ext cx="1376915" cy="1376915"/>
            </a:xfrm>
            <a:prstGeom prst="rect">
              <a:avLst/>
            </a:prstGeom>
            <a:solidFill>
              <a:srgbClr val="A1A1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grpSp>
          <p:nvGrpSpPr>
            <p:cNvPr id="56" name="组合 55"/>
            <p:cNvGrpSpPr/>
            <p:nvPr/>
          </p:nvGrpSpPr>
          <p:grpSpPr>
            <a:xfrm>
              <a:off x="7254587" y="2789568"/>
              <a:ext cx="1090344" cy="1010387"/>
              <a:chOff x="7255368" y="2789568"/>
              <a:chExt cx="1090344" cy="1010387"/>
            </a:xfrm>
          </p:grpSpPr>
          <p:sp>
            <p:nvSpPr>
              <p:cNvPr id="57" name="Freeform 11"/>
              <p:cNvSpPr/>
              <p:nvPr/>
            </p:nvSpPr>
            <p:spPr bwMode="auto">
              <a:xfrm>
                <a:off x="7255368" y="3547358"/>
                <a:ext cx="556074" cy="67239"/>
              </a:xfrm>
              <a:custGeom>
                <a:avLst/>
                <a:gdLst>
                  <a:gd name="T0" fmla="*/ 75 w 75"/>
                  <a:gd name="T1" fmla="*/ 9 h 9"/>
                  <a:gd name="T2" fmla="*/ 75 w 75"/>
                  <a:gd name="T3" fmla="*/ 1 h 9"/>
                  <a:gd name="T4" fmla="*/ 7 w 75"/>
                  <a:gd name="T5" fmla="*/ 1 h 9"/>
                  <a:gd name="T6" fmla="*/ 0 w 75"/>
                  <a:gd name="T7" fmla="*/ 0 h 9"/>
                  <a:gd name="T8" fmla="*/ 0 w 75"/>
                  <a:gd name="T9" fmla="*/ 7 h 9"/>
                  <a:gd name="T10" fmla="*/ 7 w 75"/>
                  <a:gd name="T11" fmla="*/ 9 h 9"/>
                  <a:gd name="T12" fmla="*/ 75 w 75"/>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75" h="9">
                    <a:moveTo>
                      <a:pt x="75" y="9"/>
                    </a:moveTo>
                    <a:cubicBezTo>
                      <a:pt x="75" y="1"/>
                      <a:pt x="75" y="1"/>
                      <a:pt x="75" y="1"/>
                    </a:cubicBezTo>
                    <a:cubicBezTo>
                      <a:pt x="7" y="1"/>
                      <a:pt x="7" y="1"/>
                      <a:pt x="7" y="1"/>
                    </a:cubicBezTo>
                    <a:cubicBezTo>
                      <a:pt x="4" y="1"/>
                      <a:pt x="2" y="1"/>
                      <a:pt x="0" y="0"/>
                    </a:cubicBezTo>
                    <a:cubicBezTo>
                      <a:pt x="0" y="7"/>
                      <a:pt x="0" y="7"/>
                      <a:pt x="0" y="7"/>
                    </a:cubicBezTo>
                    <a:cubicBezTo>
                      <a:pt x="2" y="8"/>
                      <a:pt x="4" y="9"/>
                      <a:pt x="7" y="9"/>
                    </a:cubicBezTo>
                    <a:lnTo>
                      <a:pt x="75" y="9"/>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8" name="Freeform 12"/>
              <p:cNvSpPr>
                <a:spLocks noEditPoints="1"/>
              </p:cNvSpPr>
              <p:nvPr/>
            </p:nvSpPr>
            <p:spPr bwMode="auto">
              <a:xfrm>
                <a:off x="7582471" y="3027628"/>
                <a:ext cx="318017" cy="356178"/>
              </a:xfrm>
              <a:custGeom>
                <a:avLst/>
                <a:gdLst>
                  <a:gd name="T0" fmla="*/ 43 w 43"/>
                  <a:gd name="T1" fmla="*/ 23 h 48"/>
                  <a:gd name="T2" fmla="*/ 43 w 43"/>
                  <a:gd name="T3" fmla="*/ 22 h 48"/>
                  <a:gd name="T4" fmla="*/ 43 w 43"/>
                  <a:gd name="T5" fmla="*/ 22 h 48"/>
                  <a:gd name="T6" fmla="*/ 42 w 43"/>
                  <a:gd name="T7" fmla="*/ 22 h 48"/>
                  <a:gd name="T8" fmla="*/ 42 w 43"/>
                  <a:gd name="T9" fmla="*/ 21 h 48"/>
                  <a:gd name="T10" fmla="*/ 42 w 43"/>
                  <a:gd name="T11" fmla="*/ 21 h 48"/>
                  <a:gd name="T12" fmla="*/ 5 w 43"/>
                  <a:gd name="T13" fmla="*/ 0 h 48"/>
                  <a:gd name="T14" fmla="*/ 5 w 43"/>
                  <a:gd name="T15" fmla="*/ 0 h 48"/>
                  <a:gd name="T16" fmla="*/ 4 w 43"/>
                  <a:gd name="T17" fmla="*/ 0 h 48"/>
                  <a:gd name="T18" fmla="*/ 3 w 43"/>
                  <a:gd name="T19" fmla="*/ 0 h 48"/>
                  <a:gd name="T20" fmla="*/ 3 w 43"/>
                  <a:gd name="T21" fmla="*/ 0 h 48"/>
                  <a:gd name="T22" fmla="*/ 3 w 43"/>
                  <a:gd name="T23" fmla="*/ 0 h 48"/>
                  <a:gd name="T24" fmla="*/ 2 w 43"/>
                  <a:gd name="T25" fmla="*/ 0 h 48"/>
                  <a:gd name="T26" fmla="*/ 1 w 43"/>
                  <a:gd name="T27" fmla="*/ 0 h 48"/>
                  <a:gd name="T28" fmla="*/ 1 w 43"/>
                  <a:gd name="T29" fmla="*/ 1 h 48"/>
                  <a:gd name="T30" fmla="*/ 0 w 43"/>
                  <a:gd name="T31" fmla="*/ 1 h 48"/>
                  <a:gd name="T32" fmla="*/ 0 w 43"/>
                  <a:gd name="T33" fmla="*/ 2 h 48"/>
                  <a:gd name="T34" fmla="*/ 0 w 43"/>
                  <a:gd name="T35" fmla="*/ 2 h 48"/>
                  <a:gd name="T36" fmla="*/ 0 w 43"/>
                  <a:gd name="T37" fmla="*/ 2 h 48"/>
                  <a:gd name="T38" fmla="*/ 0 w 43"/>
                  <a:gd name="T39" fmla="*/ 3 h 48"/>
                  <a:gd name="T40" fmla="*/ 0 w 43"/>
                  <a:gd name="T41" fmla="*/ 3 h 48"/>
                  <a:gd name="T42" fmla="*/ 0 w 43"/>
                  <a:gd name="T43" fmla="*/ 45 h 48"/>
                  <a:gd name="T44" fmla="*/ 0 w 43"/>
                  <a:gd name="T45" fmla="*/ 45 h 48"/>
                  <a:gd name="T46" fmla="*/ 0 w 43"/>
                  <a:gd name="T47" fmla="*/ 46 h 48"/>
                  <a:gd name="T48" fmla="*/ 0 w 43"/>
                  <a:gd name="T49" fmla="*/ 46 h 48"/>
                  <a:gd name="T50" fmla="*/ 0 w 43"/>
                  <a:gd name="T51" fmla="*/ 47 h 48"/>
                  <a:gd name="T52" fmla="*/ 2 w 43"/>
                  <a:gd name="T53" fmla="*/ 48 h 48"/>
                  <a:gd name="T54" fmla="*/ 2 w 43"/>
                  <a:gd name="T55" fmla="*/ 48 h 48"/>
                  <a:gd name="T56" fmla="*/ 3 w 43"/>
                  <a:gd name="T57" fmla="*/ 48 h 48"/>
                  <a:gd name="T58" fmla="*/ 3 w 43"/>
                  <a:gd name="T59" fmla="*/ 48 h 48"/>
                  <a:gd name="T60" fmla="*/ 3 w 43"/>
                  <a:gd name="T61" fmla="*/ 48 h 48"/>
                  <a:gd name="T62" fmla="*/ 3 w 43"/>
                  <a:gd name="T63" fmla="*/ 48 h 48"/>
                  <a:gd name="T64" fmla="*/ 4 w 43"/>
                  <a:gd name="T65" fmla="*/ 48 h 48"/>
                  <a:gd name="T66" fmla="*/ 5 w 43"/>
                  <a:gd name="T67" fmla="*/ 48 h 48"/>
                  <a:gd name="T68" fmla="*/ 5 w 43"/>
                  <a:gd name="T69" fmla="*/ 48 h 48"/>
                  <a:gd name="T70" fmla="*/ 42 w 43"/>
                  <a:gd name="T71" fmla="*/ 27 h 48"/>
                  <a:gd name="T72" fmla="*/ 42 w 43"/>
                  <a:gd name="T73" fmla="*/ 27 h 48"/>
                  <a:gd name="T74" fmla="*/ 43 w 43"/>
                  <a:gd name="T75" fmla="*/ 26 h 48"/>
                  <a:gd name="T76" fmla="*/ 43 w 43"/>
                  <a:gd name="T77" fmla="*/ 26 h 48"/>
                  <a:gd name="T78" fmla="*/ 43 w 43"/>
                  <a:gd name="T79" fmla="*/ 26 h 48"/>
                  <a:gd name="T80" fmla="*/ 43 w 43"/>
                  <a:gd name="T81" fmla="*/ 25 h 48"/>
                  <a:gd name="T82" fmla="*/ 43 w 43"/>
                  <a:gd name="T83" fmla="*/ 25 h 48"/>
                  <a:gd name="T84" fmla="*/ 43 w 43"/>
                  <a:gd name="T85" fmla="*/ 24 h 48"/>
                  <a:gd name="T86" fmla="*/ 43 w 43"/>
                  <a:gd name="T87" fmla="*/ 23 h 48"/>
                  <a:gd name="T88" fmla="*/ 43 w 43"/>
                  <a:gd name="T89" fmla="*/ 23 h 48"/>
                  <a:gd name="T90" fmla="*/ 7 w 43"/>
                  <a:gd name="T91" fmla="*/ 39 h 48"/>
                  <a:gd name="T92" fmla="*/ 7 w 43"/>
                  <a:gd name="T93" fmla="*/ 9 h 48"/>
                  <a:gd name="T94" fmla="*/ 33 w 43"/>
                  <a:gd name="T95" fmla="*/ 24 h 48"/>
                  <a:gd name="T96" fmla="*/ 7 w 43"/>
                  <a:gd name="T97" fmla="*/ 3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3" h="48">
                    <a:moveTo>
                      <a:pt x="43" y="23"/>
                    </a:moveTo>
                    <a:cubicBezTo>
                      <a:pt x="43" y="23"/>
                      <a:pt x="43" y="22"/>
                      <a:pt x="43" y="22"/>
                    </a:cubicBezTo>
                    <a:cubicBezTo>
                      <a:pt x="43" y="22"/>
                      <a:pt x="43" y="22"/>
                      <a:pt x="43" y="22"/>
                    </a:cubicBezTo>
                    <a:cubicBezTo>
                      <a:pt x="43" y="22"/>
                      <a:pt x="43" y="22"/>
                      <a:pt x="42" y="22"/>
                    </a:cubicBezTo>
                    <a:cubicBezTo>
                      <a:pt x="42" y="21"/>
                      <a:pt x="42" y="21"/>
                      <a:pt x="42" y="21"/>
                    </a:cubicBezTo>
                    <a:cubicBezTo>
                      <a:pt x="42" y="21"/>
                      <a:pt x="42" y="21"/>
                      <a:pt x="42" y="21"/>
                    </a:cubicBezTo>
                    <a:cubicBezTo>
                      <a:pt x="5" y="0"/>
                      <a:pt x="5" y="0"/>
                      <a:pt x="5" y="0"/>
                    </a:cubicBezTo>
                    <a:cubicBezTo>
                      <a:pt x="5" y="0"/>
                      <a:pt x="5" y="0"/>
                      <a:pt x="5" y="0"/>
                    </a:cubicBezTo>
                    <a:cubicBezTo>
                      <a:pt x="5" y="0"/>
                      <a:pt x="4" y="0"/>
                      <a:pt x="4" y="0"/>
                    </a:cubicBezTo>
                    <a:cubicBezTo>
                      <a:pt x="4" y="0"/>
                      <a:pt x="4" y="0"/>
                      <a:pt x="3" y="0"/>
                    </a:cubicBezTo>
                    <a:cubicBezTo>
                      <a:pt x="3" y="0"/>
                      <a:pt x="3" y="0"/>
                      <a:pt x="3" y="0"/>
                    </a:cubicBezTo>
                    <a:cubicBezTo>
                      <a:pt x="3" y="0"/>
                      <a:pt x="3" y="0"/>
                      <a:pt x="3" y="0"/>
                    </a:cubicBezTo>
                    <a:cubicBezTo>
                      <a:pt x="3" y="0"/>
                      <a:pt x="2" y="0"/>
                      <a:pt x="2" y="0"/>
                    </a:cubicBezTo>
                    <a:cubicBezTo>
                      <a:pt x="2" y="0"/>
                      <a:pt x="2" y="0"/>
                      <a:pt x="1" y="0"/>
                    </a:cubicBezTo>
                    <a:cubicBezTo>
                      <a:pt x="1" y="0"/>
                      <a:pt x="1" y="0"/>
                      <a:pt x="1" y="1"/>
                    </a:cubicBezTo>
                    <a:cubicBezTo>
                      <a:pt x="1" y="1"/>
                      <a:pt x="1" y="1"/>
                      <a:pt x="0" y="1"/>
                    </a:cubicBezTo>
                    <a:cubicBezTo>
                      <a:pt x="0" y="1"/>
                      <a:pt x="0" y="1"/>
                      <a:pt x="0" y="2"/>
                    </a:cubicBezTo>
                    <a:cubicBezTo>
                      <a:pt x="0" y="2"/>
                      <a:pt x="0" y="2"/>
                      <a:pt x="0" y="2"/>
                    </a:cubicBezTo>
                    <a:cubicBezTo>
                      <a:pt x="0" y="2"/>
                      <a:pt x="0" y="2"/>
                      <a:pt x="0" y="2"/>
                    </a:cubicBezTo>
                    <a:cubicBezTo>
                      <a:pt x="0" y="3"/>
                      <a:pt x="0" y="3"/>
                      <a:pt x="0" y="3"/>
                    </a:cubicBezTo>
                    <a:cubicBezTo>
                      <a:pt x="0" y="3"/>
                      <a:pt x="0" y="3"/>
                      <a:pt x="0" y="3"/>
                    </a:cubicBezTo>
                    <a:cubicBezTo>
                      <a:pt x="0" y="45"/>
                      <a:pt x="0" y="45"/>
                      <a:pt x="0" y="45"/>
                    </a:cubicBezTo>
                    <a:cubicBezTo>
                      <a:pt x="0" y="45"/>
                      <a:pt x="0" y="45"/>
                      <a:pt x="0" y="45"/>
                    </a:cubicBezTo>
                    <a:cubicBezTo>
                      <a:pt x="0" y="45"/>
                      <a:pt x="0" y="45"/>
                      <a:pt x="0" y="46"/>
                    </a:cubicBezTo>
                    <a:cubicBezTo>
                      <a:pt x="0" y="46"/>
                      <a:pt x="0" y="46"/>
                      <a:pt x="0" y="46"/>
                    </a:cubicBezTo>
                    <a:cubicBezTo>
                      <a:pt x="0" y="46"/>
                      <a:pt x="0" y="46"/>
                      <a:pt x="0" y="47"/>
                    </a:cubicBezTo>
                    <a:cubicBezTo>
                      <a:pt x="1" y="47"/>
                      <a:pt x="1" y="48"/>
                      <a:pt x="2" y="48"/>
                    </a:cubicBezTo>
                    <a:cubicBezTo>
                      <a:pt x="2" y="48"/>
                      <a:pt x="2" y="48"/>
                      <a:pt x="2" y="48"/>
                    </a:cubicBezTo>
                    <a:cubicBezTo>
                      <a:pt x="2" y="48"/>
                      <a:pt x="3" y="48"/>
                      <a:pt x="3" y="48"/>
                    </a:cubicBezTo>
                    <a:cubicBezTo>
                      <a:pt x="3" y="48"/>
                      <a:pt x="3" y="48"/>
                      <a:pt x="3" y="48"/>
                    </a:cubicBezTo>
                    <a:cubicBezTo>
                      <a:pt x="3" y="48"/>
                      <a:pt x="3" y="48"/>
                      <a:pt x="3" y="48"/>
                    </a:cubicBezTo>
                    <a:cubicBezTo>
                      <a:pt x="3" y="48"/>
                      <a:pt x="3" y="48"/>
                      <a:pt x="3" y="48"/>
                    </a:cubicBezTo>
                    <a:cubicBezTo>
                      <a:pt x="4" y="48"/>
                      <a:pt x="4" y="48"/>
                      <a:pt x="4" y="48"/>
                    </a:cubicBezTo>
                    <a:cubicBezTo>
                      <a:pt x="5" y="48"/>
                      <a:pt x="5" y="48"/>
                      <a:pt x="5" y="48"/>
                    </a:cubicBezTo>
                    <a:cubicBezTo>
                      <a:pt x="5" y="48"/>
                      <a:pt x="5" y="48"/>
                      <a:pt x="5" y="48"/>
                    </a:cubicBezTo>
                    <a:cubicBezTo>
                      <a:pt x="42" y="27"/>
                      <a:pt x="42" y="27"/>
                      <a:pt x="42" y="27"/>
                    </a:cubicBezTo>
                    <a:cubicBezTo>
                      <a:pt x="42" y="27"/>
                      <a:pt x="42" y="27"/>
                      <a:pt x="42" y="27"/>
                    </a:cubicBezTo>
                    <a:cubicBezTo>
                      <a:pt x="42" y="27"/>
                      <a:pt x="42" y="27"/>
                      <a:pt x="43" y="26"/>
                    </a:cubicBezTo>
                    <a:cubicBezTo>
                      <a:pt x="43" y="26"/>
                      <a:pt x="43" y="26"/>
                      <a:pt x="43" y="26"/>
                    </a:cubicBezTo>
                    <a:cubicBezTo>
                      <a:pt x="43" y="26"/>
                      <a:pt x="43" y="26"/>
                      <a:pt x="43" y="26"/>
                    </a:cubicBezTo>
                    <a:cubicBezTo>
                      <a:pt x="43" y="26"/>
                      <a:pt x="43" y="26"/>
                      <a:pt x="43" y="25"/>
                    </a:cubicBezTo>
                    <a:cubicBezTo>
                      <a:pt x="43" y="25"/>
                      <a:pt x="43" y="25"/>
                      <a:pt x="43" y="25"/>
                    </a:cubicBezTo>
                    <a:cubicBezTo>
                      <a:pt x="43" y="24"/>
                      <a:pt x="43" y="24"/>
                      <a:pt x="43" y="24"/>
                    </a:cubicBezTo>
                    <a:cubicBezTo>
                      <a:pt x="43" y="24"/>
                      <a:pt x="43" y="24"/>
                      <a:pt x="43" y="23"/>
                    </a:cubicBezTo>
                    <a:cubicBezTo>
                      <a:pt x="43" y="23"/>
                      <a:pt x="43" y="23"/>
                      <a:pt x="43" y="23"/>
                    </a:cubicBezTo>
                    <a:close/>
                    <a:moveTo>
                      <a:pt x="7" y="39"/>
                    </a:moveTo>
                    <a:cubicBezTo>
                      <a:pt x="7" y="9"/>
                      <a:pt x="7" y="9"/>
                      <a:pt x="7" y="9"/>
                    </a:cubicBezTo>
                    <a:cubicBezTo>
                      <a:pt x="33" y="24"/>
                      <a:pt x="33" y="24"/>
                      <a:pt x="33" y="24"/>
                    </a:cubicBezTo>
                    <a:lnTo>
                      <a:pt x="7" y="39"/>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9" name="Freeform 13"/>
              <p:cNvSpPr/>
              <p:nvPr/>
            </p:nvSpPr>
            <p:spPr bwMode="auto">
              <a:xfrm>
                <a:off x="7277177" y="3739985"/>
                <a:ext cx="928609" cy="59970"/>
              </a:xfrm>
              <a:custGeom>
                <a:avLst/>
                <a:gdLst>
                  <a:gd name="T0" fmla="*/ 121 w 125"/>
                  <a:gd name="T1" fmla="*/ 0 h 8"/>
                  <a:gd name="T2" fmla="*/ 4 w 125"/>
                  <a:gd name="T3" fmla="*/ 0 h 8"/>
                  <a:gd name="T4" fmla="*/ 0 w 125"/>
                  <a:gd name="T5" fmla="*/ 4 h 8"/>
                  <a:gd name="T6" fmla="*/ 4 w 125"/>
                  <a:gd name="T7" fmla="*/ 8 h 8"/>
                  <a:gd name="T8" fmla="*/ 121 w 125"/>
                  <a:gd name="T9" fmla="*/ 8 h 8"/>
                  <a:gd name="T10" fmla="*/ 125 w 125"/>
                  <a:gd name="T11" fmla="*/ 4 h 8"/>
                  <a:gd name="T12" fmla="*/ 121 w 125"/>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5" h="8">
                    <a:moveTo>
                      <a:pt x="121" y="0"/>
                    </a:moveTo>
                    <a:cubicBezTo>
                      <a:pt x="4" y="0"/>
                      <a:pt x="4" y="0"/>
                      <a:pt x="4" y="0"/>
                    </a:cubicBezTo>
                    <a:cubicBezTo>
                      <a:pt x="2" y="0"/>
                      <a:pt x="0" y="2"/>
                      <a:pt x="0" y="4"/>
                    </a:cubicBezTo>
                    <a:cubicBezTo>
                      <a:pt x="0" y="6"/>
                      <a:pt x="2" y="8"/>
                      <a:pt x="4" y="8"/>
                    </a:cubicBezTo>
                    <a:cubicBezTo>
                      <a:pt x="121" y="8"/>
                      <a:pt x="121" y="8"/>
                      <a:pt x="121" y="8"/>
                    </a:cubicBezTo>
                    <a:cubicBezTo>
                      <a:pt x="123" y="8"/>
                      <a:pt x="125" y="6"/>
                      <a:pt x="125" y="4"/>
                    </a:cubicBezTo>
                    <a:cubicBezTo>
                      <a:pt x="125" y="2"/>
                      <a:pt x="123" y="0"/>
                      <a:pt x="121"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60" name="Freeform 14"/>
              <p:cNvSpPr/>
              <p:nvPr/>
            </p:nvSpPr>
            <p:spPr bwMode="auto">
              <a:xfrm>
                <a:off x="7864145" y="3501926"/>
                <a:ext cx="154466" cy="163552"/>
              </a:xfrm>
              <a:custGeom>
                <a:avLst/>
                <a:gdLst>
                  <a:gd name="T0" fmla="*/ 28 w 85"/>
                  <a:gd name="T1" fmla="*/ 0 h 90"/>
                  <a:gd name="T2" fmla="*/ 28 w 85"/>
                  <a:gd name="T3" fmla="*/ 29 h 90"/>
                  <a:gd name="T4" fmla="*/ 0 w 85"/>
                  <a:gd name="T5" fmla="*/ 29 h 90"/>
                  <a:gd name="T6" fmla="*/ 0 w 85"/>
                  <a:gd name="T7" fmla="*/ 29 h 90"/>
                  <a:gd name="T8" fmla="*/ 0 w 85"/>
                  <a:gd name="T9" fmla="*/ 58 h 90"/>
                  <a:gd name="T10" fmla="*/ 0 w 85"/>
                  <a:gd name="T11" fmla="*/ 62 h 90"/>
                  <a:gd name="T12" fmla="*/ 28 w 85"/>
                  <a:gd name="T13" fmla="*/ 62 h 90"/>
                  <a:gd name="T14" fmla="*/ 28 w 85"/>
                  <a:gd name="T15" fmla="*/ 90 h 90"/>
                  <a:gd name="T16" fmla="*/ 57 w 85"/>
                  <a:gd name="T17" fmla="*/ 90 h 90"/>
                  <a:gd name="T18" fmla="*/ 57 w 85"/>
                  <a:gd name="T19" fmla="*/ 62 h 90"/>
                  <a:gd name="T20" fmla="*/ 85 w 85"/>
                  <a:gd name="T21" fmla="*/ 62 h 90"/>
                  <a:gd name="T22" fmla="*/ 85 w 85"/>
                  <a:gd name="T23" fmla="*/ 58 h 90"/>
                  <a:gd name="T24" fmla="*/ 85 w 85"/>
                  <a:gd name="T25" fmla="*/ 29 h 90"/>
                  <a:gd name="T26" fmla="*/ 85 w 85"/>
                  <a:gd name="T27" fmla="*/ 29 h 90"/>
                  <a:gd name="T28" fmla="*/ 57 w 85"/>
                  <a:gd name="T29" fmla="*/ 29 h 90"/>
                  <a:gd name="T30" fmla="*/ 57 w 85"/>
                  <a:gd name="T31" fmla="*/ 0 h 90"/>
                  <a:gd name="T32" fmla="*/ 28 w 85"/>
                  <a:gd name="T33"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90">
                    <a:moveTo>
                      <a:pt x="28" y="0"/>
                    </a:moveTo>
                    <a:lnTo>
                      <a:pt x="28" y="29"/>
                    </a:lnTo>
                    <a:lnTo>
                      <a:pt x="0" y="29"/>
                    </a:lnTo>
                    <a:lnTo>
                      <a:pt x="0" y="29"/>
                    </a:lnTo>
                    <a:lnTo>
                      <a:pt x="0" y="58"/>
                    </a:lnTo>
                    <a:lnTo>
                      <a:pt x="0" y="62"/>
                    </a:lnTo>
                    <a:lnTo>
                      <a:pt x="28" y="62"/>
                    </a:lnTo>
                    <a:lnTo>
                      <a:pt x="28" y="90"/>
                    </a:lnTo>
                    <a:lnTo>
                      <a:pt x="57" y="90"/>
                    </a:lnTo>
                    <a:lnTo>
                      <a:pt x="57" y="62"/>
                    </a:lnTo>
                    <a:lnTo>
                      <a:pt x="85" y="62"/>
                    </a:lnTo>
                    <a:lnTo>
                      <a:pt x="85" y="58"/>
                    </a:lnTo>
                    <a:lnTo>
                      <a:pt x="85" y="29"/>
                    </a:lnTo>
                    <a:lnTo>
                      <a:pt x="85" y="29"/>
                    </a:lnTo>
                    <a:lnTo>
                      <a:pt x="57" y="29"/>
                    </a:lnTo>
                    <a:lnTo>
                      <a:pt x="57" y="0"/>
                    </a:lnTo>
                    <a:lnTo>
                      <a:pt x="28" y="0"/>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61" name="Freeform 15"/>
              <p:cNvSpPr/>
              <p:nvPr/>
            </p:nvSpPr>
            <p:spPr bwMode="auto">
              <a:xfrm>
                <a:off x="7255368" y="2789568"/>
                <a:ext cx="1090344" cy="825027"/>
              </a:xfrm>
              <a:custGeom>
                <a:avLst/>
                <a:gdLst>
                  <a:gd name="T0" fmla="*/ 125 w 147"/>
                  <a:gd name="T1" fmla="*/ 0 h 111"/>
                  <a:gd name="T2" fmla="*/ 125 w 147"/>
                  <a:gd name="T3" fmla="*/ 0 h 111"/>
                  <a:gd name="T4" fmla="*/ 7 w 147"/>
                  <a:gd name="T5" fmla="*/ 0 h 111"/>
                  <a:gd name="T6" fmla="*/ 0 w 147"/>
                  <a:gd name="T7" fmla="*/ 1 h 111"/>
                  <a:gd name="T8" fmla="*/ 0 w 147"/>
                  <a:gd name="T9" fmla="*/ 9 h 111"/>
                  <a:gd name="T10" fmla="*/ 7 w 147"/>
                  <a:gd name="T11" fmla="*/ 7 h 111"/>
                  <a:gd name="T12" fmla="*/ 124 w 147"/>
                  <a:gd name="T13" fmla="*/ 7 h 111"/>
                  <a:gd name="T14" fmla="*/ 140 w 147"/>
                  <a:gd name="T15" fmla="*/ 23 h 111"/>
                  <a:gd name="T16" fmla="*/ 140 w 147"/>
                  <a:gd name="T17" fmla="*/ 88 h 111"/>
                  <a:gd name="T18" fmla="*/ 124 w 147"/>
                  <a:gd name="T19" fmla="*/ 103 h 111"/>
                  <a:gd name="T20" fmla="*/ 111 w 147"/>
                  <a:gd name="T21" fmla="*/ 103 h 111"/>
                  <a:gd name="T22" fmla="*/ 111 w 147"/>
                  <a:gd name="T23" fmla="*/ 111 h 111"/>
                  <a:gd name="T24" fmla="*/ 125 w 147"/>
                  <a:gd name="T25" fmla="*/ 111 h 111"/>
                  <a:gd name="T26" fmla="*/ 125 w 147"/>
                  <a:gd name="T27" fmla="*/ 110 h 111"/>
                  <a:gd name="T28" fmla="*/ 147 w 147"/>
                  <a:gd name="T29" fmla="*/ 88 h 111"/>
                  <a:gd name="T30" fmla="*/ 147 w 147"/>
                  <a:gd name="T31" fmla="*/ 23 h 111"/>
                  <a:gd name="T32" fmla="*/ 125 w 147"/>
                  <a:gd name="T3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7" h="111">
                    <a:moveTo>
                      <a:pt x="125" y="0"/>
                    </a:moveTo>
                    <a:cubicBezTo>
                      <a:pt x="125" y="0"/>
                      <a:pt x="125" y="0"/>
                      <a:pt x="125" y="0"/>
                    </a:cubicBezTo>
                    <a:cubicBezTo>
                      <a:pt x="7" y="0"/>
                      <a:pt x="7" y="0"/>
                      <a:pt x="7" y="0"/>
                    </a:cubicBezTo>
                    <a:cubicBezTo>
                      <a:pt x="4" y="0"/>
                      <a:pt x="2" y="1"/>
                      <a:pt x="0" y="1"/>
                    </a:cubicBezTo>
                    <a:cubicBezTo>
                      <a:pt x="0" y="9"/>
                      <a:pt x="0" y="9"/>
                      <a:pt x="0" y="9"/>
                    </a:cubicBezTo>
                    <a:cubicBezTo>
                      <a:pt x="2" y="8"/>
                      <a:pt x="4" y="7"/>
                      <a:pt x="7" y="7"/>
                    </a:cubicBezTo>
                    <a:cubicBezTo>
                      <a:pt x="124" y="7"/>
                      <a:pt x="124" y="7"/>
                      <a:pt x="124" y="7"/>
                    </a:cubicBezTo>
                    <a:cubicBezTo>
                      <a:pt x="133" y="7"/>
                      <a:pt x="140" y="14"/>
                      <a:pt x="140" y="23"/>
                    </a:cubicBezTo>
                    <a:cubicBezTo>
                      <a:pt x="140" y="88"/>
                      <a:pt x="140" y="88"/>
                      <a:pt x="140" y="88"/>
                    </a:cubicBezTo>
                    <a:cubicBezTo>
                      <a:pt x="140" y="96"/>
                      <a:pt x="133" y="103"/>
                      <a:pt x="124" y="103"/>
                    </a:cubicBezTo>
                    <a:cubicBezTo>
                      <a:pt x="111" y="103"/>
                      <a:pt x="111" y="103"/>
                      <a:pt x="111" y="103"/>
                    </a:cubicBezTo>
                    <a:cubicBezTo>
                      <a:pt x="111" y="111"/>
                      <a:pt x="111" y="111"/>
                      <a:pt x="111" y="111"/>
                    </a:cubicBezTo>
                    <a:cubicBezTo>
                      <a:pt x="125" y="111"/>
                      <a:pt x="125" y="111"/>
                      <a:pt x="125" y="111"/>
                    </a:cubicBezTo>
                    <a:cubicBezTo>
                      <a:pt x="125" y="110"/>
                      <a:pt x="125" y="110"/>
                      <a:pt x="125" y="110"/>
                    </a:cubicBezTo>
                    <a:cubicBezTo>
                      <a:pt x="137" y="110"/>
                      <a:pt x="147" y="100"/>
                      <a:pt x="147" y="88"/>
                    </a:cubicBezTo>
                    <a:cubicBezTo>
                      <a:pt x="147" y="23"/>
                      <a:pt x="147" y="23"/>
                      <a:pt x="147" y="23"/>
                    </a:cubicBezTo>
                    <a:cubicBezTo>
                      <a:pt x="147" y="11"/>
                      <a:pt x="137" y="1"/>
                      <a:pt x="125"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grpSp>
      </p:grpSp>
      <p:grpSp>
        <p:nvGrpSpPr>
          <p:cNvPr id="62" name="组合 61"/>
          <p:cNvGrpSpPr/>
          <p:nvPr userDrawn="1"/>
        </p:nvGrpSpPr>
        <p:grpSpPr>
          <a:xfrm>
            <a:off x="756325" y="2805322"/>
            <a:ext cx="1762686" cy="1762683"/>
            <a:chOff x="1507108" y="2100648"/>
            <a:chExt cx="1627763" cy="1627761"/>
          </a:xfrm>
        </p:grpSpPr>
        <p:sp>
          <p:nvSpPr>
            <p:cNvPr id="63" name="矩形 62"/>
            <p:cNvSpPr/>
            <p:nvPr/>
          </p:nvSpPr>
          <p:spPr>
            <a:xfrm>
              <a:off x="1507110" y="2100648"/>
              <a:ext cx="1627761" cy="1627761"/>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grpSp>
          <p:nvGrpSpPr>
            <p:cNvPr id="64" name="组合 63"/>
            <p:cNvGrpSpPr/>
            <p:nvPr/>
          </p:nvGrpSpPr>
          <p:grpSpPr>
            <a:xfrm>
              <a:off x="1507108" y="2201164"/>
              <a:ext cx="1384865" cy="1466956"/>
              <a:chOff x="1550988" y="1668463"/>
              <a:chExt cx="615950" cy="652462"/>
            </a:xfrm>
          </p:grpSpPr>
          <p:sp>
            <p:nvSpPr>
              <p:cNvPr id="65" name="Freeform 5"/>
              <p:cNvSpPr/>
              <p:nvPr/>
            </p:nvSpPr>
            <p:spPr bwMode="auto">
              <a:xfrm>
                <a:off x="1550988" y="1962150"/>
                <a:ext cx="585788" cy="358775"/>
              </a:xfrm>
              <a:custGeom>
                <a:avLst/>
                <a:gdLst>
                  <a:gd name="T0" fmla="*/ 62 w 153"/>
                  <a:gd name="T1" fmla="*/ 94 h 94"/>
                  <a:gd name="T2" fmla="*/ 69 w 153"/>
                  <a:gd name="T3" fmla="*/ 91 h 94"/>
                  <a:gd name="T4" fmla="*/ 139 w 153"/>
                  <a:gd name="T5" fmla="*/ 22 h 94"/>
                  <a:gd name="T6" fmla="*/ 153 w 153"/>
                  <a:gd name="T7" fmla="*/ 0 h 94"/>
                  <a:gd name="T8" fmla="*/ 145 w 153"/>
                  <a:gd name="T9" fmla="*/ 0 h 94"/>
                  <a:gd name="T10" fmla="*/ 134 w 153"/>
                  <a:gd name="T11" fmla="*/ 16 h 94"/>
                  <a:gd name="T12" fmla="*/ 64 w 153"/>
                  <a:gd name="T13" fmla="*/ 86 h 94"/>
                  <a:gd name="T14" fmla="*/ 62 w 153"/>
                  <a:gd name="T15" fmla="*/ 87 h 94"/>
                  <a:gd name="T16" fmla="*/ 59 w 153"/>
                  <a:gd name="T17" fmla="*/ 86 h 94"/>
                  <a:gd name="T18" fmla="*/ 0 w 153"/>
                  <a:gd name="T19" fmla="*/ 27 h 94"/>
                  <a:gd name="T20" fmla="*/ 0 w 153"/>
                  <a:gd name="T21" fmla="*/ 36 h 94"/>
                  <a:gd name="T22" fmla="*/ 54 w 153"/>
                  <a:gd name="T23" fmla="*/ 91 h 94"/>
                  <a:gd name="T24" fmla="*/ 62 w 153"/>
                  <a:gd name="T25"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 h="94">
                    <a:moveTo>
                      <a:pt x="62" y="94"/>
                    </a:moveTo>
                    <a:cubicBezTo>
                      <a:pt x="64" y="94"/>
                      <a:pt x="67" y="93"/>
                      <a:pt x="69" y="91"/>
                    </a:cubicBezTo>
                    <a:cubicBezTo>
                      <a:pt x="139" y="22"/>
                      <a:pt x="139" y="22"/>
                      <a:pt x="139" y="22"/>
                    </a:cubicBezTo>
                    <a:cubicBezTo>
                      <a:pt x="145" y="15"/>
                      <a:pt x="150" y="8"/>
                      <a:pt x="153" y="0"/>
                    </a:cubicBezTo>
                    <a:cubicBezTo>
                      <a:pt x="145" y="0"/>
                      <a:pt x="145" y="0"/>
                      <a:pt x="145" y="0"/>
                    </a:cubicBezTo>
                    <a:cubicBezTo>
                      <a:pt x="142" y="6"/>
                      <a:pt x="139" y="12"/>
                      <a:pt x="134" y="16"/>
                    </a:cubicBezTo>
                    <a:cubicBezTo>
                      <a:pt x="64" y="86"/>
                      <a:pt x="64" y="86"/>
                      <a:pt x="64" y="86"/>
                    </a:cubicBezTo>
                    <a:cubicBezTo>
                      <a:pt x="63" y="87"/>
                      <a:pt x="62" y="87"/>
                      <a:pt x="62" y="87"/>
                    </a:cubicBezTo>
                    <a:cubicBezTo>
                      <a:pt x="61" y="87"/>
                      <a:pt x="60" y="87"/>
                      <a:pt x="59" y="86"/>
                    </a:cubicBezTo>
                    <a:cubicBezTo>
                      <a:pt x="0" y="27"/>
                      <a:pt x="0" y="27"/>
                      <a:pt x="0" y="27"/>
                    </a:cubicBezTo>
                    <a:cubicBezTo>
                      <a:pt x="0" y="36"/>
                      <a:pt x="0" y="36"/>
                      <a:pt x="0" y="36"/>
                    </a:cubicBezTo>
                    <a:cubicBezTo>
                      <a:pt x="54" y="91"/>
                      <a:pt x="54" y="91"/>
                      <a:pt x="54" y="91"/>
                    </a:cubicBezTo>
                    <a:cubicBezTo>
                      <a:pt x="56" y="93"/>
                      <a:pt x="59" y="94"/>
                      <a:pt x="62" y="94"/>
                    </a:cubicBezTo>
                    <a:close/>
                  </a:path>
                </a:pathLst>
              </a:custGeom>
              <a:solidFill>
                <a:srgbClr val="FFFFFF"/>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66" name="Freeform 6"/>
              <p:cNvSpPr/>
              <p:nvPr/>
            </p:nvSpPr>
            <p:spPr bwMode="auto">
              <a:xfrm>
                <a:off x="1550988" y="1668463"/>
                <a:ext cx="588963" cy="160337"/>
              </a:xfrm>
              <a:custGeom>
                <a:avLst/>
                <a:gdLst>
                  <a:gd name="T0" fmla="*/ 139 w 154"/>
                  <a:gd name="T1" fmla="*/ 18 h 42"/>
                  <a:gd name="T2" fmla="*/ 114 w 154"/>
                  <a:gd name="T3" fmla="*/ 3 h 42"/>
                  <a:gd name="T4" fmla="*/ 83 w 154"/>
                  <a:gd name="T5" fmla="*/ 3 h 42"/>
                  <a:gd name="T6" fmla="*/ 62 w 154"/>
                  <a:gd name="T7" fmla="*/ 13 h 42"/>
                  <a:gd name="T8" fmla="*/ 40 w 154"/>
                  <a:gd name="T9" fmla="*/ 3 h 42"/>
                  <a:gd name="T10" fmla="*/ 9 w 154"/>
                  <a:gd name="T11" fmla="*/ 3 h 42"/>
                  <a:gd name="T12" fmla="*/ 0 w 154"/>
                  <a:gd name="T13" fmla="*/ 7 h 42"/>
                  <a:gd name="T14" fmla="*/ 0 w 154"/>
                  <a:gd name="T15" fmla="*/ 15 h 42"/>
                  <a:gd name="T16" fmla="*/ 11 w 154"/>
                  <a:gd name="T17" fmla="*/ 10 h 42"/>
                  <a:gd name="T18" fmla="*/ 26 w 154"/>
                  <a:gd name="T19" fmla="*/ 8 h 42"/>
                  <a:gd name="T20" fmla="*/ 38 w 154"/>
                  <a:gd name="T21" fmla="*/ 9 h 42"/>
                  <a:gd name="T22" fmla="*/ 59 w 154"/>
                  <a:gd name="T23" fmla="*/ 21 h 42"/>
                  <a:gd name="T24" fmla="*/ 62 w 154"/>
                  <a:gd name="T25" fmla="*/ 22 h 42"/>
                  <a:gd name="T26" fmla="*/ 64 w 154"/>
                  <a:gd name="T27" fmla="*/ 21 h 42"/>
                  <a:gd name="T28" fmla="*/ 85 w 154"/>
                  <a:gd name="T29" fmla="*/ 9 h 42"/>
                  <a:gd name="T30" fmla="*/ 112 w 154"/>
                  <a:gd name="T31" fmla="*/ 10 h 42"/>
                  <a:gd name="T32" fmla="*/ 134 w 154"/>
                  <a:gd name="T33" fmla="*/ 23 h 42"/>
                  <a:gd name="T34" fmla="*/ 146 w 154"/>
                  <a:gd name="T35" fmla="*/ 42 h 42"/>
                  <a:gd name="T36" fmla="*/ 154 w 154"/>
                  <a:gd name="T37" fmla="*/ 42 h 42"/>
                  <a:gd name="T38" fmla="*/ 153 w 154"/>
                  <a:gd name="T39" fmla="*/ 42 h 42"/>
                  <a:gd name="T40" fmla="*/ 139 w 154"/>
                  <a:gd name="T41"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4" h="42">
                    <a:moveTo>
                      <a:pt x="139" y="18"/>
                    </a:moveTo>
                    <a:cubicBezTo>
                      <a:pt x="132" y="11"/>
                      <a:pt x="123" y="6"/>
                      <a:pt x="114" y="3"/>
                    </a:cubicBezTo>
                    <a:cubicBezTo>
                      <a:pt x="104" y="0"/>
                      <a:pt x="94" y="0"/>
                      <a:pt x="83" y="3"/>
                    </a:cubicBezTo>
                    <a:cubicBezTo>
                      <a:pt x="76" y="5"/>
                      <a:pt x="68" y="8"/>
                      <a:pt x="62" y="13"/>
                    </a:cubicBezTo>
                    <a:cubicBezTo>
                      <a:pt x="55" y="8"/>
                      <a:pt x="48" y="5"/>
                      <a:pt x="40" y="3"/>
                    </a:cubicBezTo>
                    <a:cubicBezTo>
                      <a:pt x="29" y="0"/>
                      <a:pt x="19" y="0"/>
                      <a:pt x="9" y="3"/>
                    </a:cubicBezTo>
                    <a:cubicBezTo>
                      <a:pt x="6" y="4"/>
                      <a:pt x="3" y="6"/>
                      <a:pt x="0" y="7"/>
                    </a:cubicBezTo>
                    <a:cubicBezTo>
                      <a:pt x="0" y="15"/>
                      <a:pt x="0" y="15"/>
                      <a:pt x="0" y="15"/>
                    </a:cubicBezTo>
                    <a:cubicBezTo>
                      <a:pt x="3" y="13"/>
                      <a:pt x="7" y="11"/>
                      <a:pt x="11" y="10"/>
                    </a:cubicBezTo>
                    <a:cubicBezTo>
                      <a:pt x="16" y="9"/>
                      <a:pt x="21" y="8"/>
                      <a:pt x="26" y="8"/>
                    </a:cubicBezTo>
                    <a:cubicBezTo>
                      <a:pt x="30" y="8"/>
                      <a:pt x="34" y="8"/>
                      <a:pt x="38" y="9"/>
                    </a:cubicBezTo>
                    <a:cubicBezTo>
                      <a:pt x="46" y="11"/>
                      <a:pt x="53" y="15"/>
                      <a:pt x="59" y="21"/>
                    </a:cubicBezTo>
                    <a:cubicBezTo>
                      <a:pt x="62" y="22"/>
                      <a:pt x="62" y="22"/>
                      <a:pt x="62" y="22"/>
                    </a:cubicBezTo>
                    <a:cubicBezTo>
                      <a:pt x="64" y="21"/>
                      <a:pt x="64" y="21"/>
                      <a:pt x="64" y="21"/>
                    </a:cubicBezTo>
                    <a:cubicBezTo>
                      <a:pt x="70" y="15"/>
                      <a:pt x="78" y="11"/>
                      <a:pt x="85" y="9"/>
                    </a:cubicBezTo>
                    <a:cubicBezTo>
                      <a:pt x="94" y="7"/>
                      <a:pt x="103" y="7"/>
                      <a:pt x="112" y="10"/>
                    </a:cubicBezTo>
                    <a:cubicBezTo>
                      <a:pt x="120" y="13"/>
                      <a:pt x="128" y="17"/>
                      <a:pt x="134" y="23"/>
                    </a:cubicBezTo>
                    <a:cubicBezTo>
                      <a:pt x="139" y="28"/>
                      <a:pt x="143" y="35"/>
                      <a:pt x="146" y="42"/>
                    </a:cubicBezTo>
                    <a:cubicBezTo>
                      <a:pt x="154" y="42"/>
                      <a:pt x="154" y="42"/>
                      <a:pt x="154" y="42"/>
                    </a:cubicBezTo>
                    <a:cubicBezTo>
                      <a:pt x="153" y="42"/>
                      <a:pt x="153" y="42"/>
                      <a:pt x="153" y="42"/>
                    </a:cubicBezTo>
                    <a:cubicBezTo>
                      <a:pt x="150" y="33"/>
                      <a:pt x="145" y="25"/>
                      <a:pt x="139" y="18"/>
                    </a:cubicBezTo>
                    <a:close/>
                  </a:path>
                </a:pathLst>
              </a:custGeom>
              <a:solidFill>
                <a:srgbClr val="FFFFFF"/>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67" name="Freeform 7"/>
              <p:cNvSpPr/>
              <p:nvPr/>
            </p:nvSpPr>
            <p:spPr bwMode="auto">
              <a:xfrm>
                <a:off x="2087563" y="1855788"/>
                <a:ext cx="79375" cy="79375"/>
              </a:xfrm>
              <a:custGeom>
                <a:avLst/>
                <a:gdLst>
                  <a:gd name="T0" fmla="*/ 50 w 50"/>
                  <a:gd name="T1" fmla="*/ 17 h 50"/>
                  <a:gd name="T2" fmla="*/ 33 w 50"/>
                  <a:gd name="T3" fmla="*/ 17 h 50"/>
                  <a:gd name="T4" fmla="*/ 33 w 50"/>
                  <a:gd name="T5" fmla="*/ 0 h 50"/>
                  <a:gd name="T6" fmla="*/ 16 w 50"/>
                  <a:gd name="T7" fmla="*/ 0 h 50"/>
                  <a:gd name="T8" fmla="*/ 16 w 50"/>
                  <a:gd name="T9" fmla="*/ 17 h 50"/>
                  <a:gd name="T10" fmla="*/ 0 w 50"/>
                  <a:gd name="T11" fmla="*/ 17 h 50"/>
                  <a:gd name="T12" fmla="*/ 0 w 50"/>
                  <a:gd name="T13" fmla="*/ 33 h 50"/>
                  <a:gd name="T14" fmla="*/ 16 w 50"/>
                  <a:gd name="T15" fmla="*/ 33 h 50"/>
                  <a:gd name="T16" fmla="*/ 16 w 50"/>
                  <a:gd name="T17" fmla="*/ 50 h 50"/>
                  <a:gd name="T18" fmla="*/ 33 w 50"/>
                  <a:gd name="T19" fmla="*/ 50 h 50"/>
                  <a:gd name="T20" fmla="*/ 33 w 50"/>
                  <a:gd name="T21" fmla="*/ 33 h 50"/>
                  <a:gd name="T22" fmla="*/ 50 w 50"/>
                  <a:gd name="T23" fmla="*/ 33 h 50"/>
                  <a:gd name="T24" fmla="*/ 50 w 50"/>
                  <a:gd name="T25"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50">
                    <a:moveTo>
                      <a:pt x="50" y="17"/>
                    </a:moveTo>
                    <a:lnTo>
                      <a:pt x="33" y="17"/>
                    </a:lnTo>
                    <a:lnTo>
                      <a:pt x="33" y="0"/>
                    </a:lnTo>
                    <a:lnTo>
                      <a:pt x="16" y="0"/>
                    </a:lnTo>
                    <a:lnTo>
                      <a:pt x="16" y="17"/>
                    </a:lnTo>
                    <a:lnTo>
                      <a:pt x="0" y="17"/>
                    </a:lnTo>
                    <a:lnTo>
                      <a:pt x="0" y="33"/>
                    </a:lnTo>
                    <a:lnTo>
                      <a:pt x="16" y="33"/>
                    </a:lnTo>
                    <a:lnTo>
                      <a:pt x="16" y="50"/>
                    </a:lnTo>
                    <a:lnTo>
                      <a:pt x="33" y="50"/>
                    </a:lnTo>
                    <a:lnTo>
                      <a:pt x="33" y="33"/>
                    </a:lnTo>
                    <a:lnTo>
                      <a:pt x="50" y="33"/>
                    </a:lnTo>
                    <a:lnTo>
                      <a:pt x="50" y="17"/>
                    </a:lnTo>
                    <a:close/>
                  </a:path>
                </a:pathLst>
              </a:custGeom>
              <a:solidFill>
                <a:srgbClr val="FFFFFF"/>
              </a:solidFill>
              <a:ln>
                <a:noFill/>
              </a:ln>
            </p:spPr>
            <p:txBody>
              <a:bodyPr vert="horz" wrap="square" lIns="91797" tIns="45899" rIns="91797" bIns="45899" numCol="1" anchor="t" anchorCtr="0" compatLnSpc="1"/>
              <a:lstStyle/>
              <a:p>
                <a:endParaRPr lang="zh-CN" altLang="en-US" sz="1805">
                  <a:solidFill>
                    <a:prstClr val="black"/>
                  </a:solidFill>
                </a:endParaRPr>
              </a:p>
            </p:txBody>
          </p:sp>
        </p:grpSp>
      </p:grpSp>
      <p:grpSp>
        <p:nvGrpSpPr>
          <p:cNvPr id="68" name="组合 67"/>
          <p:cNvGrpSpPr/>
          <p:nvPr userDrawn="1"/>
        </p:nvGrpSpPr>
        <p:grpSpPr>
          <a:xfrm>
            <a:off x="3540794" y="2805322"/>
            <a:ext cx="1762686" cy="1762683"/>
            <a:chOff x="4146320" y="2100648"/>
            <a:chExt cx="1627764" cy="1627761"/>
          </a:xfrm>
        </p:grpSpPr>
        <p:sp>
          <p:nvSpPr>
            <p:cNvPr id="69" name="矩形 68"/>
            <p:cNvSpPr/>
            <p:nvPr/>
          </p:nvSpPr>
          <p:spPr>
            <a:xfrm>
              <a:off x="4146323" y="2100648"/>
              <a:ext cx="1627761" cy="1627761"/>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pic>
          <p:nvPicPr>
            <p:cNvPr id="70" name="图片 69"/>
            <p:cNvPicPr>
              <a:picLocks noChangeAspect="1"/>
            </p:cNvPicPr>
            <p:nvPr/>
          </p:nvPicPr>
          <p:blipFill>
            <a:blip r:embed="rId2" cstate="print"/>
            <a:stretch>
              <a:fillRect/>
            </a:stretch>
          </p:blipFill>
          <p:spPr>
            <a:xfrm>
              <a:off x="4146320" y="2201164"/>
              <a:ext cx="1472700" cy="1527245"/>
            </a:xfrm>
            <a:prstGeom prst="rect">
              <a:avLst/>
            </a:prstGeom>
          </p:spPr>
        </p:pic>
      </p:grpSp>
      <p:sp>
        <p:nvSpPr>
          <p:cNvPr id="75" name="文本占位符 11"/>
          <p:cNvSpPr>
            <a:spLocks noGrp="1"/>
          </p:cNvSpPr>
          <p:nvPr>
            <p:ph type="body" sz="quarter" idx="16" hasCustomPrompt="1"/>
          </p:nvPr>
        </p:nvSpPr>
        <p:spPr>
          <a:xfrm>
            <a:off x="888171" y="4808771"/>
            <a:ext cx="1496307" cy="1257992"/>
          </a:xfrm>
          <a:prstGeom prst="rect">
            <a:avLst/>
          </a:prstGeom>
        </p:spPr>
        <p:txBody>
          <a:bodyPr>
            <a:normAutofit/>
          </a:bodyPr>
          <a:lstStyle>
            <a:lvl1pPr marL="0" indent="0" algn="ctr">
              <a:lnSpc>
                <a:spcPct val="100000"/>
              </a:lnSpc>
              <a:spcBef>
                <a:spcPts val="0"/>
              </a:spcBef>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6" name="文本占位符 11"/>
          <p:cNvSpPr>
            <a:spLocks noGrp="1"/>
          </p:cNvSpPr>
          <p:nvPr>
            <p:ph type="body" sz="quarter" idx="17" hasCustomPrompt="1"/>
          </p:nvPr>
        </p:nvSpPr>
        <p:spPr>
          <a:xfrm>
            <a:off x="3677711" y="4808771"/>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7" name="文本占位符 11"/>
          <p:cNvSpPr>
            <a:spLocks noGrp="1"/>
          </p:cNvSpPr>
          <p:nvPr>
            <p:ph type="body" sz="quarter" idx="18" hasCustomPrompt="1"/>
          </p:nvPr>
        </p:nvSpPr>
        <p:spPr>
          <a:xfrm>
            <a:off x="6453376" y="4808771"/>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8" name="文本占位符 11"/>
          <p:cNvSpPr>
            <a:spLocks noGrp="1"/>
          </p:cNvSpPr>
          <p:nvPr>
            <p:ph type="body" sz="quarter" idx="19" hasCustomPrompt="1"/>
          </p:nvPr>
        </p:nvSpPr>
        <p:spPr>
          <a:xfrm>
            <a:off x="9242916" y="4819034"/>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38" name="文本占位符 11"/>
          <p:cNvSpPr>
            <a:spLocks noGrp="1"/>
          </p:cNvSpPr>
          <p:nvPr>
            <p:ph type="body" sz="quarter" idx="13" hasCustomPrompt="1"/>
          </p:nvPr>
        </p:nvSpPr>
        <p:spPr>
          <a:xfrm>
            <a:off x="648000" y="432000"/>
            <a:ext cx="10210270" cy="1042728"/>
          </a:xfrm>
          <a:prstGeom prst="rect">
            <a:avLst/>
          </a:prstGeom>
        </p:spPr>
        <p:txBody>
          <a:bodyPr>
            <a:normAutofit/>
          </a:bodyPr>
          <a:lstStyle>
            <a:lvl1pPr marL="0" indent="0">
              <a:lnSpc>
                <a:spcPct val="100000"/>
              </a:lnSpc>
              <a:spcBef>
                <a:spcPts val="0"/>
              </a:spcBef>
              <a:buNone/>
              <a:defRPr sz="28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a:t>
            </a:r>
            <a:endParaRPr lang="en-US" altLang="zh-CN" dirty="0"/>
          </a:p>
          <a:p>
            <a:r>
              <a:rPr lang="zh-CN" altLang="en-US" dirty="0"/>
              <a:t> </a:t>
            </a:r>
            <a:endParaRPr lang="zh-CN" altLang="en-US" dirty="0"/>
          </a:p>
        </p:txBody>
      </p:sp>
      <p:sp>
        <p:nvSpPr>
          <p:cNvPr id="39" name="文本占位符 11"/>
          <p:cNvSpPr>
            <a:spLocks noGrp="1"/>
          </p:cNvSpPr>
          <p:nvPr>
            <p:ph type="body" sz="quarter" idx="15" hasCustomPrompt="1"/>
          </p:nvPr>
        </p:nvSpPr>
        <p:spPr>
          <a:xfrm>
            <a:off x="648000" y="1764000"/>
            <a:ext cx="10210270" cy="889625"/>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00" y="6356351"/>
            <a:ext cx="2844800" cy="365125"/>
          </a:xfrm>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a:xfrm>
            <a:off x="4165600" y="6356351"/>
            <a:ext cx="3860800" cy="365125"/>
          </a:xfrm>
        </p:spPr>
        <p:txBody>
          <a:bodyPr/>
          <a:lstStyle/>
          <a:p>
            <a:endParaRPr lang="zh-CN" altLang="en-US"/>
          </a:p>
        </p:txBody>
      </p:sp>
      <p:sp>
        <p:nvSpPr>
          <p:cNvPr id="5" name="灯片编号占位符 4"/>
          <p:cNvSpPr>
            <a:spLocks noGrp="1"/>
          </p:cNvSpPr>
          <p:nvPr>
            <p:ph type="sldNum" sz="quarter" idx="12"/>
          </p:nvPr>
        </p:nvSpPr>
        <p:spPr>
          <a:xfrm>
            <a:off x="8737600" y="6356351"/>
            <a:ext cx="2844800" cy="365125"/>
          </a:xfrm>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D4C7CF82-B06B-45D2-A53A-8B27017A7193}"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2CA72E40-AB8F-434C-9D45-AB52B7F7CA19}" type="slidenum">
              <a:rPr lang="zh-CN" altLang="en-US" smtClean="0"/>
            </a:fld>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_内容与标题">
    <p:spTree>
      <p:nvGrpSpPr>
        <p:cNvPr id="1" name=""/>
        <p:cNvGrpSpPr/>
        <p:nvPr/>
      </p:nvGrpSpPr>
      <p:grpSpPr>
        <a:xfrm>
          <a:off x="0" y="0"/>
          <a:ext cx="0" cy="0"/>
          <a:chOff x="0" y="0"/>
          <a:chExt cx="0" cy="0"/>
        </a:xfrm>
      </p:grpSpPr>
      <p:grpSp>
        <p:nvGrpSpPr>
          <p:cNvPr id="25" name="组合 24"/>
          <p:cNvGrpSpPr/>
          <p:nvPr userDrawn="1"/>
        </p:nvGrpSpPr>
        <p:grpSpPr>
          <a:xfrm>
            <a:off x="4277835" y="2239557"/>
            <a:ext cx="2801831" cy="1932948"/>
            <a:chOff x="-3298825" y="979488"/>
            <a:chExt cx="4945063" cy="3411537"/>
          </a:xfrm>
          <a:solidFill>
            <a:srgbClr val="005BAC"/>
          </a:solidFill>
        </p:grpSpPr>
        <p:sp>
          <p:nvSpPr>
            <p:cNvPr id="26" name="Freeform 5"/>
            <p:cNvSpPr/>
            <p:nvPr userDrawn="1"/>
          </p:nvSpPr>
          <p:spPr bwMode="auto">
            <a:xfrm>
              <a:off x="-1762125" y="979488"/>
              <a:ext cx="3408363" cy="3411537"/>
            </a:xfrm>
            <a:custGeom>
              <a:avLst/>
              <a:gdLst>
                <a:gd name="T0" fmla="*/ 907 w 907"/>
                <a:gd name="T1" fmla="*/ 907 h 907"/>
                <a:gd name="T2" fmla="*/ 0 w 907"/>
                <a:gd name="T3" fmla="*/ 907 h 907"/>
                <a:gd name="T4" fmla="*/ 0 w 907"/>
                <a:gd name="T5" fmla="*/ 794 h 907"/>
                <a:gd name="T6" fmla="*/ 14 w 907"/>
                <a:gd name="T7" fmla="*/ 794 h 907"/>
                <a:gd name="T8" fmla="*/ 14 w 907"/>
                <a:gd name="T9" fmla="*/ 893 h 907"/>
                <a:gd name="T10" fmla="*/ 893 w 907"/>
                <a:gd name="T11" fmla="*/ 893 h 907"/>
                <a:gd name="T12" fmla="*/ 893 w 907"/>
                <a:gd name="T13" fmla="*/ 67 h 907"/>
                <a:gd name="T14" fmla="*/ 840 w 907"/>
                <a:gd name="T15" fmla="*/ 14 h 907"/>
                <a:gd name="T16" fmla="*/ 14 w 907"/>
                <a:gd name="T17" fmla="*/ 14 h 907"/>
                <a:gd name="T18" fmla="*/ 14 w 907"/>
                <a:gd name="T19" fmla="*/ 114 h 907"/>
                <a:gd name="T20" fmla="*/ 0 w 907"/>
                <a:gd name="T21" fmla="*/ 114 h 907"/>
                <a:gd name="T22" fmla="*/ 0 w 907"/>
                <a:gd name="T23" fmla="*/ 0 h 907"/>
                <a:gd name="T24" fmla="*/ 840 w 907"/>
                <a:gd name="T25" fmla="*/ 0 h 907"/>
                <a:gd name="T26" fmla="*/ 907 w 907"/>
                <a:gd name="T27" fmla="*/ 67 h 907"/>
                <a:gd name="T28" fmla="*/ 907 w 907"/>
                <a:gd name="T29" fmla="*/ 907 h 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07" h="907">
                  <a:moveTo>
                    <a:pt x="907" y="907"/>
                  </a:moveTo>
                  <a:cubicBezTo>
                    <a:pt x="0" y="907"/>
                    <a:pt x="0" y="907"/>
                    <a:pt x="0" y="907"/>
                  </a:cubicBezTo>
                  <a:cubicBezTo>
                    <a:pt x="0" y="794"/>
                    <a:pt x="0" y="794"/>
                    <a:pt x="0" y="794"/>
                  </a:cubicBezTo>
                  <a:cubicBezTo>
                    <a:pt x="14" y="794"/>
                    <a:pt x="14" y="794"/>
                    <a:pt x="14" y="794"/>
                  </a:cubicBezTo>
                  <a:cubicBezTo>
                    <a:pt x="14" y="893"/>
                    <a:pt x="14" y="893"/>
                    <a:pt x="14" y="893"/>
                  </a:cubicBezTo>
                  <a:cubicBezTo>
                    <a:pt x="893" y="893"/>
                    <a:pt x="893" y="893"/>
                    <a:pt x="893" y="893"/>
                  </a:cubicBezTo>
                  <a:cubicBezTo>
                    <a:pt x="893" y="67"/>
                    <a:pt x="893" y="67"/>
                    <a:pt x="893" y="67"/>
                  </a:cubicBezTo>
                  <a:cubicBezTo>
                    <a:pt x="893" y="38"/>
                    <a:pt x="869" y="14"/>
                    <a:pt x="840" y="14"/>
                  </a:cubicBezTo>
                  <a:cubicBezTo>
                    <a:pt x="14" y="14"/>
                    <a:pt x="14" y="14"/>
                    <a:pt x="14" y="14"/>
                  </a:cubicBezTo>
                  <a:cubicBezTo>
                    <a:pt x="14" y="114"/>
                    <a:pt x="14" y="114"/>
                    <a:pt x="14" y="114"/>
                  </a:cubicBezTo>
                  <a:cubicBezTo>
                    <a:pt x="0" y="114"/>
                    <a:pt x="0" y="114"/>
                    <a:pt x="0" y="114"/>
                  </a:cubicBezTo>
                  <a:cubicBezTo>
                    <a:pt x="0" y="0"/>
                    <a:pt x="0" y="0"/>
                    <a:pt x="0" y="0"/>
                  </a:cubicBezTo>
                  <a:cubicBezTo>
                    <a:pt x="840" y="0"/>
                    <a:pt x="840" y="0"/>
                    <a:pt x="840" y="0"/>
                  </a:cubicBezTo>
                  <a:cubicBezTo>
                    <a:pt x="877" y="0"/>
                    <a:pt x="907" y="30"/>
                    <a:pt x="907" y="67"/>
                  </a:cubicBezTo>
                  <a:lnTo>
                    <a:pt x="907" y="9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6"/>
            <p:cNvSpPr/>
            <p:nvPr userDrawn="1"/>
          </p:nvSpPr>
          <p:spPr bwMode="auto">
            <a:xfrm>
              <a:off x="-3298825" y="1912938"/>
              <a:ext cx="393700" cy="563562"/>
            </a:xfrm>
            <a:custGeom>
              <a:avLst/>
              <a:gdLst>
                <a:gd name="T0" fmla="*/ 102 w 105"/>
                <a:gd name="T1" fmla="*/ 15 h 150"/>
                <a:gd name="T2" fmla="*/ 62 w 105"/>
                <a:gd name="T3" fmla="*/ 15 h 150"/>
                <a:gd name="T4" fmla="*/ 62 w 105"/>
                <a:gd name="T5" fmla="*/ 146 h 150"/>
                <a:gd name="T6" fmla="*/ 58 w 105"/>
                <a:gd name="T7" fmla="*/ 150 h 150"/>
                <a:gd name="T8" fmla="*/ 47 w 105"/>
                <a:gd name="T9" fmla="*/ 150 h 150"/>
                <a:gd name="T10" fmla="*/ 44 w 105"/>
                <a:gd name="T11" fmla="*/ 146 h 150"/>
                <a:gd name="T12" fmla="*/ 44 w 105"/>
                <a:gd name="T13" fmla="*/ 15 h 150"/>
                <a:gd name="T14" fmla="*/ 4 w 105"/>
                <a:gd name="T15" fmla="*/ 15 h 150"/>
                <a:gd name="T16" fmla="*/ 0 w 105"/>
                <a:gd name="T17" fmla="*/ 12 h 150"/>
                <a:gd name="T18" fmla="*/ 0 w 105"/>
                <a:gd name="T19" fmla="*/ 3 h 150"/>
                <a:gd name="T20" fmla="*/ 4 w 105"/>
                <a:gd name="T21" fmla="*/ 0 h 150"/>
                <a:gd name="T22" fmla="*/ 102 w 105"/>
                <a:gd name="T23" fmla="*/ 0 h 150"/>
                <a:gd name="T24" fmla="*/ 105 w 105"/>
                <a:gd name="T25" fmla="*/ 3 h 150"/>
                <a:gd name="T26" fmla="*/ 105 w 105"/>
                <a:gd name="T27" fmla="*/ 12 h 150"/>
                <a:gd name="T28" fmla="*/ 102 w 105"/>
                <a:gd name="T29" fmla="*/ 1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5" h="150">
                  <a:moveTo>
                    <a:pt x="102" y="15"/>
                  </a:moveTo>
                  <a:cubicBezTo>
                    <a:pt x="62" y="15"/>
                    <a:pt x="62" y="15"/>
                    <a:pt x="62" y="15"/>
                  </a:cubicBezTo>
                  <a:cubicBezTo>
                    <a:pt x="62" y="146"/>
                    <a:pt x="62" y="146"/>
                    <a:pt x="62" y="146"/>
                  </a:cubicBezTo>
                  <a:cubicBezTo>
                    <a:pt x="62" y="148"/>
                    <a:pt x="61" y="150"/>
                    <a:pt x="58" y="150"/>
                  </a:cubicBezTo>
                  <a:cubicBezTo>
                    <a:pt x="47" y="150"/>
                    <a:pt x="47" y="150"/>
                    <a:pt x="47" y="150"/>
                  </a:cubicBezTo>
                  <a:cubicBezTo>
                    <a:pt x="45" y="150"/>
                    <a:pt x="44" y="148"/>
                    <a:pt x="44" y="146"/>
                  </a:cubicBezTo>
                  <a:cubicBezTo>
                    <a:pt x="44" y="15"/>
                    <a:pt x="44" y="15"/>
                    <a:pt x="44" y="15"/>
                  </a:cubicBezTo>
                  <a:cubicBezTo>
                    <a:pt x="4" y="15"/>
                    <a:pt x="4" y="15"/>
                    <a:pt x="4" y="15"/>
                  </a:cubicBezTo>
                  <a:cubicBezTo>
                    <a:pt x="2" y="15"/>
                    <a:pt x="0" y="14"/>
                    <a:pt x="0" y="12"/>
                  </a:cubicBezTo>
                  <a:cubicBezTo>
                    <a:pt x="0" y="3"/>
                    <a:pt x="0" y="3"/>
                    <a:pt x="0" y="3"/>
                  </a:cubicBezTo>
                  <a:cubicBezTo>
                    <a:pt x="0" y="1"/>
                    <a:pt x="2" y="0"/>
                    <a:pt x="4" y="0"/>
                  </a:cubicBezTo>
                  <a:cubicBezTo>
                    <a:pt x="102" y="0"/>
                    <a:pt x="102" y="0"/>
                    <a:pt x="102" y="0"/>
                  </a:cubicBezTo>
                  <a:cubicBezTo>
                    <a:pt x="104" y="0"/>
                    <a:pt x="105" y="1"/>
                    <a:pt x="105" y="3"/>
                  </a:cubicBezTo>
                  <a:cubicBezTo>
                    <a:pt x="105" y="12"/>
                    <a:pt x="105" y="12"/>
                    <a:pt x="105" y="12"/>
                  </a:cubicBezTo>
                  <a:cubicBezTo>
                    <a:pt x="105" y="14"/>
                    <a:pt x="104" y="15"/>
                    <a:pt x="102"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7"/>
            <p:cNvSpPr/>
            <p:nvPr userDrawn="1"/>
          </p:nvSpPr>
          <p:spPr bwMode="auto">
            <a:xfrm>
              <a:off x="-2825750" y="1905000"/>
              <a:ext cx="323850" cy="571500"/>
            </a:xfrm>
            <a:custGeom>
              <a:avLst/>
              <a:gdLst>
                <a:gd name="T0" fmla="*/ 82 w 86"/>
                <a:gd name="T1" fmla="*/ 152 h 152"/>
                <a:gd name="T2" fmla="*/ 72 w 86"/>
                <a:gd name="T3" fmla="*/ 152 h 152"/>
                <a:gd name="T4" fmla="*/ 68 w 86"/>
                <a:gd name="T5" fmla="*/ 148 h 152"/>
                <a:gd name="T6" fmla="*/ 68 w 86"/>
                <a:gd name="T7" fmla="*/ 81 h 152"/>
                <a:gd name="T8" fmla="*/ 46 w 86"/>
                <a:gd name="T9" fmla="*/ 55 h 152"/>
                <a:gd name="T10" fmla="*/ 18 w 86"/>
                <a:gd name="T11" fmla="*/ 61 h 152"/>
                <a:gd name="T12" fmla="*/ 18 w 86"/>
                <a:gd name="T13" fmla="*/ 148 h 152"/>
                <a:gd name="T14" fmla="*/ 14 w 86"/>
                <a:gd name="T15" fmla="*/ 152 h 152"/>
                <a:gd name="T16" fmla="*/ 4 w 86"/>
                <a:gd name="T17" fmla="*/ 152 h 152"/>
                <a:gd name="T18" fmla="*/ 0 w 86"/>
                <a:gd name="T19" fmla="*/ 148 h 152"/>
                <a:gd name="T20" fmla="*/ 0 w 86"/>
                <a:gd name="T21" fmla="*/ 4 h 152"/>
                <a:gd name="T22" fmla="*/ 4 w 86"/>
                <a:gd name="T23" fmla="*/ 0 h 152"/>
                <a:gd name="T24" fmla="*/ 14 w 86"/>
                <a:gd name="T25" fmla="*/ 0 h 152"/>
                <a:gd name="T26" fmla="*/ 18 w 86"/>
                <a:gd name="T27" fmla="*/ 4 h 152"/>
                <a:gd name="T28" fmla="*/ 18 w 86"/>
                <a:gd name="T29" fmla="*/ 46 h 152"/>
                <a:gd name="T30" fmla="*/ 49 w 86"/>
                <a:gd name="T31" fmla="*/ 39 h 152"/>
                <a:gd name="T32" fmla="*/ 86 w 86"/>
                <a:gd name="T33" fmla="*/ 81 h 152"/>
                <a:gd name="T34" fmla="*/ 86 w 86"/>
                <a:gd name="T35" fmla="*/ 148 h 152"/>
                <a:gd name="T36" fmla="*/ 82 w 86"/>
                <a:gd name="T37"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6" h="152">
                  <a:moveTo>
                    <a:pt x="82" y="152"/>
                  </a:moveTo>
                  <a:cubicBezTo>
                    <a:pt x="72" y="152"/>
                    <a:pt x="72" y="152"/>
                    <a:pt x="72" y="152"/>
                  </a:cubicBezTo>
                  <a:cubicBezTo>
                    <a:pt x="70" y="152"/>
                    <a:pt x="68" y="150"/>
                    <a:pt x="68" y="148"/>
                  </a:cubicBezTo>
                  <a:cubicBezTo>
                    <a:pt x="68" y="81"/>
                    <a:pt x="68" y="81"/>
                    <a:pt x="68" y="81"/>
                  </a:cubicBezTo>
                  <a:cubicBezTo>
                    <a:pt x="68" y="61"/>
                    <a:pt x="59" y="55"/>
                    <a:pt x="46" y="55"/>
                  </a:cubicBezTo>
                  <a:cubicBezTo>
                    <a:pt x="40" y="55"/>
                    <a:pt x="27" y="57"/>
                    <a:pt x="18" y="61"/>
                  </a:cubicBezTo>
                  <a:cubicBezTo>
                    <a:pt x="18" y="148"/>
                    <a:pt x="18" y="148"/>
                    <a:pt x="18" y="148"/>
                  </a:cubicBezTo>
                  <a:cubicBezTo>
                    <a:pt x="18" y="150"/>
                    <a:pt x="16" y="152"/>
                    <a:pt x="14" y="152"/>
                  </a:cubicBezTo>
                  <a:cubicBezTo>
                    <a:pt x="4" y="152"/>
                    <a:pt x="4" y="152"/>
                    <a:pt x="4" y="152"/>
                  </a:cubicBezTo>
                  <a:cubicBezTo>
                    <a:pt x="2" y="152"/>
                    <a:pt x="0" y="150"/>
                    <a:pt x="0" y="148"/>
                  </a:cubicBezTo>
                  <a:cubicBezTo>
                    <a:pt x="0" y="4"/>
                    <a:pt x="0" y="4"/>
                    <a:pt x="0" y="4"/>
                  </a:cubicBezTo>
                  <a:cubicBezTo>
                    <a:pt x="0" y="2"/>
                    <a:pt x="2" y="0"/>
                    <a:pt x="4" y="0"/>
                  </a:cubicBezTo>
                  <a:cubicBezTo>
                    <a:pt x="14" y="0"/>
                    <a:pt x="14" y="0"/>
                    <a:pt x="14" y="0"/>
                  </a:cubicBezTo>
                  <a:cubicBezTo>
                    <a:pt x="17" y="0"/>
                    <a:pt x="18" y="2"/>
                    <a:pt x="18" y="4"/>
                  </a:cubicBezTo>
                  <a:cubicBezTo>
                    <a:pt x="18" y="46"/>
                    <a:pt x="18" y="46"/>
                    <a:pt x="18" y="46"/>
                  </a:cubicBezTo>
                  <a:cubicBezTo>
                    <a:pt x="28" y="41"/>
                    <a:pt x="40" y="39"/>
                    <a:pt x="49" y="39"/>
                  </a:cubicBezTo>
                  <a:cubicBezTo>
                    <a:pt x="71" y="39"/>
                    <a:pt x="86" y="52"/>
                    <a:pt x="86" y="81"/>
                  </a:cubicBezTo>
                  <a:cubicBezTo>
                    <a:pt x="86" y="148"/>
                    <a:pt x="86" y="148"/>
                    <a:pt x="86" y="148"/>
                  </a:cubicBezTo>
                  <a:cubicBezTo>
                    <a:pt x="86" y="150"/>
                    <a:pt x="84" y="152"/>
                    <a:pt x="82" y="1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8"/>
            <p:cNvSpPr>
              <a:spLocks noEditPoints="1"/>
            </p:cNvSpPr>
            <p:nvPr userDrawn="1"/>
          </p:nvSpPr>
          <p:spPr bwMode="auto">
            <a:xfrm>
              <a:off x="-2413000" y="2051050"/>
              <a:ext cx="334963" cy="433387"/>
            </a:xfrm>
            <a:custGeom>
              <a:avLst/>
              <a:gdLst>
                <a:gd name="T0" fmla="*/ 85 w 89"/>
                <a:gd name="T1" fmla="*/ 63 h 115"/>
                <a:gd name="T2" fmla="*/ 17 w 89"/>
                <a:gd name="T3" fmla="*/ 63 h 115"/>
                <a:gd name="T4" fmla="*/ 17 w 89"/>
                <a:gd name="T5" fmla="*/ 66 h 115"/>
                <a:gd name="T6" fmla="*/ 46 w 89"/>
                <a:gd name="T7" fmla="*/ 99 h 115"/>
                <a:gd name="T8" fmla="*/ 82 w 89"/>
                <a:gd name="T9" fmla="*/ 97 h 115"/>
                <a:gd name="T10" fmla="*/ 83 w 89"/>
                <a:gd name="T11" fmla="*/ 97 h 115"/>
                <a:gd name="T12" fmla="*/ 86 w 89"/>
                <a:gd name="T13" fmla="*/ 100 h 115"/>
                <a:gd name="T14" fmla="*/ 86 w 89"/>
                <a:gd name="T15" fmla="*/ 106 h 115"/>
                <a:gd name="T16" fmla="*/ 82 w 89"/>
                <a:gd name="T17" fmla="*/ 111 h 115"/>
                <a:gd name="T18" fmla="*/ 46 w 89"/>
                <a:gd name="T19" fmla="*/ 115 h 115"/>
                <a:gd name="T20" fmla="*/ 0 w 89"/>
                <a:gd name="T21" fmla="*/ 66 h 115"/>
                <a:gd name="T22" fmla="*/ 0 w 89"/>
                <a:gd name="T23" fmla="*/ 48 h 115"/>
                <a:gd name="T24" fmla="*/ 45 w 89"/>
                <a:gd name="T25" fmla="*/ 0 h 115"/>
                <a:gd name="T26" fmla="*/ 89 w 89"/>
                <a:gd name="T27" fmla="*/ 48 h 115"/>
                <a:gd name="T28" fmla="*/ 89 w 89"/>
                <a:gd name="T29" fmla="*/ 59 h 115"/>
                <a:gd name="T30" fmla="*/ 85 w 89"/>
                <a:gd name="T31" fmla="*/ 63 h 115"/>
                <a:gd name="T32" fmla="*/ 71 w 89"/>
                <a:gd name="T33" fmla="*/ 48 h 115"/>
                <a:gd name="T34" fmla="*/ 45 w 89"/>
                <a:gd name="T35" fmla="*/ 16 h 115"/>
                <a:gd name="T36" fmla="*/ 17 w 89"/>
                <a:gd name="T37" fmla="*/ 48 h 115"/>
                <a:gd name="T38" fmla="*/ 17 w 89"/>
                <a:gd name="T39" fmla="*/ 50 h 115"/>
                <a:gd name="T40" fmla="*/ 71 w 89"/>
                <a:gd name="T41" fmla="*/ 50 h 115"/>
                <a:gd name="T42" fmla="*/ 71 w 89"/>
                <a:gd name="T43" fmla="*/ 48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9" h="115">
                  <a:moveTo>
                    <a:pt x="85" y="63"/>
                  </a:moveTo>
                  <a:cubicBezTo>
                    <a:pt x="17" y="63"/>
                    <a:pt x="17" y="63"/>
                    <a:pt x="17" y="63"/>
                  </a:cubicBezTo>
                  <a:cubicBezTo>
                    <a:pt x="17" y="66"/>
                    <a:pt x="17" y="66"/>
                    <a:pt x="17" y="66"/>
                  </a:cubicBezTo>
                  <a:cubicBezTo>
                    <a:pt x="17" y="90"/>
                    <a:pt x="27" y="99"/>
                    <a:pt x="46" y="99"/>
                  </a:cubicBezTo>
                  <a:cubicBezTo>
                    <a:pt x="57" y="99"/>
                    <a:pt x="72" y="98"/>
                    <a:pt x="82" y="97"/>
                  </a:cubicBezTo>
                  <a:cubicBezTo>
                    <a:pt x="82" y="97"/>
                    <a:pt x="82" y="97"/>
                    <a:pt x="83" y="97"/>
                  </a:cubicBezTo>
                  <a:cubicBezTo>
                    <a:pt x="84" y="97"/>
                    <a:pt x="86" y="98"/>
                    <a:pt x="86" y="100"/>
                  </a:cubicBezTo>
                  <a:cubicBezTo>
                    <a:pt x="86" y="106"/>
                    <a:pt x="86" y="106"/>
                    <a:pt x="86" y="106"/>
                  </a:cubicBezTo>
                  <a:cubicBezTo>
                    <a:pt x="86" y="109"/>
                    <a:pt x="85" y="111"/>
                    <a:pt x="82" y="111"/>
                  </a:cubicBezTo>
                  <a:cubicBezTo>
                    <a:pt x="70" y="113"/>
                    <a:pt x="59" y="115"/>
                    <a:pt x="46" y="115"/>
                  </a:cubicBezTo>
                  <a:cubicBezTo>
                    <a:pt x="22" y="115"/>
                    <a:pt x="0" y="104"/>
                    <a:pt x="0" y="66"/>
                  </a:cubicBezTo>
                  <a:cubicBezTo>
                    <a:pt x="0" y="48"/>
                    <a:pt x="0" y="48"/>
                    <a:pt x="0" y="48"/>
                  </a:cubicBezTo>
                  <a:cubicBezTo>
                    <a:pt x="0" y="19"/>
                    <a:pt x="16" y="0"/>
                    <a:pt x="45" y="0"/>
                  </a:cubicBezTo>
                  <a:cubicBezTo>
                    <a:pt x="74" y="0"/>
                    <a:pt x="89" y="19"/>
                    <a:pt x="89" y="48"/>
                  </a:cubicBezTo>
                  <a:cubicBezTo>
                    <a:pt x="89" y="59"/>
                    <a:pt x="89" y="59"/>
                    <a:pt x="89" y="59"/>
                  </a:cubicBezTo>
                  <a:cubicBezTo>
                    <a:pt x="89" y="61"/>
                    <a:pt x="88" y="63"/>
                    <a:pt x="85" y="63"/>
                  </a:cubicBezTo>
                  <a:close/>
                  <a:moveTo>
                    <a:pt x="71" y="48"/>
                  </a:moveTo>
                  <a:cubicBezTo>
                    <a:pt x="71" y="25"/>
                    <a:pt x="62" y="16"/>
                    <a:pt x="45" y="16"/>
                  </a:cubicBezTo>
                  <a:cubicBezTo>
                    <a:pt x="27" y="16"/>
                    <a:pt x="17" y="26"/>
                    <a:pt x="17" y="48"/>
                  </a:cubicBezTo>
                  <a:cubicBezTo>
                    <a:pt x="17" y="50"/>
                    <a:pt x="17" y="50"/>
                    <a:pt x="17" y="50"/>
                  </a:cubicBezTo>
                  <a:cubicBezTo>
                    <a:pt x="71" y="50"/>
                    <a:pt x="71" y="50"/>
                    <a:pt x="71" y="50"/>
                  </a:cubicBezTo>
                  <a:lnTo>
                    <a:pt x="71" y="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9"/>
            <p:cNvSpPr/>
            <p:nvPr userDrawn="1"/>
          </p:nvSpPr>
          <p:spPr bwMode="auto">
            <a:xfrm>
              <a:off x="-1789112" y="1912938"/>
              <a:ext cx="458788" cy="563562"/>
            </a:xfrm>
            <a:custGeom>
              <a:avLst/>
              <a:gdLst>
                <a:gd name="T0" fmla="*/ 118 w 122"/>
                <a:gd name="T1" fmla="*/ 150 h 150"/>
                <a:gd name="T2" fmla="*/ 108 w 122"/>
                <a:gd name="T3" fmla="*/ 150 h 150"/>
                <a:gd name="T4" fmla="*/ 104 w 122"/>
                <a:gd name="T5" fmla="*/ 146 h 150"/>
                <a:gd name="T6" fmla="*/ 104 w 122"/>
                <a:gd name="T7" fmla="*/ 26 h 150"/>
                <a:gd name="T8" fmla="*/ 104 w 122"/>
                <a:gd name="T9" fmla="*/ 25 h 150"/>
                <a:gd name="T10" fmla="*/ 104 w 122"/>
                <a:gd name="T11" fmla="*/ 26 h 150"/>
                <a:gd name="T12" fmla="*/ 75 w 122"/>
                <a:gd name="T13" fmla="*/ 86 h 150"/>
                <a:gd name="T14" fmla="*/ 66 w 122"/>
                <a:gd name="T15" fmla="*/ 92 h 150"/>
                <a:gd name="T16" fmla="*/ 56 w 122"/>
                <a:gd name="T17" fmla="*/ 92 h 150"/>
                <a:gd name="T18" fmla="*/ 47 w 122"/>
                <a:gd name="T19" fmla="*/ 86 h 150"/>
                <a:gd name="T20" fmla="*/ 18 w 122"/>
                <a:gd name="T21" fmla="*/ 26 h 150"/>
                <a:gd name="T22" fmla="*/ 18 w 122"/>
                <a:gd name="T23" fmla="*/ 25 h 150"/>
                <a:gd name="T24" fmla="*/ 18 w 122"/>
                <a:gd name="T25" fmla="*/ 26 h 150"/>
                <a:gd name="T26" fmla="*/ 18 w 122"/>
                <a:gd name="T27" fmla="*/ 146 h 150"/>
                <a:gd name="T28" fmla="*/ 14 w 122"/>
                <a:gd name="T29" fmla="*/ 150 h 150"/>
                <a:gd name="T30" fmla="*/ 4 w 122"/>
                <a:gd name="T31" fmla="*/ 150 h 150"/>
                <a:gd name="T32" fmla="*/ 0 w 122"/>
                <a:gd name="T33" fmla="*/ 146 h 150"/>
                <a:gd name="T34" fmla="*/ 0 w 122"/>
                <a:gd name="T35" fmla="*/ 5 h 150"/>
                <a:gd name="T36" fmla="*/ 5 w 122"/>
                <a:gd name="T37" fmla="*/ 0 h 150"/>
                <a:gd name="T38" fmla="*/ 19 w 122"/>
                <a:gd name="T39" fmla="*/ 0 h 150"/>
                <a:gd name="T40" fmla="*/ 25 w 122"/>
                <a:gd name="T41" fmla="*/ 3 h 150"/>
                <a:gd name="T42" fmla="*/ 59 w 122"/>
                <a:gd name="T43" fmla="*/ 73 h 150"/>
                <a:gd name="T44" fmla="*/ 61 w 122"/>
                <a:gd name="T45" fmla="*/ 75 h 150"/>
                <a:gd name="T46" fmla="*/ 63 w 122"/>
                <a:gd name="T47" fmla="*/ 73 h 150"/>
                <a:gd name="T48" fmla="*/ 97 w 122"/>
                <a:gd name="T49" fmla="*/ 3 h 150"/>
                <a:gd name="T50" fmla="*/ 103 w 122"/>
                <a:gd name="T51" fmla="*/ 0 h 150"/>
                <a:gd name="T52" fmla="*/ 116 w 122"/>
                <a:gd name="T53" fmla="*/ 0 h 150"/>
                <a:gd name="T54" fmla="*/ 122 w 122"/>
                <a:gd name="T55" fmla="*/ 5 h 150"/>
                <a:gd name="T56" fmla="*/ 122 w 122"/>
                <a:gd name="T57" fmla="*/ 146 h 150"/>
                <a:gd name="T58" fmla="*/ 118 w 122"/>
                <a:gd name="T59"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2" h="150">
                  <a:moveTo>
                    <a:pt x="118" y="150"/>
                  </a:moveTo>
                  <a:cubicBezTo>
                    <a:pt x="108" y="150"/>
                    <a:pt x="108" y="150"/>
                    <a:pt x="108" y="150"/>
                  </a:cubicBezTo>
                  <a:cubicBezTo>
                    <a:pt x="106" y="150"/>
                    <a:pt x="104" y="148"/>
                    <a:pt x="104" y="146"/>
                  </a:cubicBezTo>
                  <a:cubicBezTo>
                    <a:pt x="104" y="26"/>
                    <a:pt x="104" y="26"/>
                    <a:pt x="104" y="26"/>
                  </a:cubicBezTo>
                  <a:cubicBezTo>
                    <a:pt x="104" y="26"/>
                    <a:pt x="104" y="25"/>
                    <a:pt x="104" y="25"/>
                  </a:cubicBezTo>
                  <a:cubicBezTo>
                    <a:pt x="104" y="25"/>
                    <a:pt x="104" y="25"/>
                    <a:pt x="104" y="26"/>
                  </a:cubicBezTo>
                  <a:cubicBezTo>
                    <a:pt x="75" y="86"/>
                    <a:pt x="75" y="86"/>
                    <a:pt x="75" y="86"/>
                  </a:cubicBezTo>
                  <a:cubicBezTo>
                    <a:pt x="73" y="90"/>
                    <a:pt x="71" y="92"/>
                    <a:pt x="66" y="92"/>
                  </a:cubicBezTo>
                  <a:cubicBezTo>
                    <a:pt x="56" y="92"/>
                    <a:pt x="56" y="92"/>
                    <a:pt x="56" y="92"/>
                  </a:cubicBezTo>
                  <a:cubicBezTo>
                    <a:pt x="51" y="92"/>
                    <a:pt x="49" y="90"/>
                    <a:pt x="47" y="86"/>
                  </a:cubicBezTo>
                  <a:cubicBezTo>
                    <a:pt x="18" y="26"/>
                    <a:pt x="18" y="26"/>
                    <a:pt x="18" y="26"/>
                  </a:cubicBezTo>
                  <a:cubicBezTo>
                    <a:pt x="18" y="25"/>
                    <a:pt x="18" y="25"/>
                    <a:pt x="18" y="25"/>
                  </a:cubicBezTo>
                  <a:cubicBezTo>
                    <a:pt x="18" y="25"/>
                    <a:pt x="18" y="26"/>
                    <a:pt x="18" y="26"/>
                  </a:cubicBezTo>
                  <a:cubicBezTo>
                    <a:pt x="18" y="146"/>
                    <a:pt x="18" y="146"/>
                    <a:pt x="18" y="146"/>
                  </a:cubicBezTo>
                  <a:cubicBezTo>
                    <a:pt x="18" y="148"/>
                    <a:pt x="16" y="150"/>
                    <a:pt x="14" y="150"/>
                  </a:cubicBezTo>
                  <a:cubicBezTo>
                    <a:pt x="4" y="150"/>
                    <a:pt x="4" y="150"/>
                    <a:pt x="4" y="150"/>
                  </a:cubicBezTo>
                  <a:cubicBezTo>
                    <a:pt x="1" y="150"/>
                    <a:pt x="0" y="148"/>
                    <a:pt x="0" y="146"/>
                  </a:cubicBezTo>
                  <a:cubicBezTo>
                    <a:pt x="0" y="5"/>
                    <a:pt x="0" y="5"/>
                    <a:pt x="0" y="5"/>
                  </a:cubicBezTo>
                  <a:cubicBezTo>
                    <a:pt x="0" y="2"/>
                    <a:pt x="2" y="0"/>
                    <a:pt x="5" y="0"/>
                  </a:cubicBezTo>
                  <a:cubicBezTo>
                    <a:pt x="19" y="0"/>
                    <a:pt x="19" y="0"/>
                    <a:pt x="19" y="0"/>
                  </a:cubicBezTo>
                  <a:cubicBezTo>
                    <a:pt x="22" y="0"/>
                    <a:pt x="24" y="0"/>
                    <a:pt x="25" y="3"/>
                  </a:cubicBezTo>
                  <a:cubicBezTo>
                    <a:pt x="59" y="73"/>
                    <a:pt x="59" y="73"/>
                    <a:pt x="59" y="73"/>
                  </a:cubicBezTo>
                  <a:cubicBezTo>
                    <a:pt x="59" y="74"/>
                    <a:pt x="60" y="75"/>
                    <a:pt x="61" y="75"/>
                  </a:cubicBezTo>
                  <a:cubicBezTo>
                    <a:pt x="62" y="75"/>
                    <a:pt x="63" y="74"/>
                    <a:pt x="63" y="73"/>
                  </a:cubicBezTo>
                  <a:cubicBezTo>
                    <a:pt x="97" y="3"/>
                    <a:pt x="97" y="3"/>
                    <a:pt x="97" y="3"/>
                  </a:cubicBezTo>
                  <a:cubicBezTo>
                    <a:pt x="98" y="0"/>
                    <a:pt x="100" y="0"/>
                    <a:pt x="103" y="0"/>
                  </a:cubicBezTo>
                  <a:cubicBezTo>
                    <a:pt x="116" y="0"/>
                    <a:pt x="116" y="0"/>
                    <a:pt x="116" y="0"/>
                  </a:cubicBezTo>
                  <a:cubicBezTo>
                    <a:pt x="120" y="0"/>
                    <a:pt x="122" y="2"/>
                    <a:pt x="122" y="5"/>
                  </a:cubicBezTo>
                  <a:cubicBezTo>
                    <a:pt x="122" y="146"/>
                    <a:pt x="122" y="146"/>
                    <a:pt x="122" y="146"/>
                  </a:cubicBezTo>
                  <a:cubicBezTo>
                    <a:pt x="122" y="148"/>
                    <a:pt x="121" y="150"/>
                    <a:pt x="118" y="1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0"/>
            <p:cNvSpPr>
              <a:spLocks noEditPoints="1"/>
            </p:cNvSpPr>
            <p:nvPr userDrawn="1"/>
          </p:nvSpPr>
          <p:spPr bwMode="auto">
            <a:xfrm>
              <a:off x="-1231900" y="2051050"/>
              <a:ext cx="304800" cy="433387"/>
            </a:xfrm>
            <a:custGeom>
              <a:avLst/>
              <a:gdLst>
                <a:gd name="T0" fmla="*/ 77 w 81"/>
                <a:gd name="T1" fmla="*/ 113 h 115"/>
                <a:gd name="T2" fmla="*/ 68 w 81"/>
                <a:gd name="T3" fmla="*/ 113 h 115"/>
                <a:gd name="T4" fmla="*/ 64 w 81"/>
                <a:gd name="T5" fmla="*/ 109 h 115"/>
                <a:gd name="T6" fmla="*/ 64 w 81"/>
                <a:gd name="T7" fmla="*/ 105 h 115"/>
                <a:gd name="T8" fmla="*/ 33 w 81"/>
                <a:gd name="T9" fmla="*/ 115 h 115"/>
                <a:gd name="T10" fmla="*/ 0 w 81"/>
                <a:gd name="T11" fmla="*/ 82 h 115"/>
                <a:gd name="T12" fmla="*/ 0 w 81"/>
                <a:gd name="T13" fmla="*/ 79 h 115"/>
                <a:gd name="T14" fmla="*/ 49 w 81"/>
                <a:gd name="T15" fmla="*/ 47 h 115"/>
                <a:gd name="T16" fmla="*/ 64 w 81"/>
                <a:gd name="T17" fmla="*/ 47 h 115"/>
                <a:gd name="T18" fmla="*/ 64 w 81"/>
                <a:gd name="T19" fmla="*/ 38 h 115"/>
                <a:gd name="T20" fmla="*/ 42 w 81"/>
                <a:gd name="T21" fmla="*/ 16 h 115"/>
                <a:gd name="T22" fmla="*/ 11 w 81"/>
                <a:gd name="T23" fmla="*/ 17 h 115"/>
                <a:gd name="T24" fmla="*/ 10 w 81"/>
                <a:gd name="T25" fmla="*/ 17 h 115"/>
                <a:gd name="T26" fmla="*/ 6 w 81"/>
                <a:gd name="T27" fmla="*/ 14 h 115"/>
                <a:gd name="T28" fmla="*/ 6 w 81"/>
                <a:gd name="T29" fmla="*/ 7 h 115"/>
                <a:gd name="T30" fmla="*/ 10 w 81"/>
                <a:gd name="T31" fmla="*/ 3 h 115"/>
                <a:gd name="T32" fmla="*/ 42 w 81"/>
                <a:gd name="T33" fmla="*/ 0 h 115"/>
                <a:gd name="T34" fmla="*/ 81 w 81"/>
                <a:gd name="T35" fmla="*/ 38 h 115"/>
                <a:gd name="T36" fmla="*/ 81 w 81"/>
                <a:gd name="T37" fmla="*/ 109 h 115"/>
                <a:gd name="T38" fmla="*/ 77 w 81"/>
                <a:gd name="T39" fmla="*/ 113 h 115"/>
                <a:gd name="T40" fmla="*/ 64 w 81"/>
                <a:gd name="T41" fmla="*/ 59 h 115"/>
                <a:gd name="T42" fmla="*/ 49 w 81"/>
                <a:gd name="T43" fmla="*/ 59 h 115"/>
                <a:gd name="T44" fmla="*/ 18 w 81"/>
                <a:gd name="T45" fmla="*/ 79 h 115"/>
                <a:gd name="T46" fmla="*/ 18 w 81"/>
                <a:gd name="T47" fmla="*/ 82 h 115"/>
                <a:gd name="T48" fmla="*/ 36 w 81"/>
                <a:gd name="T49" fmla="*/ 100 h 115"/>
                <a:gd name="T50" fmla="*/ 64 w 81"/>
                <a:gd name="T51" fmla="*/ 92 h 115"/>
                <a:gd name="T52" fmla="*/ 64 w 81"/>
                <a:gd name="T53" fmla="*/ 59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115">
                  <a:moveTo>
                    <a:pt x="77" y="113"/>
                  </a:moveTo>
                  <a:cubicBezTo>
                    <a:pt x="68" y="113"/>
                    <a:pt x="68" y="113"/>
                    <a:pt x="68" y="113"/>
                  </a:cubicBezTo>
                  <a:cubicBezTo>
                    <a:pt x="66" y="113"/>
                    <a:pt x="64" y="111"/>
                    <a:pt x="64" y="109"/>
                  </a:cubicBezTo>
                  <a:cubicBezTo>
                    <a:pt x="64" y="105"/>
                    <a:pt x="64" y="105"/>
                    <a:pt x="64" y="105"/>
                  </a:cubicBezTo>
                  <a:cubicBezTo>
                    <a:pt x="54" y="110"/>
                    <a:pt x="44" y="115"/>
                    <a:pt x="33" y="115"/>
                  </a:cubicBezTo>
                  <a:cubicBezTo>
                    <a:pt x="15" y="115"/>
                    <a:pt x="0" y="107"/>
                    <a:pt x="0" y="82"/>
                  </a:cubicBezTo>
                  <a:cubicBezTo>
                    <a:pt x="0" y="79"/>
                    <a:pt x="0" y="79"/>
                    <a:pt x="0" y="79"/>
                  </a:cubicBezTo>
                  <a:cubicBezTo>
                    <a:pt x="0" y="57"/>
                    <a:pt x="12" y="47"/>
                    <a:pt x="49" y="47"/>
                  </a:cubicBezTo>
                  <a:cubicBezTo>
                    <a:pt x="64" y="47"/>
                    <a:pt x="64" y="47"/>
                    <a:pt x="64" y="47"/>
                  </a:cubicBezTo>
                  <a:cubicBezTo>
                    <a:pt x="64" y="38"/>
                    <a:pt x="64" y="38"/>
                    <a:pt x="64" y="38"/>
                  </a:cubicBezTo>
                  <a:cubicBezTo>
                    <a:pt x="64" y="21"/>
                    <a:pt x="58" y="16"/>
                    <a:pt x="42" y="16"/>
                  </a:cubicBezTo>
                  <a:cubicBezTo>
                    <a:pt x="29" y="16"/>
                    <a:pt x="19" y="16"/>
                    <a:pt x="11" y="17"/>
                  </a:cubicBezTo>
                  <a:cubicBezTo>
                    <a:pt x="10" y="17"/>
                    <a:pt x="10" y="17"/>
                    <a:pt x="10" y="17"/>
                  </a:cubicBezTo>
                  <a:cubicBezTo>
                    <a:pt x="8" y="17"/>
                    <a:pt x="6" y="17"/>
                    <a:pt x="6" y="14"/>
                  </a:cubicBezTo>
                  <a:cubicBezTo>
                    <a:pt x="6" y="7"/>
                    <a:pt x="6" y="7"/>
                    <a:pt x="6" y="7"/>
                  </a:cubicBezTo>
                  <a:cubicBezTo>
                    <a:pt x="6" y="5"/>
                    <a:pt x="8" y="3"/>
                    <a:pt x="10" y="3"/>
                  </a:cubicBezTo>
                  <a:cubicBezTo>
                    <a:pt x="19" y="2"/>
                    <a:pt x="28" y="0"/>
                    <a:pt x="42" y="0"/>
                  </a:cubicBezTo>
                  <a:cubicBezTo>
                    <a:pt x="70" y="0"/>
                    <a:pt x="81" y="14"/>
                    <a:pt x="81" y="38"/>
                  </a:cubicBezTo>
                  <a:cubicBezTo>
                    <a:pt x="81" y="109"/>
                    <a:pt x="81" y="109"/>
                    <a:pt x="81" y="109"/>
                  </a:cubicBezTo>
                  <a:cubicBezTo>
                    <a:pt x="81" y="111"/>
                    <a:pt x="80" y="113"/>
                    <a:pt x="77" y="113"/>
                  </a:cubicBezTo>
                  <a:close/>
                  <a:moveTo>
                    <a:pt x="64" y="59"/>
                  </a:moveTo>
                  <a:cubicBezTo>
                    <a:pt x="49" y="59"/>
                    <a:pt x="49" y="59"/>
                    <a:pt x="49" y="59"/>
                  </a:cubicBezTo>
                  <a:cubicBezTo>
                    <a:pt x="24" y="59"/>
                    <a:pt x="18" y="65"/>
                    <a:pt x="18" y="79"/>
                  </a:cubicBezTo>
                  <a:cubicBezTo>
                    <a:pt x="18" y="82"/>
                    <a:pt x="18" y="82"/>
                    <a:pt x="18" y="82"/>
                  </a:cubicBezTo>
                  <a:cubicBezTo>
                    <a:pt x="18" y="96"/>
                    <a:pt x="24" y="100"/>
                    <a:pt x="36" y="100"/>
                  </a:cubicBezTo>
                  <a:cubicBezTo>
                    <a:pt x="45" y="100"/>
                    <a:pt x="54" y="97"/>
                    <a:pt x="64" y="92"/>
                  </a:cubicBezTo>
                  <a:lnTo>
                    <a:pt x="64" y="5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11"/>
            <p:cNvSpPr>
              <a:spLocks noEditPoints="1"/>
            </p:cNvSpPr>
            <p:nvPr userDrawn="1"/>
          </p:nvSpPr>
          <p:spPr bwMode="auto">
            <a:xfrm>
              <a:off x="-833437" y="2058988"/>
              <a:ext cx="357188" cy="571500"/>
            </a:xfrm>
            <a:custGeom>
              <a:avLst/>
              <a:gdLst>
                <a:gd name="T0" fmla="*/ 91 w 95"/>
                <a:gd name="T1" fmla="*/ 13 h 152"/>
                <a:gd name="T2" fmla="*/ 84 w 95"/>
                <a:gd name="T3" fmla="*/ 15 h 152"/>
                <a:gd name="T4" fmla="*/ 91 w 95"/>
                <a:gd name="T5" fmla="*/ 36 h 152"/>
                <a:gd name="T6" fmla="*/ 91 w 95"/>
                <a:gd name="T7" fmla="*/ 37 h 152"/>
                <a:gd name="T8" fmla="*/ 46 w 95"/>
                <a:gd name="T9" fmla="*/ 72 h 152"/>
                <a:gd name="T10" fmla="*/ 23 w 95"/>
                <a:gd name="T11" fmla="*/ 68 h 152"/>
                <a:gd name="T12" fmla="*/ 18 w 95"/>
                <a:gd name="T13" fmla="*/ 75 h 152"/>
                <a:gd name="T14" fmla="*/ 24 w 95"/>
                <a:gd name="T15" fmla="*/ 81 h 152"/>
                <a:gd name="T16" fmla="*/ 54 w 95"/>
                <a:gd name="T17" fmla="*/ 89 h 152"/>
                <a:gd name="T18" fmla="*/ 93 w 95"/>
                <a:gd name="T19" fmla="*/ 119 h 152"/>
                <a:gd name="T20" fmla="*/ 93 w 95"/>
                <a:gd name="T21" fmla="*/ 120 h 152"/>
                <a:gd name="T22" fmla="*/ 47 w 95"/>
                <a:gd name="T23" fmla="*/ 152 h 152"/>
                <a:gd name="T24" fmla="*/ 0 w 95"/>
                <a:gd name="T25" fmla="*/ 119 h 152"/>
                <a:gd name="T26" fmla="*/ 0 w 95"/>
                <a:gd name="T27" fmla="*/ 118 h 152"/>
                <a:gd name="T28" fmla="*/ 13 w 95"/>
                <a:gd name="T29" fmla="*/ 92 h 152"/>
                <a:gd name="T30" fmla="*/ 11 w 95"/>
                <a:gd name="T31" fmla="*/ 91 h 152"/>
                <a:gd name="T32" fmla="*/ 2 w 95"/>
                <a:gd name="T33" fmla="*/ 76 h 152"/>
                <a:gd name="T34" fmla="*/ 2 w 95"/>
                <a:gd name="T35" fmla="*/ 75 h 152"/>
                <a:gd name="T36" fmla="*/ 10 w 95"/>
                <a:gd name="T37" fmla="*/ 61 h 152"/>
                <a:gd name="T38" fmla="*/ 1 w 95"/>
                <a:gd name="T39" fmla="*/ 37 h 152"/>
                <a:gd name="T40" fmla="*/ 1 w 95"/>
                <a:gd name="T41" fmla="*/ 36 h 152"/>
                <a:gd name="T42" fmla="*/ 46 w 95"/>
                <a:gd name="T43" fmla="*/ 0 h 152"/>
                <a:gd name="T44" fmla="*/ 90 w 95"/>
                <a:gd name="T45" fmla="*/ 0 h 152"/>
                <a:gd name="T46" fmla="*/ 95 w 95"/>
                <a:gd name="T47" fmla="*/ 4 h 152"/>
                <a:gd name="T48" fmla="*/ 95 w 95"/>
                <a:gd name="T49" fmla="*/ 9 h 152"/>
                <a:gd name="T50" fmla="*/ 91 w 95"/>
                <a:gd name="T51" fmla="*/ 13 h 152"/>
                <a:gd name="T52" fmla="*/ 75 w 95"/>
                <a:gd name="T53" fmla="*/ 119 h 152"/>
                <a:gd name="T54" fmla="*/ 50 w 95"/>
                <a:gd name="T55" fmla="*/ 103 h 152"/>
                <a:gd name="T56" fmla="*/ 27 w 95"/>
                <a:gd name="T57" fmla="*/ 97 h 152"/>
                <a:gd name="T58" fmla="*/ 18 w 95"/>
                <a:gd name="T59" fmla="*/ 118 h 152"/>
                <a:gd name="T60" fmla="*/ 18 w 95"/>
                <a:gd name="T61" fmla="*/ 119 h 152"/>
                <a:gd name="T62" fmla="*/ 47 w 95"/>
                <a:gd name="T63" fmla="*/ 138 h 152"/>
                <a:gd name="T64" fmla="*/ 75 w 95"/>
                <a:gd name="T65" fmla="*/ 120 h 152"/>
                <a:gd name="T66" fmla="*/ 75 w 95"/>
                <a:gd name="T67" fmla="*/ 119 h 152"/>
                <a:gd name="T68" fmla="*/ 73 w 95"/>
                <a:gd name="T69" fmla="*/ 36 h 152"/>
                <a:gd name="T70" fmla="*/ 46 w 95"/>
                <a:gd name="T71" fmla="*/ 14 h 152"/>
                <a:gd name="T72" fmla="*/ 19 w 95"/>
                <a:gd name="T73" fmla="*/ 36 h 152"/>
                <a:gd name="T74" fmla="*/ 19 w 95"/>
                <a:gd name="T75" fmla="*/ 37 h 152"/>
                <a:gd name="T76" fmla="*/ 46 w 95"/>
                <a:gd name="T77" fmla="*/ 58 h 152"/>
                <a:gd name="T78" fmla="*/ 73 w 95"/>
                <a:gd name="T79" fmla="*/ 37 h 152"/>
                <a:gd name="T80" fmla="*/ 73 w 95"/>
                <a:gd name="T81" fmla="*/ 3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5" h="152">
                  <a:moveTo>
                    <a:pt x="91" y="13"/>
                  </a:moveTo>
                  <a:cubicBezTo>
                    <a:pt x="84" y="15"/>
                    <a:pt x="84" y="15"/>
                    <a:pt x="84" y="15"/>
                  </a:cubicBezTo>
                  <a:cubicBezTo>
                    <a:pt x="88" y="19"/>
                    <a:pt x="91" y="25"/>
                    <a:pt x="91" y="36"/>
                  </a:cubicBezTo>
                  <a:cubicBezTo>
                    <a:pt x="91" y="37"/>
                    <a:pt x="91" y="37"/>
                    <a:pt x="91" y="37"/>
                  </a:cubicBezTo>
                  <a:cubicBezTo>
                    <a:pt x="91" y="60"/>
                    <a:pt x="77" y="72"/>
                    <a:pt x="46" y="72"/>
                  </a:cubicBezTo>
                  <a:cubicBezTo>
                    <a:pt x="35" y="72"/>
                    <a:pt x="28" y="70"/>
                    <a:pt x="23" y="68"/>
                  </a:cubicBezTo>
                  <a:cubicBezTo>
                    <a:pt x="19" y="69"/>
                    <a:pt x="18" y="72"/>
                    <a:pt x="18" y="75"/>
                  </a:cubicBezTo>
                  <a:cubicBezTo>
                    <a:pt x="18" y="78"/>
                    <a:pt x="19" y="80"/>
                    <a:pt x="24" y="81"/>
                  </a:cubicBezTo>
                  <a:cubicBezTo>
                    <a:pt x="54" y="89"/>
                    <a:pt x="54" y="89"/>
                    <a:pt x="54" y="89"/>
                  </a:cubicBezTo>
                  <a:cubicBezTo>
                    <a:pt x="74" y="94"/>
                    <a:pt x="93" y="100"/>
                    <a:pt x="93" y="119"/>
                  </a:cubicBezTo>
                  <a:cubicBezTo>
                    <a:pt x="93" y="120"/>
                    <a:pt x="93" y="120"/>
                    <a:pt x="93" y="120"/>
                  </a:cubicBezTo>
                  <a:cubicBezTo>
                    <a:pt x="93" y="140"/>
                    <a:pt x="80" y="152"/>
                    <a:pt x="47" y="152"/>
                  </a:cubicBezTo>
                  <a:cubicBezTo>
                    <a:pt x="15" y="152"/>
                    <a:pt x="0" y="139"/>
                    <a:pt x="0" y="119"/>
                  </a:cubicBezTo>
                  <a:cubicBezTo>
                    <a:pt x="0" y="118"/>
                    <a:pt x="0" y="118"/>
                    <a:pt x="0" y="118"/>
                  </a:cubicBezTo>
                  <a:cubicBezTo>
                    <a:pt x="0" y="106"/>
                    <a:pt x="6" y="97"/>
                    <a:pt x="13" y="92"/>
                  </a:cubicBezTo>
                  <a:cubicBezTo>
                    <a:pt x="11" y="91"/>
                    <a:pt x="11" y="91"/>
                    <a:pt x="11" y="91"/>
                  </a:cubicBezTo>
                  <a:cubicBezTo>
                    <a:pt x="5" y="88"/>
                    <a:pt x="2" y="82"/>
                    <a:pt x="2" y="76"/>
                  </a:cubicBezTo>
                  <a:cubicBezTo>
                    <a:pt x="2" y="75"/>
                    <a:pt x="2" y="75"/>
                    <a:pt x="2" y="75"/>
                  </a:cubicBezTo>
                  <a:cubicBezTo>
                    <a:pt x="2" y="70"/>
                    <a:pt x="5" y="64"/>
                    <a:pt x="10" y="61"/>
                  </a:cubicBezTo>
                  <a:cubicBezTo>
                    <a:pt x="4" y="55"/>
                    <a:pt x="1" y="48"/>
                    <a:pt x="1" y="37"/>
                  </a:cubicBezTo>
                  <a:cubicBezTo>
                    <a:pt x="1" y="36"/>
                    <a:pt x="1" y="36"/>
                    <a:pt x="1" y="36"/>
                  </a:cubicBezTo>
                  <a:cubicBezTo>
                    <a:pt x="1" y="18"/>
                    <a:pt x="11" y="0"/>
                    <a:pt x="46" y="0"/>
                  </a:cubicBezTo>
                  <a:cubicBezTo>
                    <a:pt x="90" y="0"/>
                    <a:pt x="90" y="0"/>
                    <a:pt x="90" y="0"/>
                  </a:cubicBezTo>
                  <a:cubicBezTo>
                    <a:pt x="93" y="0"/>
                    <a:pt x="95" y="2"/>
                    <a:pt x="95" y="4"/>
                  </a:cubicBezTo>
                  <a:cubicBezTo>
                    <a:pt x="95" y="9"/>
                    <a:pt x="95" y="9"/>
                    <a:pt x="95" y="9"/>
                  </a:cubicBezTo>
                  <a:cubicBezTo>
                    <a:pt x="95" y="12"/>
                    <a:pt x="94" y="13"/>
                    <a:pt x="91" y="13"/>
                  </a:cubicBezTo>
                  <a:close/>
                  <a:moveTo>
                    <a:pt x="75" y="119"/>
                  </a:moveTo>
                  <a:cubicBezTo>
                    <a:pt x="75" y="111"/>
                    <a:pt x="69" y="108"/>
                    <a:pt x="50" y="103"/>
                  </a:cubicBezTo>
                  <a:cubicBezTo>
                    <a:pt x="27" y="97"/>
                    <a:pt x="27" y="97"/>
                    <a:pt x="27" y="97"/>
                  </a:cubicBezTo>
                  <a:cubicBezTo>
                    <a:pt x="22" y="102"/>
                    <a:pt x="18" y="107"/>
                    <a:pt x="18" y="118"/>
                  </a:cubicBezTo>
                  <a:cubicBezTo>
                    <a:pt x="18" y="119"/>
                    <a:pt x="18" y="119"/>
                    <a:pt x="18" y="119"/>
                  </a:cubicBezTo>
                  <a:cubicBezTo>
                    <a:pt x="18" y="131"/>
                    <a:pt x="24" y="138"/>
                    <a:pt x="47" y="138"/>
                  </a:cubicBezTo>
                  <a:cubicBezTo>
                    <a:pt x="70" y="138"/>
                    <a:pt x="75" y="131"/>
                    <a:pt x="75" y="120"/>
                  </a:cubicBezTo>
                  <a:lnTo>
                    <a:pt x="75" y="119"/>
                  </a:lnTo>
                  <a:close/>
                  <a:moveTo>
                    <a:pt x="73" y="36"/>
                  </a:moveTo>
                  <a:cubicBezTo>
                    <a:pt x="73" y="23"/>
                    <a:pt x="68" y="14"/>
                    <a:pt x="46" y="14"/>
                  </a:cubicBezTo>
                  <a:cubicBezTo>
                    <a:pt x="23" y="14"/>
                    <a:pt x="19" y="24"/>
                    <a:pt x="19" y="36"/>
                  </a:cubicBezTo>
                  <a:cubicBezTo>
                    <a:pt x="19" y="37"/>
                    <a:pt x="19" y="37"/>
                    <a:pt x="19" y="37"/>
                  </a:cubicBezTo>
                  <a:cubicBezTo>
                    <a:pt x="19" y="46"/>
                    <a:pt x="23" y="58"/>
                    <a:pt x="46" y="58"/>
                  </a:cubicBezTo>
                  <a:cubicBezTo>
                    <a:pt x="68" y="58"/>
                    <a:pt x="73" y="49"/>
                    <a:pt x="73" y="37"/>
                  </a:cubicBezTo>
                  <a:lnTo>
                    <a:pt x="73"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2"/>
            <p:cNvSpPr>
              <a:spLocks noEditPoints="1"/>
            </p:cNvSpPr>
            <p:nvPr userDrawn="1"/>
          </p:nvSpPr>
          <p:spPr bwMode="auto">
            <a:xfrm>
              <a:off x="-390525" y="1901825"/>
              <a:ext cx="71438" cy="574675"/>
            </a:xfrm>
            <a:custGeom>
              <a:avLst/>
              <a:gdLst>
                <a:gd name="T0" fmla="*/ 15 w 19"/>
                <a:gd name="T1" fmla="*/ 24 h 153"/>
                <a:gd name="T2" fmla="*/ 4 w 19"/>
                <a:gd name="T3" fmla="*/ 24 h 153"/>
                <a:gd name="T4" fmla="*/ 0 w 19"/>
                <a:gd name="T5" fmla="*/ 20 h 153"/>
                <a:gd name="T6" fmla="*/ 0 w 19"/>
                <a:gd name="T7" fmla="*/ 4 h 153"/>
                <a:gd name="T8" fmla="*/ 4 w 19"/>
                <a:gd name="T9" fmla="*/ 0 h 153"/>
                <a:gd name="T10" fmla="*/ 15 w 19"/>
                <a:gd name="T11" fmla="*/ 0 h 153"/>
                <a:gd name="T12" fmla="*/ 19 w 19"/>
                <a:gd name="T13" fmla="*/ 4 h 153"/>
                <a:gd name="T14" fmla="*/ 19 w 19"/>
                <a:gd name="T15" fmla="*/ 20 h 153"/>
                <a:gd name="T16" fmla="*/ 15 w 19"/>
                <a:gd name="T17" fmla="*/ 24 h 153"/>
                <a:gd name="T18" fmla="*/ 14 w 19"/>
                <a:gd name="T19" fmla="*/ 153 h 153"/>
                <a:gd name="T20" fmla="*/ 4 w 19"/>
                <a:gd name="T21" fmla="*/ 153 h 153"/>
                <a:gd name="T22" fmla="*/ 0 w 19"/>
                <a:gd name="T23" fmla="*/ 149 h 153"/>
                <a:gd name="T24" fmla="*/ 0 w 19"/>
                <a:gd name="T25" fmla="*/ 46 h 153"/>
                <a:gd name="T26" fmla="*/ 4 w 19"/>
                <a:gd name="T27" fmla="*/ 42 h 153"/>
                <a:gd name="T28" fmla="*/ 14 w 19"/>
                <a:gd name="T29" fmla="*/ 42 h 153"/>
                <a:gd name="T30" fmla="*/ 18 w 19"/>
                <a:gd name="T31" fmla="*/ 46 h 153"/>
                <a:gd name="T32" fmla="*/ 18 w 19"/>
                <a:gd name="T33" fmla="*/ 149 h 153"/>
                <a:gd name="T34" fmla="*/ 14 w 19"/>
                <a:gd name="T35" fmla="*/ 153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 h="153">
                  <a:moveTo>
                    <a:pt x="15" y="24"/>
                  </a:moveTo>
                  <a:cubicBezTo>
                    <a:pt x="4" y="24"/>
                    <a:pt x="4" y="24"/>
                    <a:pt x="4" y="24"/>
                  </a:cubicBezTo>
                  <a:cubicBezTo>
                    <a:pt x="2" y="24"/>
                    <a:pt x="0" y="22"/>
                    <a:pt x="0" y="20"/>
                  </a:cubicBezTo>
                  <a:cubicBezTo>
                    <a:pt x="0" y="4"/>
                    <a:pt x="0" y="4"/>
                    <a:pt x="0" y="4"/>
                  </a:cubicBezTo>
                  <a:cubicBezTo>
                    <a:pt x="0" y="1"/>
                    <a:pt x="2" y="0"/>
                    <a:pt x="4" y="0"/>
                  </a:cubicBezTo>
                  <a:cubicBezTo>
                    <a:pt x="15" y="0"/>
                    <a:pt x="15" y="0"/>
                    <a:pt x="15" y="0"/>
                  </a:cubicBezTo>
                  <a:cubicBezTo>
                    <a:pt x="17" y="0"/>
                    <a:pt x="19" y="1"/>
                    <a:pt x="19" y="4"/>
                  </a:cubicBezTo>
                  <a:cubicBezTo>
                    <a:pt x="19" y="20"/>
                    <a:pt x="19" y="20"/>
                    <a:pt x="19" y="20"/>
                  </a:cubicBezTo>
                  <a:cubicBezTo>
                    <a:pt x="19" y="22"/>
                    <a:pt x="17" y="24"/>
                    <a:pt x="15" y="24"/>
                  </a:cubicBezTo>
                  <a:close/>
                  <a:moveTo>
                    <a:pt x="14" y="153"/>
                  </a:moveTo>
                  <a:cubicBezTo>
                    <a:pt x="4" y="153"/>
                    <a:pt x="4" y="153"/>
                    <a:pt x="4" y="153"/>
                  </a:cubicBezTo>
                  <a:cubicBezTo>
                    <a:pt x="2" y="153"/>
                    <a:pt x="0" y="151"/>
                    <a:pt x="0" y="149"/>
                  </a:cubicBezTo>
                  <a:cubicBezTo>
                    <a:pt x="0" y="46"/>
                    <a:pt x="0" y="46"/>
                    <a:pt x="0" y="46"/>
                  </a:cubicBezTo>
                  <a:cubicBezTo>
                    <a:pt x="0" y="44"/>
                    <a:pt x="2" y="42"/>
                    <a:pt x="4" y="42"/>
                  </a:cubicBezTo>
                  <a:cubicBezTo>
                    <a:pt x="14" y="42"/>
                    <a:pt x="14" y="42"/>
                    <a:pt x="14" y="42"/>
                  </a:cubicBezTo>
                  <a:cubicBezTo>
                    <a:pt x="16" y="42"/>
                    <a:pt x="18" y="44"/>
                    <a:pt x="18" y="46"/>
                  </a:cubicBezTo>
                  <a:cubicBezTo>
                    <a:pt x="18" y="149"/>
                    <a:pt x="18" y="149"/>
                    <a:pt x="18" y="149"/>
                  </a:cubicBezTo>
                  <a:cubicBezTo>
                    <a:pt x="18" y="151"/>
                    <a:pt x="16" y="153"/>
                    <a:pt x="14" y="1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3"/>
            <p:cNvSpPr/>
            <p:nvPr userDrawn="1"/>
          </p:nvSpPr>
          <p:spPr bwMode="auto">
            <a:xfrm>
              <a:off x="-220662" y="2051050"/>
              <a:ext cx="269875" cy="433387"/>
            </a:xfrm>
            <a:custGeom>
              <a:avLst/>
              <a:gdLst>
                <a:gd name="T0" fmla="*/ 68 w 72"/>
                <a:gd name="T1" fmla="*/ 112 h 115"/>
                <a:gd name="T2" fmla="*/ 43 w 72"/>
                <a:gd name="T3" fmla="*/ 115 h 115"/>
                <a:gd name="T4" fmla="*/ 0 w 72"/>
                <a:gd name="T5" fmla="*/ 65 h 115"/>
                <a:gd name="T6" fmla="*/ 0 w 72"/>
                <a:gd name="T7" fmla="*/ 50 h 115"/>
                <a:gd name="T8" fmla="*/ 43 w 72"/>
                <a:gd name="T9" fmla="*/ 0 h 115"/>
                <a:gd name="T10" fmla="*/ 68 w 72"/>
                <a:gd name="T11" fmla="*/ 3 h 115"/>
                <a:gd name="T12" fmla="*/ 72 w 72"/>
                <a:gd name="T13" fmla="*/ 7 h 115"/>
                <a:gd name="T14" fmla="*/ 72 w 72"/>
                <a:gd name="T15" fmla="*/ 14 h 115"/>
                <a:gd name="T16" fmla="*/ 69 w 72"/>
                <a:gd name="T17" fmla="*/ 17 h 115"/>
                <a:gd name="T18" fmla="*/ 68 w 72"/>
                <a:gd name="T19" fmla="*/ 17 h 115"/>
                <a:gd name="T20" fmla="*/ 43 w 72"/>
                <a:gd name="T21" fmla="*/ 16 h 115"/>
                <a:gd name="T22" fmla="*/ 17 w 72"/>
                <a:gd name="T23" fmla="*/ 50 h 115"/>
                <a:gd name="T24" fmla="*/ 17 w 72"/>
                <a:gd name="T25" fmla="*/ 65 h 115"/>
                <a:gd name="T26" fmla="*/ 43 w 72"/>
                <a:gd name="T27" fmla="*/ 99 h 115"/>
                <a:gd name="T28" fmla="*/ 68 w 72"/>
                <a:gd name="T29" fmla="*/ 98 h 115"/>
                <a:gd name="T30" fmla="*/ 69 w 72"/>
                <a:gd name="T31" fmla="*/ 98 h 115"/>
                <a:gd name="T32" fmla="*/ 72 w 72"/>
                <a:gd name="T33" fmla="*/ 101 h 115"/>
                <a:gd name="T34" fmla="*/ 72 w 72"/>
                <a:gd name="T35" fmla="*/ 108 h 115"/>
                <a:gd name="T36" fmla="*/ 68 w 72"/>
                <a:gd name="T37" fmla="*/ 11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2" h="115">
                  <a:moveTo>
                    <a:pt x="68" y="112"/>
                  </a:moveTo>
                  <a:cubicBezTo>
                    <a:pt x="61" y="114"/>
                    <a:pt x="52" y="115"/>
                    <a:pt x="43" y="115"/>
                  </a:cubicBezTo>
                  <a:cubicBezTo>
                    <a:pt x="15" y="115"/>
                    <a:pt x="0" y="95"/>
                    <a:pt x="0" y="65"/>
                  </a:cubicBezTo>
                  <a:cubicBezTo>
                    <a:pt x="0" y="50"/>
                    <a:pt x="0" y="50"/>
                    <a:pt x="0" y="50"/>
                  </a:cubicBezTo>
                  <a:cubicBezTo>
                    <a:pt x="0" y="20"/>
                    <a:pt x="15" y="0"/>
                    <a:pt x="43" y="0"/>
                  </a:cubicBezTo>
                  <a:cubicBezTo>
                    <a:pt x="52" y="0"/>
                    <a:pt x="61" y="1"/>
                    <a:pt x="68" y="3"/>
                  </a:cubicBezTo>
                  <a:cubicBezTo>
                    <a:pt x="71" y="3"/>
                    <a:pt x="72" y="4"/>
                    <a:pt x="72" y="7"/>
                  </a:cubicBezTo>
                  <a:cubicBezTo>
                    <a:pt x="72" y="14"/>
                    <a:pt x="72" y="14"/>
                    <a:pt x="72" y="14"/>
                  </a:cubicBezTo>
                  <a:cubicBezTo>
                    <a:pt x="72" y="16"/>
                    <a:pt x="71" y="17"/>
                    <a:pt x="69" y="17"/>
                  </a:cubicBezTo>
                  <a:cubicBezTo>
                    <a:pt x="68" y="17"/>
                    <a:pt x="68" y="17"/>
                    <a:pt x="68" y="17"/>
                  </a:cubicBezTo>
                  <a:cubicBezTo>
                    <a:pt x="59" y="16"/>
                    <a:pt x="53" y="16"/>
                    <a:pt x="43" y="16"/>
                  </a:cubicBezTo>
                  <a:cubicBezTo>
                    <a:pt x="27" y="16"/>
                    <a:pt x="17" y="27"/>
                    <a:pt x="17" y="50"/>
                  </a:cubicBezTo>
                  <a:cubicBezTo>
                    <a:pt x="17" y="65"/>
                    <a:pt x="17" y="65"/>
                    <a:pt x="17" y="65"/>
                  </a:cubicBezTo>
                  <a:cubicBezTo>
                    <a:pt x="17" y="88"/>
                    <a:pt x="26" y="99"/>
                    <a:pt x="43" y="99"/>
                  </a:cubicBezTo>
                  <a:cubicBezTo>
                    <a:pt x="53" y="99"/>
                    <a:pt x="59" y="99"/>
                    <a:pt x="68" y="98"/>
                  </a:cubicBezTo>
                  <a:cubicBezTo>
                    <a:pt x="68" y="98"/>
                    <a:pt x="68" y="98"/>
                    <a:pt x="69" y="98"/>
                  </a:cubicBezTo>
                  <a:cubicBezTo>
                    <a:pt x="71" y="98"/>
                    <a:pt x="72" y="99"/>
                    <a:pt x="72" y="101"/>
                  </a:cubicBezTo>
                  <a:cubicBezTo>
                    <a:pt x="72" y="108"/>
                    <a:pt x="72" y="108"/>
                    <a:pt x="72" y="108"/>
                  </a:cubicBezTo>
                  <a:cubicBezTo>
                    <a:pt x="72" y="111"/>
                    <a:pt x="71" y="112"/>
                    <a:pt x="68" y="1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4"/>
            <p:cNvSpPr>
              <a:spLocks noEditPoints="1"/>
            </p:cNvSpPr>
            <p:nvPr userDrawn="1"/>
          </p:nvSpPr>
          <p:spPr bwMode="auto">
            <a:xfrm>
              <a:off x="309563" y="2051050"/>
              <a:ext cx="338138" cy="433387"/>
            </a:xfrm>
            <a:custGeom>
              <a:avLst/>
              <a:gdLst>
                <a:gd name="T0" fmla="*/ 45 w 90"/>
                <a:gd name="T1" fmla="*/ 115 h 115"/>
                <a:gd name="T2" fmla="*/ 0 w 90"/>
                <a:gd name="T3" fmla="*/ 65 h 115"/>
                <a:gd name="T4" fmla="*/ 0 w 90"/>
                <a:gd name="T5" fmla="*/ 50 h 115"/>
                <a:gd name="T6" fmla="*/ 45 w 90"/>
                <a:gd name="T7" fmla="*/ 0 h 115"/>
                <a:gd name="T8" fmla="*/ 90 w 90"/>
                <a:gd name="T9" fmla="*/ 50 h 115"/>
                <a:gd name="T10" fmla="*/ 90 w 90"/>
                <a:gd name="T11" fmla="*/ 65 h 115"/>
                <a:gd name="T12" fmla="*/ 45 w 90"/>
                <a:gd name="T13" fmla="*/ 115 h 115"/>
                <a:gd name="T14" fmla="*/ 73 w 90"/>
                <a:gd name="T15" fmla="*/ 50 h 115"/>
                <a:gd name="T16" fmla="*/ 45 w 90"/>
                <a:gd name="T17" fmla="*/ 16 h 115"/>
                <a:gd name="T18" fmla="*/ 18 w 90"/>
                <a:gd name="T19" fmla="*/ 50 h 115"/>
                <a:gd name="T20" fmla="*/ 18 w 90"/>
                <a:gd name="T21" fmla="*/ 65 h 115"/>
                <a:gd name="T22" fmla="*/ 45 w 90"/>
                <a:gd name="T23" fmla="*/ 99 h 115"/>
                <a:gd name="T24" fmla="*/ 73 w 90"/>
                <a:gd name="T25" fmla="*/ 65 h 115"/>
                <a:gd name="T26" fmla="*/ 73 w 90"/>
                <a:gd name="T27" fmla="*/ 5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115">
                  <a:moveTo>
                    <a:pt x="45" y="115"/>
                  </a:moveTo>
                  <a:cubicBezTo>
                    <a:pt x="15" y="115"/>
                    <a:pt x="0" y="95"/>
                    <a:pt x="0" y="65"/>
                  </a:cubicBezTo>
                  <a:cubicBezTo>
                    <a:pt x="0" y="50"/>
                    <a:pt x="0" y="50"/>
                    <a:pt x="0" y="50"/>
                  </a:cubicBezTo>
                  <a:cubicBezTo>
                    <a:pt x="0" y="20"/>
                    <a:pt x="15" y="0"/>
                    <a:pt x="45" y="0"/>
                  </a:cubicBezTo>
                  <a:cubicBezTo>
                    <a:pt x="75" y="0"/>
                    <a:pt x="90" y="20"/>
                    <a:pt x="90" y="50"/>
                  </a:cubicBezTo>
                  <a:cubicBezTo>
                    <a:pt x="90" y="65"/>
                    <a:pt x="90" y="65"/>
                    <a:pt x="90" y="65"/>
                  </a:cubicBezTo>
                  <a:cubicBezTo>
                    <a:pt x="90" y="95"/>
                    <a:pt x="75" y="115"/>
                    <a:pt x="45" y="115"/>
                  </a:cubicBezTo>
                  <a:close/>
                  <a:moveTo>
                    <a:pt x="73" y="50"/>
                  </a:moveTo>
                  <a:cubicBezTo>
                    <a:pt x="73" y="29"/>
                    <a:pt x="64" y="16"/>
                    <a:pt x="45" y="16"/>
                  </a:cubicBezTo>
                  <a:cubicBezTo>
                    <a:pt x="26" y="16"/>
                    <a:pt x="18" y="29"/>
                    <a:pt x="18" y="50"/>
                  </a:cubicBezTo>
                  <a:cubicBezTo>
                    <a:pt x="18" y="65"/>
                    <a:pt x="18" y="65"/>
                    <a:pt x="18" y="65"/>
                  </a:cubicBezTo>
                  <a:cubicBezTo>
                    <a:pt x="18" y="86"/>
                    <a:pt x="26" y="99"/>
                    <a:pt x="45" y="99"/>
                  </a:cubicBezTo>
                  <a:cubicBezTo>
                    <a:pt x="64" y="99"/>
                    <a:pt x="73" y="86"/>
                    <a:pt x="73" y="65"/>
                  </a:cubicBezTo>
                  <a:lnTo>
                    <a:pt x="73" y="5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5"/>
            <p:cNvSpPr/>
            <p:nvPr userDrawn="1"/>
          </p:nvSpPr>
          <p:spPr bwMode="auto">
            <a:xfrm>
              <a:off x="692150" y="1897063"/>
              <a:ext cx="252413" cy="579437"/>
            </a:xfrm>
            <a:custGeom>
              <a:avLst/>
              <a:gdLst>
                <a:gd name="T0" fmla="*/ 63 w 67"/>
                <a:gd name="T1" fmla="*/ 14 h 154"/>
                <a:gd name="T2" fmla="*/ 53 w 67"/>
                <a:gd name="T3" fmla="*/ 14 h 154"/>
                <a:gd name="T4" fmla="*/ 41 w 67"/>
                <a:gd name="T5" fmla="*/ 28 h 154"/>
                <a:gd name="T6" fmla="*/ 41 w 67"/>
                <a:gd name="T7" fmla="*/ 43 h 154"/>
                <a:gd name="T8" fmla="*/ 62 w 67"/>
                <a:gd name="T9" fmla="*/ 43 h 154"/>
                <a:gd name="T10" fmla="*/ 66 w 67"/>
                <a:gd name="T11" fmla="*/ 46 h 154"/>
                <a:gd name="T12" fmla="*/ 66 w 67"/>
                <a:gd name="T13" fmla="*/ 54 h 154"/>
                <a:gd name="T14" fmla="*/ 62 w 67"/>
                <a:gd name="T15" fmla="*/ 58 h 154"/>
                <a:gd name="T16" fmla="*/ 41 w 67"/>
                <a:gd name="T17" fmla="*/ 58 h 154"/>
                <a:gd name="T18" fmla="*/ 41 w 67"/>
                <a:gd name="T19" fmla="*/ 150 h 154"/>
                <a:gd name="T20" fmla="*/ 37 w 67"/>
                <a:gd name="T21" fmla="*/ 154 h 154"/>
                <a:gd name="T22" fmla="*/ 27 w 67"/>
                <a:gd name="T23" fmla="*/ 154 h 154"/>
                <a:gd name="T24" fmla="*/ 23 w 67"/>
                <a:gd name="T25" fmla="*/ 150 h 154"/>
                <a:gd name="T26" fmla="*/ 23 w 67"/>
                <a:gd name="T27" fmla="*/ 58 h 154"/>
                <a:gd name="T28" fmla="*/ 3 w 67"/>
                <a:gd name="T29" fmla="*/ 55 h 154"/>
                <a:gd name="T30" fmla="*/ 0 w 67"/>
                <a:gd name="T31" fmla="*/ 52 h 154"/>
                <a:gd name="T32" fmla="*/ 0 w 67"/>
                <a:gd name="T33" fmla="*/ 46 h 154"/>
                <a:gd name="T34" fmla="*/ 3 w 67"/>
                <a:gd name="T35" fmla="*/ 43 h 154"/>
                <a:gd name="T36" fmla="*/ 23 w 67"/>
                <a:gd name="T37" fmla="*/ 43 h 154"/>
                <a:gd name="T38" fmla="*/ 23 w 67"/>
                <a:gd name="T39" fmla="*/ 28 h 154"/>
                <a:gd name="T40" fmla="*/ 51 w 67"/>
                <a:gd name="T41" fmla="*/ 0 h 154"/>
                <a:gd name="T42" fmla="*/ 63 w 67"/>
                <a:gd name="T43" fmla="*/ 1 h 154"/>
                <a:gd name="T44" fmla="*/ 67 w 67"/>
                <a:gd name="T45" fmla="*/ 4 h 154"/>
                <a:gd name="T46" fmla="*/ 67 w 67"/>
                <a:gd name="T47" fmla="*/ 11 h 154"/>
                <a:gd name="T48" fmla="*/ 63 w 67"/>
                <a:gd name="T49" fmla="*/ 1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7" h="154">
                  <a:moveTo>
                    <a:pt x="63" y="14"/>
                  </a:moveTo>
                  <a:cubicBezTo>
                    <a:pt x="53" y="14"/>
                    <a:pt x="53" y="14"/>
                    <a:pt x="53" y="14"/>
                  </a:cubicBezTo>
                  <a:cubicBezTo>
                    <a:pt x="44" y="14"/>
                    <a:pt x="41" y="17"/>
                    <a:pt x="41" y="28"/>
                  </a:cubicBezTo>
                  <a:cubicBezTo>
                    <a:pt x="41" y="43"/>
                    <a:pt x="41" y="43"/>
                    <a:pt x="41" y="43"/>
                  </a:cubicBezTo>
                  <a:cubicBezTo>
                    <a:pt x="62" y="43"/>
                    <a:pt x="62" y="43"/>
                    <a:pt x="62" y="43"/>
                  </a:cubicBezTo>
                  <a:cubicBezTo>
                    <a:pt x="64" y="43"/>
                    <a:pt x="66" y="44"/>
                    <a:pt x="66" y="46"/>
                  </a:cubicBezTo>
                  <a:cubicBezTo>
                    <a:pt x="66" y="54"/>
                    <a:pt x="66" y="54"/>
                    <a:pt x="66" y="54"/>
                  </a:cubicBezTo>
                  <a:cubicBezTo>
                    <a:pt x="66" y="56"/>
                    <a:pt x="64" y="58"/>
                    <a:pt x="62" y="58"/>
                  </a:cubicBezTo>
                  <a:cubicBezTo>
                    <a:pt x="41" y="58"/>
                    <a:pt x="41" y="58"/>
                    <a:pt x="41" y="58"/>
                  </a:cubicBezTo>
                  <a:cubicBezTo>
                    <a:pt x="41" y="150"/>
                    <a:pt x="41" y="150"/>
                    <a:pt x="41" y="150"/>
                  </a:cubicBezTo>
                  <a:cubicBezTo>
                    <a:pt x="41" y="152"/>
                    <a:pt x="39" y="154"/>
                    <a:pt x="37" y="154"/>
                  </a:cubicBezTo>
                  <a:cubicBezTo>
                    <a:pt x="27" y="154"/>
                    <a:pt x="27" y="154"/>
                    <a:pt x="27" y="154"/>
                  </a:cubicBezTo>
                  <a:cubicBezTo>
                    <a:pt x="25" y="154"/>
                    <a:pt x="23" y="152"/>
                    <a:pt x="23" y="150"/>
                  </a:cubicBezTo>
                  <a:cubicBezTo>
                    <a:pt x="23" y="58"/>
                    <a:pt x="23" y="58"/>
                    <a:pt x="23" y="58"/>
                  </a:cubicBezTo>
                  <a:cubicBezTo>
                    <a:pt x="3" y="55"/>
                    <a:pt x="3" y="55"/>
                    <a:pt x="3" y="55"/>
                  </a:cubicBezTo>
                  <a:cubicBezTo>
                    <a:pt x="1" y="55"/>
                    <a:pt x="0" y="54"/>
                    <a:pt x="0" y="52"/>
                  </a:cubicBezTo>
                  <a:cubicBezTo>
                    <a:pt x="0" y="46"/>
                    <a:pt x="0" y="46"/>
                    <a:pt x="0" y="46"/>
                  </a:cubicBezTo>
                  <a:cubicBezTo>
                    <a:pt x="0" y="44"/>
                    <a:pt x="1" y="43"/>
                    <a:pt x="3" y="43"/>
                  </a:cubicBezTo>
                  <a:cubicBezTo>
                    <a:pt x="23" y="43"/>
                    <a:pt x="23" y="43"/>
                    <a:pt x="23" y="43"/>
                  </a:cubicBezTo>
                  <a:cubicBezTo>
                    <a:pt x="23" y="28"/>
                    <a:pt x="23" y="28"/>
                    <a:pt x="23" y="28"/>
                  </a:cubicBezTo>
                  <a:cubicBezTo>
                    <a:pt x="23" y="6"/>
                    <a:pt x="34" y="0"/>
                    <a:pt x="51" y="0"/>
                  </a:cubicBezTo>
                  <a:cubicBezTo>
                    <a:pt x="57" y="0"/>
                    <a:pt x="60" y="1"/>
                    <a:pt x="63" y="1"/>
                  </a:cubicBezTo>
                  <a:cubicBezTo>
                    <a:pt x="65" y="2"/>
                    <a:pt x="67" y="3"/>
                    <a:pt x="67" y="4"/>
                  </a:cubicBezTo>
                  <a:cubicBezTo>
                    <a:pt x="67" y="11"/>
                    <a:pt x="67" y="11"/>
                    <a:pt x="67" y="11"/>
                  </a:cubicBezTo>
                  <a:cubicBezTo>
                    <a:pt x="67" y="13"/>
                    <a:pt x="65" y="14"/>
                    <a:pt x="63"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16"/>
            <p:cNvSpPr/>
            <p:nvPr userDrawn="1"/>
          </p:nvSpPr>
          <p:spPr bwMode="auto">
            <a:xfrm>
              <a:off x="-2032000" y="2898775"/>
              <a:ext cx="341313" cy="574675"/>
            </a:xfrm>
            <a:custGeom>
              <a:avLst/>
              <a:gdLst>
                <a:gd name="T0" fmla="*/ 41 w 91"/>
                <a:gd name="T1" fmla="*/ 153 h 153"/>
                <a:gd name="T2" fmla="*/ 8 w 91"/>
                <a:gd name="T3" fmla="*/ 151 h 153"/>
                <a:gd name="T4" fmla="*/ 4 w 91"/>
                <a:gd name="T5" fmla="*/ 147 h 153"/>
                <a:gd name="T6" fmla="*/ 4 w 91"/>
                <a:gd name="T7" fmla="*/ 139 h 153"/>
                <a:gd name="T8" fmla="*/ 7 w 91"/>
                <a:gd name="T9" fmla="*/ 136 h 153"/>
                <a:gd name="T10" fmla="*/ 8 w 91"/>
                <a:gd name="T11" fmla="*/ 136 h 153"/>
                <a:gd name="T12" fmla="*/ 41 w 91"/>
                <a:gd name="T13" fmla="*/ 137 h 153"/>
                <a:gd name="T14" fmla="*/ 72 w 91"/>
                <a:gd name="T15" fmla="*/ 113 h 153"/>
                <a:gd name="T16" fmla="*/ 48 w 91"/>
                <a:gd name="T17" fmla="*/ 86 h 153"/>
                <a:gd name="T18" fmla="*/ 28 w 91"/>
                <a:gd name="T19" fmla="*/ 74 h 153"/>
                <a:gd name="T20" fmla="*/ 0 w 91"/>
                <a:gd name="T21" fmla="*/ 36 h 153"/>
                <a:gd name="T22" fmla="*/ 49 w 91"/>
                <a:gd name="T23" fmla="*/ 0 h 153"/>
                <a:gd name="T24" fmla="*/ 84 w 91"/>
                <a:gd name="T25" fmla="*/ 2 h 153"/>
                <a:gd name="T26" fmla="*/ 87 w 91"/>
                <a:gd name="T27" fmla="*/ 6 h 153"/>
                <a:gd name="T28" fmla="*/ 87 w 91"/>
                <a:gd name="T29" fmla="*/ 15 h 153"/>
                <a:gd name="T30" fmla="*/ 84 w 91"/>
                <a:gd name="T31" fmla="*/ 18 h 153"/>
                <a:gd name="T32" fmla="*/ 83 w 91"/>
                <a:gd name="T33" fmla="*/ 18 h 153"/>
                <a:gd name="T34" fmla="*/ 49 w 91"/>
                <a:gd name="T35" fmla="*/ 17 h 153"/>
                <a:gd name="T36" fmla="*/ 19 w 91"/>
                <a:gd name="T37" fmla="*/ 36 h 153"/>
                <a:gd name="T38" fmla="*/ 41 w 91"/>
                <a:gd name="T39" fmla="*/ 60 h 153"/>
                <a:gd name="T40" fmla="*/ 59 w 91"/>
                <a:gd name="T41" fmla="*/ 72 h 153"/>
                <a:gd name="T42" fmla="*/ 91 w 91"/>
                <a:gd name="T43" fmla="*/ 113 h 153"/>
                <a:gd name="T44" fmla="*/ 41 w 91"/>
                <a:gd name="T45" fmla="*/ 153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1" h="153">
                  <a:moveTo>
                    <a:pt x="41" y="153"/>
                  </a:moveTo>
                  <a:cubicBezTo>
                    <a:pt x="27" y="153"/>
                    <a:pt x="17" y="152"/>
                    <a:pt x="8" y="151"/>
                  </a:cubicBezTo>
                  <a:cubicBezTo>
                    <a:pt x="4" y="150"/>
                    <a:pt x="4" y="149"/>
                    <a:pt x="4" y="147"/>
                  </a:cubicBezTo>
                  <a:cubicBezTo>
                    <a:pt x="4" y="139"/>
                    <a:pt x="4" y="139"/>
                    <a:pt x="4" y="139"/>
                  </a:cubicBezTo>
                  <a:cubicBezTo>
                    <a:pt x="4" y="137"/>
                    <a:pt x="5" y="136"/>
                    <a:pt x="7" y="136"/>
                  </a:cubicBezTo>
                  <a:cubicBezTo>
                    <a:pt x="7" y="136"/>
                    <a:pt x="8" y="136"/>
                    <a:pt x="8" y="136"/>
                  </a:cubicBezTo>
                  <a:cubicBezTo>
                    <a:pt x="17" y="136"/>
                    <a:pt x="32" y="137"/>
                    <a:pt x="41" y="137"/>
                  </a:cubicBezTo>
                  <a:cubicBezTo>
                    <a:pt x="66" y="137"/>
                    <a:pt x="72" y="127"/>
                    <a:pt x="72" y="113"/>
                  </a:cubicBezTo>
                  <a:cubicBezTo>
                    <a:pt x="72" y="103"/>
                    <a:pt x="66" y="97"/>
                    <a:pt x="48" y="86"/>
                  </a:cubicBezTo>
                  <a:cubicBezTo>
                    <a:pt x="28" y="74"/>
                    <a:pt x="28" y="74"/>
                    <a:pt x="28" y="74"/>
                  </a:cubicBezTo>
                  <a:cubicBezTo>
                    <a:pt x="9" y="62"/>
                    <a:pt x="0" y="52"/>
                    <a:pt x="0" y="36"/>
                  </a:cubicBezTo>
                  <a:cubicBezTo>
                    <a:pt x="0" y="11"/>
                    <a:pt x="18" y="0"/>
                    <a:pt x="49" y="0"/>
                  </a:cubicBezTo>
                  <a:cubicBezTo>
                    <a:pt x="60" y="0"/>
                    <a:pt x="76" y="1"/>
                    <a:pt x="84" y="2"/>
                  </a:cubicBezTo>
                  <a:cubicBezTo>
                    <a:pt x="86" y="3"/>
                    <a:pt x="87" y="4"/>
                    <a:pt x="87" y="6"/>
                  </a:cubicBezTo>
                  <a:cubicBezTo>
                    <a:pt x="87" y="15"/>
                    <a:pt x="87" y="15"/>
                    <a:pt x="87" y="15"/>
                  </a:cubicBezTo>
                  <a:cubicBezTo>
                    <a:pt x="87" y="17"/>
                    <a:pt x="86" y="18"/>
                    <a:pt x="84" y="18"/>
                  </a:cubicBezTo>
                  <a:cubicBezTo>
                    <a:pt x="84" y="18"/>
                    <a:pt x="84" y="18"/>
                    <a:pt x="83" y="18"/>
                  </a:cubicBezTo>
                  <a:cubicBezTo>
                    <a:pt x="74" y="17"/>
                    <a:pt x="60" y="17"/>
                    <a:pt x="49" y="17"/>
                  </a:cubicBezTo>
                  <a:cubicBezTo>
                    <a:pt x="28" y="17"/>
                    <a:pt x="19" y="21"/>
                    <a:pt x="19" y="36"/>
                  </a:cubicBezTo>
                  <a:cubicBezTo>
                    <a:pt x="19" y="45"/>
                    <a:pt x="25" y="51"/>
                    <a:pt x="41" y="60"/>
                  </a:cubicBezTo>
                  <a:cubicBezTo>
                    <a:pt x="59" y="72"/>
                    <a:pt x="59" y="72"/>
                    <a:pt x="59" y="72"/>
                  </a:cubicBezTo>
                  <a:cubicBezTo>
                    <a:pt x="83" y="86"/>
                    <a:pt x="91" y="97"/>
                    <a:pt x="91" y="113"/>
                  </a:cubicBezTo>
                  <a:cubicBezTo>
                    <a:pt x="91" y="132"/>
                    <a:pt x="81" y="153"/>
                    <a:pt x="41" y="1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7"/>
            <p:cNvSpPr>
              <a:spLocks noEditPoints="1"/>
            </p:cNvSpPr>
            <p:nvPr userDrawn="1"/>
          </p:nvSpPr>
          <p:spPr bwMode="auto">
            <a:xfrm>
              <a:off x="-1611312" y="3044825"/>
              <a:ext cx="338138" cy="428625"/>
            </a:xfrm>
            <a:custGeom>
              <a:avLst/>
              <a:gdLst>
                <a:gd name="T0" fmla="*/ 45 w 90"/>
                <a:gd name="T1" fmla="*/ 114 h 114"/>
                <a:gd name="T2" fmla="*/ 0 w 90"/>
                <a:gd name="T3" fmla="*/ 65 h 114"/>
                <a:gd name="T4" fmla="*/ 0 w 90"/>
                <a:gd name="T5" fmla="*/ 50 h 114"/>
                <a:gd name="T6" fmla="*/ 45 w 90"/>
                <a:gd name="T7" fmla="*/ 0 h 114"/>
                <a:gd name="T8" fmla="*/ 90 w 90"/>
                <a:gd name="T9" fmla="*/ 50 h 114"/>
                <a:gd name="T10" fmla="*/ 90 w 90"/>
                <a:gd name="T11" fmla="*/ 65 h 114"/>
                <a:gd name="T12" fmla="*/ 45 w 90"/>
                <a:gd name="T13" fmla="*/ 114 h 114"/>
                <a:gd name="T14" fmla="*/ 72 w 90"/>
                <a:gd name="T15" fmla="*/ 50 h 114"/>
                <a:gd name="T16" fmla="*/ 45 w 90"/>
                <a:gd name="T17" fmla="*/ 16 h 114"/>
                <a:gd name="T18" fmla="*/ 17 w 90"/>
                <a:gd name="T19" fmla="*/ 50 h 114"/>
                <a:gd name="T20" fmla="*/ 17 w 90"/>
                <a:gd name="T21" fmla="*/ 65 h 114"/>
                <a:gd name="T22" fmla="*/ 45 w 90"/>
                <a:gd name="T23" fmla="*/ 99 h 114"/>
                <a:gd name="T24" fmla="*/ 72 w 90"/>
                <a:gd name="T25" fmla="*/ 65 h 114"/>
                <a:gd name="T26" fmla="*/ 72 w 90"/>
                <a:gd name="T27" fmla="*/ 5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114">
                  <a:moveTo>
                    <a:pt x="45" y="114"/>
                  </a:moveTo>
                  <a:cubicBezTo>
                    <a:pt x="15" y="114"/>
                    <a:pt x="0" y="95"/>
                    <a:pt x="0" y="65"/>
                  </a:cubicBezTo>
                  <a:cubicBezTo>
                    <a:pt x="0" y="50"/>
                    <a:pt x="0" y="50"/>
                    <a:pt x="0" y="50"/>
                  </a:cubicBezTo>
                  <a:cubicBezTo>
                    <a:pt x="0" y="20"/>
                    <a:pt x="15" y="0"/>
                    <a:pt x="45" y="0"/>
                  </a:cubicBezTo>
                  <a:cubicBezTo>
                    <a:pt x="74" y="0"/>
                    <a:pt x="90" y="20"/>
                    <a:pt x="90" y="50"/>
                  </a:cubicBezTo>
                  <a:cubicBezTo>
                    <a:pt x="90" y="65"/>
                    <a:pt x="90" y="65"/>
                    <a:pt x="90" y="65"/>
                  </a:cubicBezTo>
                  <a:cubicBezTo>
                    <a:pt x="90" y="95"/>
                    <a:pt x="74" y="114"/>
                    <a:pt x="45" y="114"/>
                  </a:cubicBezTo>
                  <a:close/>
                  <a:moveTo>
                    <a:pt x="72" y="50"/>
                  </a:moveTo>
                  <a:cubicBezTo>
                    <a:pt x="72" y="29"/>
                    <a:pt x="64" y="16"/>
                    <a:pt x="45" y="16"/>
                  </a:cubicBezTo>
                  <a:cubicBezTo>
                    <a:pt x="26" y="16"/>
                    <a:pt x="17" y="29"/>
                    <a:pt x="17" y="50"/>
                  </a:cubicBezTo>
                  <a:cubicBezTo>
                    <a:pt x="17" y="65"/>
                    <a:pt x="17" y="65"/>
                    <a:pt x="17" y="65"/>
                  </a:cubicBezTo>
                  <a:cubicBezTo>
                    <a:pt x="17" y="86"/>
                    <a:pt x="25" y="99"/>
                    <a:pt x="45" y="99"/>
                  </a:cubicBezTo>
                  <a:cubicBezTo>
                    <a:pt x="63" y="99"/>
                    <a:pt x="72" y="86"/>
                    <a:pt x="72" y="65"/>
                  </a:cubicBezTo>
                  <a:lnTo>
                    <a:pt x="72" y="5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18"/>
            <p:cNvSpPr/>
            <p:nvPr userDrawn="1"/>
          </p:nvSpPr>
          <p:spPr bwMode="auto">
            <a:xfrm>
              <a:off x="-1231900" y="2890838"/>
              <a:ext cx="250825" cy="579437"/>
            </a:xfrm>
            <a:custGeom>
              <a:avLst/>
              <a:gdLst>
                <a:gd name="T0" fmla="*/ 63 w 67"/>
                <a:gd name="T1" fmla="*/ 14 h 154"/>
                <a:gd name="T2" fmla="*/ 54 w 67"/>
                <a:gd name="T3" fmla="*/ 14 h 154"/>
                <a:gd name="T4" fmla="*/ 41 w 67"/>
                <a:gd name="T5" fmla="*/ 28 h 154"/>
                <a:gd name="T6" fmla="*/ 41 w 67"/>
                <a:gd name="T7" fmla="*/ 43 h 154"/>
                <a:gd name="T8" fmla="*/ 63 w 67"/>
                <a:gd name="T9" fmla="*/ 43 h 154"/>
                <a:gd name="T10" fmla="*/ 66 w 67"/>
                <a:gd name="T11" fmla="*/ 46 h 154"/>
                <a:gd name="T12" fmla="*/ 66 w 67"/>
                <a:gd name="T13" fmla="*/ 54 h 154"/>
                <a:gd name="T14" fmla="*/ 63 w 67"/>
                <a:gd name="T15" fmla="*/ 58 h 154"/>
                <a:gd name="T16" fmla="*/ 41 w 67"/>
                <a:gd name="T17" fmla="*/ 58 h 154"/>
                <a:gd name="T18" fmla="*/ 41 w 67"/>
                <a:gd name="T19" fmla="*/ 150 h 154"/>
                <a:gd name="T20" fmla="*/ 37 w 67"/>
                <a:gd name="T21" fmla="*/ 154 h 154"/>
                <a:gd name="T22" fmla="*/ 27 w 67"/>
                <a:gd name="T23" fmla="*/ 154 h 154"/>
                <a:gd name="T24" fmla="*/ 23 w 67"/>
                <a:gd name="T25" fmla="*/ 150 h 154"/>
                <a:gd name="T26" fmla="*/ 23 w 67"/>
                <a:gd name="T27" fmla="*/ 58 h 154"/>
                <a:gd name="T28" fmla="*/ 4 w 67"/>
                <a:gd name="T29" fmla="*/ 55 h 154"/>
                <a:gd name="T30" fmla="*/ 0 w 67"/>
                <a:gd name="T31" fmla="*/ 52 h 154"/>
                <a:gd name="T32" fmla="*/ 0 w 67"/>
                <a:gd name="T33" fmla="*/ 46 h 154"/>
                <a:gd name="T34" fmla="*/ 4 w 67"/>
                <a:gd name="T35" fmla="*/ 43 h 154"/>
                <a:gd name="T36" fmla="*/ 23 w 67"/>
                <a:gd name="T37" fmla="*/ 43 h 154"/>
                <a:gd name="T38" fmla="*/ 23 w 67"/>
                <a:gd name="T39" fmla="*/ 28 h 154"/>
                <a:gd name="T40" fmla="*/ 52 w 67"/>
                <a:gd name="T41" fmla="*/ 0 h 154"/>
                <a:gd name="T42" fmla="*/ 63 w 67"/>
                <a:gd name="T43" fmla="*/ 1 h 154"/>
                <a:gd name="T44" fmla="*/ 67 w 67"/>
                <a:gd name="T45" fmla="*/ 4 h 154"/>
                <a:gd name="T46" fmla="*/ 67 w 67"/>
                <a:gd name="T47" fmla="*/ 11 h 154"/>
                <a:gd name="T48" fmla="*/ 63 w 67"/>
                <a:gd name="T49" fmla="*/ 1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7" h="154">
                  <a:moveTo>
                    <a:pt x="63" y="14"/>
                  </a:moveTo>
                  <a:cubicBezTo>
                    <a:pt x="54" y="14"/>
                    <a:pt x="54" y="14"/>
                    <a:pt x="54" y="14"/>
                  </a:cubicBezTo>
                  <a:cubicBezTo>
                    <a:pt x="44" y="14"/>
                    <a:pt x="41" y="17"/>
                    <a:pt x="41" y="28"/>
                  </a:cubicBezTo>
                  <a:cubicBezTo>
                    <a:pt x="41" y="43"/>
                    <a:pt x="41" y="43"/>
                    <a:pt x="41" y="43"/>
                  </a:cubicBezTo>
                  <a:cubicBezTo>
                    <a:pt x="63" y="43"/>
                    <a:pt x="63" y="43"/>
                    <a:pt x="63" y="43"/>
                  </a:cubicBezTo>
                  <a:cubicBezTo>
                    <a:pt x="65" y="43"/>
                    <a:pt x="66" y="44"/>
                    <a:pt x="66" y="46"/>
                  </a:cubicBezTo>
                  <a:cubicBezTo>
                    <a:pt x="66" y="54"/>
                    <a:pt x="66" y="54"/>
                    <a:pt x="66" y="54"/>
                  </a:cubicBezTo>
                  <a:cubicBezTo>
                    <a:pt x="66" y="56"/>
                    <a:pt x="65" y="58"/>
                    <a:pt x="63" y="58"/>
                  </a:cubicBezTo>
                  <a:cubicBezTo>
                    <a:pt x="41" y="58"/>
                    <a:pt x="41" y="58"/>
                    <a:pt x="41" y="58"/>
                  </a:cubicBezTo>
                  <a:cubicBezTo>
                    <a:pt x="41" y="150"/>
                    <a:pt x="41" y="150"/>
                    <a:pt x="41" y="150"/>
                  </a:cubicBezTo>
                  <a:cubicBezTo>
                    <a:pt x="41" y="152"/>
                    <a:pt x="39" y="154"/>
                    <a:pt x="37" y="154"/>
                  </a:cubicBezTo>
                  <a:cubicBezTo>
                    <a:pt x="27" y="154"/>
                    <a:pt x="27" y="154"/>
                    <a:pt x="27" y="154"/>
                  </a:cubicBezTo>
                  <a:cubicBezTo>
                    <a:pt x="25" y="154"/>
                    <a:pt x="23" y="152"/>
                    <a:pt x="23" y="150"/>
                  </a:cubicBezTo>
                  <a:cubicBezTo>
                    <a:pt x="23" y="58"/>
                    <a:pt x="23" y="58"/>
                    <a:pt x="23" y="58"/>
                  </a:cubicBezTo>
                  <a:cubicBezTo>
                    <a:pt x="4" y="55"/>
                    <a:pt x="4" y="55"/>
                    <a:pt x="4" y="55"/>
                  </a:cubicBezTo>
                  <a:cubicBezTo>
                    <a:pt x="2" y="55"/>
                    <a:pt x="0" y="54"/>
                    <a:pt x="0" y="52"/>
                  </a:cubicBezTo>
                  <a:cubicBezTo>
                    <a:pt x="0" y="46"/>
                    <a:pt x="0" y="46"/>
                    <a:pt x="0" y="46"/>
                  </a:cubicBezTo>
                  <a:cubicBezTo>
                    <a:pt x="0" y="44"/>
                    <a:pt x="2" y="43"/>
                    <a:pt x="4" y="43"/>
                  </a:cubicBezTo>
                  <a:cubicBezTo>
                    <a:pt x="23" y="43"/>
                    <a:pt x="23" y="43"/>
                    <a:pt x="23" y="43"/>
                  </a:cubicBezTo>
                  <a:cubicBezTo>
                    <a:pt x="23" y="28"/>
                    <a:pt x="23" y="28"/>
                    <a:pt x="23" y="28"/>
                  </a:cubicBezTo>
                  <a:cubicBezTo>
                    <a:pt x="23" y="6"/>
                    <a:pt x="34" y="0"/>
                    <a:pt x="52" y="0"/>
                  </a:cubicBezTo>
                  <a:cubicBezTo>
                    <a:pt x="57" y="0"/>
                    <a:pt x="60" y="0"/>
                    <a:pt x="63" y="1"/>
                  </a:cubicBezTo>
                  <a:cubicBezTo>
                    <a:pt x="65" y="2"/>
                    <a:pt x="67" y="2"/>
                    <a:pt x="67" y="4"/>
                  </a:cubicBezTo>
                  <a:cubicBezTo>
                    <a:pt x="67" y="11"/>
                    <a:pt x="67" y="11"/>
                    <a:pt x="67" y="11"/>
                  </a:cubicBezTo>
                  <a:cubicBezTo>
                    <a:pt x="67" y="13"/>
                    <a:pt x="66" y="14"/>
                    <a:pt x="63"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19"/>
            <p:cNvSpPr/>
            <p:nvPr userDrawn="1"/>
          </p:nvSpPr>
          <p:spPr bwMode="auto">
            <a:xfrm>
              <a:off x="-942975" y="2954338"/>
              <a:ext cx="255588" cy="519112"/>
            </a:xfrm>
            <a:custGeom>
              <a:avLst/>
              <a:gdLst>
                <a:gd name="T0" fmla="*/ 64 w 68"/>
                <a:gd name="T1" fmla="*/ 137 h 138"/>
                <a:gd name="T2" fmla="*/ 51 w 68"/>
                <a:gd name="T3" fmla="*/ 138 h 138"/>
                <a:gd name="T4" fmla="*/ 24 w 68"/>
                <a:gd name="T5" fmla="*/ 111 h 138"/>
                <a:gd name="T6" fmla="*/ 24 w 68"/>
                <a:gd name="T7" fmla="*/ 41 h 138"/>
                <a:gd name="T8" fmla="*/ 4 w 68"/>
                <a:gd name="T9" fmla="*/ 38 h 138"/>
                <a:gd name="T10" fmla="*/ 0 w 68"/>
                <a:gd name="T11" fmla="*/ 35 h 138"/>
                <a:gd name="T12" fmla="*/ 0 w 68"/>
                <a:gd name="T13" fmla="*/ 29 h 138"/>
                <a:gd name="T14" fmla="*/ 4 w 68"/>
                <a:gd name="T15" fmla="*/ 26 h 138"/>
                <a:gd name="T16" fmla="*/ 24 w 68"/>
                <a:gd name="T17" fmla="*/ 26 h 138"/>
                <a:gd name="T18" fmla="*/ 24 w 68"/>
                <a:gd name="T19" fmla="*/ 6 h 138"/>
                <a:gd name="T20" fmla="*/ 27 w 68"/>
                <a:gd name="T21" fmla="*/ 2 h 138"/>
                <a:gd name="T22" fmla="*/ 38 w 68"/>
                <a:gd name="T23" fmla="*/ 0 h 138"/>
                <a:gd name="T24" fmla="*/ 38 w 68"/>
                <a:gd name="T25" fmla="*/ 0 h 138"/>
                <a:gd name="T26" fmla="*/ 41 w 68"/>
                <a:gd name="T27" fmla="*/ 3 h 138"/>
                <a:gd name="T28" fmla="*/ 41 w 68"/>
                <a:gd name="T29" fmla="*/ 26 h 138"/>
                <a:gd name="T30" fmla="*/ 63 w 68"/>
                <a:gd name="T31" fmla="*/ 26 h 138"/>
                <a:gd name="T32" fmla="*/ 67 w 68"/>
                <a:gd name="T33" fmla="*/ 30 h 138"/>
                <a:gd name="T34" fmla="*/ 67 w 68"/>
                <a:gd name="T35" fmla="*/ 37 h 138"/>
                <a:gd name="T36" fmla="*/ 63 w 68"/>
                <a:gd name="T37" fmla="*/ 41 h 138"/>
                <a:gd name="T38" fmla="*/ 41 w 68"/>
                <a:gd name="T39" fmla="*/ 41 h 138"/>
                <a:gd name="T40" fmla="*/ 41 w 68"/>
                <a:gd name="T41" fmla="*/ 111 h 138"/>
                <a:gd name="T42" fmla="*/ 52 w 68"/>
                <a:gd name="T43" fmla="*/ 124 h 138"/>
                <a:gd name="T44" fmla="*/ 64 w 68"/>
                <a:gd name="T45" fmla="*/ 124 h 138"/>
                <a:gd name="T46" fmla="*/ 68 w 68"/>
                <a:gd name="T47" fmla="*/ 127 h 138"/>
                <a:gd name="T48" fmla="*/ 68 w 68"/>
                <a:gd name="T49" fmla="*/ 134 h 138"/>
                <a:gd name="T50" fmla="*/ 64 w 68"/>
                <a:gd name="T51" fmla="*/ 13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 h="138">
                  <a:moveTo>
                    <a:pt x="64" y="137"/>
                  </a:moveTo>
                  <a:cubicBezTo>
                    <a:pt x="60" y="138"/>
                    <a:pt x="55" y="138"/>
                    <a:pt x="51" y="138"/>
                  </a:cubicBezTo>
                  <a:cubicBezTo>
                    <a:pt x="33" y="138"/>
                    <a:pt x="24" y="134"/>
                    <a:pt x="24" y="111"/>
                  </a:cubicBezTo>
                  <a:cubicBezTo>
                    <a:pt x="24" y="41"/>
                    <a:pt x="24" y="41"/>
                    <a:pt x="24" y="41"/>
                  </a:cubicBezTo>
                  <a:cubicBezTo>
                    <a:pt x="4" y="38"/>
                    <a:pt x="4" y="38"/>
                    <a:pt x="4" y="38"/>
                  </a:cubicBezTo>
                  <a:cubicBezTo>
                    <a:pt x="2" y="38"/>
                    <a:pt x="0" y="37"/>
                    <a:pt x="0" y="35"/>
                  </a:cubicBezTo>
                  <a:cubicBezTo>
                    <a:pt x="0" y="29"/>
                    <a:pt x="0" y="29"/>
                    <a:pt x="0" y="29"/>
                  </a:cubicBezTo>
                  <a:cubicBezTo>
                    <a:pt x="0" y="27"/>
                    <a:pt x="2" y="26"/>
                    <a:pt x="4" y="26"/>
                  </a:cubicBezTo>
                  <a:cubicBezTo>
                    <a:pt x="24" y="26"/>
                    <a:pt x="24" y="26"/>
                    <a:pt x="24" y="26"/>
                  </a:cubicBezTo>
                  <a:cubicBezTo>
                    <a:pt x="24" y="6"/>
                    <a:pt x="24" y="6"/>
                    <a:pt x="24" y="6"/>
                  </a:cubicBezTo>
                  <a:cubicBezTo>
                    <a:pt x="24" y="4"/>
                    <a:pt x="25" y="2"/>
                    <a:pt x="27" y="2"/>
                  </a:cubicBezTo>
                  <a:cubicBezTo>
                    <a:pt x="38" y="0"/>
                    <a:pt x="38" y="0"/>
                    <a:pt x="38" y="0"/>
                  </a:cubicBezTo>
                  <a:cubicBezTo>
                    <a:pt x="38" y="0"/>
                    <a:pt x="38" y="0"/>
                    <a:pt x="38" y="0"/>
                  </a:cubicBezTo>
                  <a:cubicBezTo>
                    <a:pt x="40" y="0"/>
                    <a:pt x="41" y="1"/>
                    <a:pt x="41" y="3"/>
                  </a:cubicBezTo>
                  <a:cubicBezTo>
                    <a:pt x="41" y="26"/>
                    <a:pt x="41" y="26"/>
                    <a:pt x="41" y="26"/>
                  </a:cubicBezTo>
                  <a:cubicBezTo>
                    <a:pt x="63" y="26"/>
                    <a:pt x="63" y="26"/>
                    <a:pt x="63" y="26"/>
                  </a:cubicBezTo>
                  <a:cubicBezTo>
                    <a:pt x="66" y="26"/>
                    <a:pt x="67" y="27"/>
                    <a:pt x="67" y="30"/>
                  </a:cubicBezTo>
                  <a:cubicBezTo>
                    <a:pt x="67" y="37"/>
                    <a:pt x="67" y="37"/>
                    <a:pt x="67" y="37"/>
                  </a:cubicBezTo>
                  <a:cubicBezTo>
                    <a:pt x="67" y="39"/>
                    <a:pt x="66" y="41"/>
                    <a:pt x="63" y="41"/>
                  </a:cubicBezTo>
                  <a:cubicBezTo>
                    <a:pt x="41" y="41"/>
                    <a:pt x="41" y="41"/>
                    <a:pt x="41" y="41"/>
                  </a:cubicBezTo>
                  <a:cubicBezTo>
                    <a:pt x="41" y="111"/>
                    <a:pt x="41" y="111"/>
                    <a:pt x="41" y="111"/>
                  </a:cubicBezTo>
                  <a:cubicBezTo>
                    <a:pt x="41" y="122"/>
                    <a:pt x="44" y="124"/>
                    <a:pt x="52" y="124"/>
                  </a:cubicBezTo>
                  <a:cubicBezTo>
                    <a:pt x="64" y="124"/>
                    <a:pt x="64" y="124"/>
                    <a:pt x="64" y="124"/>
                  </a:cubicBezTo>
                  <a:cubicBezTo>
                    <a:pt x="67" y="124"/>
                    <a:pt x="68" y="125"/>
                    <a:pt x="68" y="127"/>
                  </a:cubicBezTo>
                  <a:cubicBezTo>
                    <a:pt x="68" y="134"/>
                    <a:pt x="68" y="134"/>
                    <a:pt x="68" y="134"/>
                  </a:cubicBezTo>
                  <a:cubicBezTo>
                    <a:pt x="68" y="136"/>
                    <a:pt x="67" y="137"/>
                    <a:pt x="64" y="1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20"/>
            <p:cNvSpPr/>
            <p:nvPr userDrawn="1"/>
          </p:nvSpPr>
          <p:spPr bwMode="auto">
            <a:xfrm>
              <a:off x="-638175" y="3052763"/>
              <a:ext cx="541338" cy="420687"/>
            </a:xfrm>
            <a:custGeom>
              <a:avLst/>
              <a:gdLst>
                <a:gd name="T0" fmla="*/ 144 w 144"/>
                <a:gd name="T1" fmla="*/ 4 h 112"/>
                <a:gd name="T2" fmla="*/ 124 w 144"/>
                <a:gd name="T3" fmla="*/ 98 h 112"/>
                <a:gd name="T4" fmla="*/ 107 w 144"/>
                <a:gd name="T5" fmla="*/ 112 h 112"/>
                <a:gd name="T6" fmla="*/ 90 w 144"/>
                <a:gd name="T7" fmla="*/ 98 h 112"/>
                <a:gd name="T8" fmla="*/ 73 w 144"/>
                <a:gd name="T9" fmla="*/ 29 h 112"/>
                <a:gd name="T10" fmla="*/ 72 w 144"/>
                <a:gd name="T11" fmla="*/ 28 h 112"/>
                <a:gd name="T12" fmla="*/ 71 w 144"/>
                <a:gd name="T13" fmla="*/ 29 h 112"/>
                <a:gd name="T14" fmla="*/ 53 w 144"/>
                <a:gd name="T15" fmla="*/ 98 h 112"/>
                <a:gd name="T16" fmla="*/ 36 w 144"/>
                <a:gd name="T17" fmla="*/ 112 h 112"/>
                <a:gd name="T18" fmla="*/ 19 w 144"/>
                <a:gd name="T19" fmla="*/ 98 h 112"/>
                <a:gd name="T20" fmla="*/ 0 w 144"/>
                <a:gd name="T21" fmla="*/ 4 h 112"/>
                <a:gd name="T22" fmla="*/ 0 w 144"/>
                <a:gd name="T23" fmla="*/ 4 h 112"/>
                <a:gd name="T24" fmla="*/ 4 w 144"/>
                <a:gd name="T25" fmla="*/ 0 h 112"/>
                <a:gd name="T26" fmla="*/ 15 w 144"/>
                <a:gd name="T27" fmla="*/ 0 h 112"/>
                <a:gd name="T28" fmla="*/ 18 w 144"/>
                <a:gd name="T29" fmla="*/ 3 h 112"/>
                <a:gd name="T30" fmla="*/ 35 w 144"/>
                <a:gd name="T31" fmla="*/ 95 h 112"/>
                <a:gd name="T32" fmla="*/ 36 w 144"/>
                <a:gd name="T33" fmla="*/ 98 h 112"/>
                <a:gd name="T34" fmla="*/ 38 w 144"/>
                <a:gd name="T35" fmla="*/ 95 h 112"/>
                <a:gd name="T36" fmla="*/ 58 w 144"/>
                <a:gd name="T37" fmla="*/ 17 h 112"/>
                <a:gd name="T38" fmla="*/ 66 w 144"/>
                <a:gd name="T39" fmla="*/ 11 h 112"/>
                <a:gd name="T40" fmla="*/ 77 w 144"/>
                <a:gd name="T41" fmla="*/ 11 h 112"/>
                <a:gd name="T42" fmla="*/ 85 w 144"/>
                <a:gd name="T43" fmla="*/ 17 h 112"/>
                <a:gd name="T44" fmla="*/ 105 w 144"/>
                <a:gd name="T45" fmla="*/ 95 h 112"/>
                <a:gd name="T46" fmla="*/ 107 w 144"/>
                <a:gd name="T47" fmla="*/ 98 h 112"/>
                <a:gd name="T48" fmla="*/ 109 w 144"/>
                <a:gd name="T49" fmla="*/ 95 h 112"/>
                <a:gd name="T50" fmla="*/ 125 w 144"/>
                <a:gd name="T51" fmla="*/ 3 h 112"/>
                <a:gd name="T52" fmla="*/ 129 w 144"/>
                <a:gd name="T53" fmla="*/ 0 h 112"/>
                <a:gd name="T54" fmla="*/ 140 w 144"/>
                <a:gd name="T55" fmla="*/ 0 h 112"/>
                <a:gd name="T56" fmla="*/ 144 w 144"/>
                <a:gd name="T57" fmla="*/ 4 h 112"/>
                <a:gd name="T58" fmla="*/ 144 w 144"/>
                <a:gd name="T59" fmla="*/ 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44" h="112">
                  <a:moveTo>
                    <a:pt x="144" y="4"/>
                  </a:moveTo>
                  <a:cubicBezTo>
                    <a:pt x="124" y="98"/>
                    <a:pt x="124" y="98"/>
                    <a:pt x="124" y="98"/>
                  </a:cubicBezTo>
                  <a:cubicBezTo>
                    <a:pt x="121" y="111"/>
                    <a:pt x="119" y="112"/>
                    <a:pt x="107" y="112"/>
                  </a:cubicBezTo>
                  <a:cubicBezTo>
                    <a:pt x="96" y="112"/>
                    <a:pt x="94" y="111"/>
                    <a:pt x="90" y="98"/>
                  </a:cubicBezTo>
                  <a:cubicBezTo>
                    <a:pt x="73" y="29"/>
                    <a:pt x="73" y="29"/>
                    <a:pt x="73" y="29"/>
                  </a:cubicBezTo>
                  <a:cubicBezTo>
                    <a:pt x="72" y="28"/>
                    <a:pt x="72" y="28"/>
                    <a:pt x="72" y="28"/>
                  </a:cubicBezTo>
                  <a:cubicBezTo>
                    <a:pt x="71" y="28"/>
                    <a:pt x="71" y="28"/>
                    <a:pt x="71" y="29"/>
                  </a:cubicBezTo>
                  <a:cubicBezTo>
                    <a:pt x="53" y="98"/>
                    <a:pt x="53" y="98"/>
                    <a:pt x="53" y="98"/>
                  </a:cubicBezTo>
                  <a:cubicBezTo>
                    <a:pt x="50" y="110"/>
                    <a:pt x="47" y="112"/>
                    <a:pt x="36" y="112"/>
                  </a:cubicBezTo>
                  <a:cubicBezTo>
                    <a:pt x="24" y="112"/>
                    <a:pt x="22" y="111"/>
                    <a:pt x="19" y="98"/>
                  </a:cubicBezTo>
                  <a:cubicBezTo>
                    <a:pt x="0" y="4"/>
                    <a:pt x="0" y="4"/>
                    <a:pt x="0" y="4"/>
                  </a:cubicBezTo>
                  <a:cubicBezTo>
                    <a:pt x="0" y="4"/>
                    <a:pt x="0" y="4"/>
                    <a:pt x="0" y="4"/>
                  </a:cubicBezTo>
                  <a:cubicBezTo>
                    <a:pt x="0" y="2"/>
                    <a:pt x="1" y="0"/>
                    <a:pt x="4" y="0"/>
                  </a:cubicBezTo>
                  <a:cubicBezTo>
                    <a:pt x="15" y="0"/>
                    <a:pt x="15" y="0"/>
                    <a:pt x="15" y="0"/>
                  </a:cubicBezTo>
                  <a:cubicBezTo>
                    <a:pt x="16" y="0"/>
                    <a:pt x="18" y="1"/>
                    <a:pt x="18" y="3"/>
                  </a:cubicBezTo>
                  <a:cubicBezTo>
                    <a:pt x="35" y="95"/>
                    <a:pt x="35" y="95"/>
                    <a:pt x="35" y="95"/>
                  </a:cubicBezTo>
                  <a:cubicBezTo>
                    <a:pt x="35" y="98"/>
                    <a:pt x="36" y="98"/>
                    <a:pt x="36" y="98"/>
                  </a:cubicBezTo>
                  <a:cubicBezTo>
                    <a:pt x="37" y="98"/>
                    <a:pt x="38" y="97"/>
                    <a:pt x="38" y="95"/>
                  </a:cubicBezTo>
                  <a:cubicBezTo>
                    <a:pt x="58" y="17"/>
                    <a:pt x="58" y="17"/>
                    <a:pt x="58" y="17"/>
                  </a:cubicBezTo>
                  <a:cubicBezTo>
                    <a:pt x="59" y="13"/>
                    <a:pt x="62" y="11"/>
                    <a:pt x="66" y="11"/>
                  </a:cubicBezTo>
                  <a:cubicBezTo>
                    <a:pt x="77" y="11"/>
                    <a:pt x="77" y="11"/>
                    <a:pt x="77" y="11"/>
                  </a:cubicBezTo>
                  <a:cubicBezTo>
                    <a:pt x="82" y="11"/>
                    <a:pt x="84" y="13"/>
                    <a:pt x="85" y="17"/>
                  </a:cubicBezTo>
                  <a:cubicBezTo>
                    <a:pt x="105" y="95"/>
                    <a:pt x="105" y="95"/>
                    <a:pt x="105" y="95"/>
                  </a:cubicBezTo>
                  <a:cubicBezTo>
                    <a:pt x="106" y="97"/>
                    <a:pt x="106" y="98"/>
                    <a:pt x="107" y="98"/>
                  </a:cubicBezTo>
                  <a:cubicBezTo>
                    <a:pt x="108" y="98"/>
                    <a:pt x="108" y="98"/>
                    <a:pt x="109" y="95"/>
                  </a:cubicBezTo>
                  <a:cubicBezTo>
                    <a:pt x="125" y="3"/>
                    <a:pt x="125" y="3"/>
                    <a:pt x="125" y="3"/>
                  </a:cubicBezTo>
                  <a:cubicBezTo>
                    <a:pt x="126" y="1"/>
                    <a:pt x="127" y="0"/>
                    <a:pt x="129" y="0"/>
                  </a:cubicBezTo>
                  <a:cubicBezTo>
                    <a:pt x="140" y="0"/>
                    <a:pt x="140" y="0"/>
                    <a:pt x="140" y="0"/>
                  </a:cubicBezTo>
                  <a:cubicBezTo>
                    <a:pt x="142" y="0"/>
                    <a:pt x="144" y="2"/>
                    <a:pt x="144" y="4"/>
                  </a:cubicBezTo>
                  <a:cubicBezTo>
                    <a:pt x="144" y="4"/>
                    <a:pt x="144" y="4"/>
                    <a:pt x="14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1"/>
            <p:cNvSpPr>
              <a:spLocks noEditPoints="1"/>
            </p:cNvSpPr>
            <p:nvPr userDrawn="1"/>
          </p:nvSpPr>
          <p:spPr bwMode="auto">
            <a:xfrm>
              <a:off x="-33337" y="3044825"/>
              <a:ext cx="307975" cy="428625"/>
            </a:xfrm>
            <a:custGeom>
              <a:avLst/>
              <a:gdLst>
                <a:gd name="T0" fmla="*/ 78 w 82"/>
                <a:gd name="T1" fmla="*/ 113 h 114"/>
                <a:gd name="T2" fmla="*/ 68 w 82"/>
                <a:gd name="T3" fmla="*/ 113 h 114"/>
                <a:gd name="T4" fmla="*/ 64 w 82"/>
                <a:gd name="T5" fmla="*/ 109 h 114"/>
                <a:gd name="T6" fmla="*/ 64 w 82"/>
                <a:gd name="T7" fmla="*/ 105 h 114"/>
                <a:gd name="T8" fmla="*/ 33 w 82"/>
                <a:gd name="T9" fmla="*/ 114 h 114"/>
                <a:gd name="T10" fmla="*/ 0 w 82"/>
                <a:gd name="T11" fmla="*/ 82 h 114"/>
                <a:gd name="T12" fmla="*/ 0 w 82"/>
                <a:gd name="T13" fmla="*/ 79 h 114"/>
                <a:gd name="T14" fmla="*/ 49 w 82"/>
                <a:gd name="T15" fmla="*/ 46 h 114"/>
                <a:gd name="T16" fmla="*/ 64 w 82"/>
                <a:gd name="T17" fmla="*/ 46 h 114"/>
                <a:gd name="T18" fmla="*/ 64 w 82"/>
                <a:gd name="T19" fmla="*/ 38 h 114"/>
                <a:gd name="T20" fmla="*/ 42 w 82"/>
                <a:gd name="T21" fmla="*/ 15 h 114"/>
                <a:gd name="T22" fmla="*/ 11 w 82"/>
                <a:gd name="T23" fmla="*/ 17 h 114"/>
                <a:gd name="T24" fmla="*/ 10 w 82"/>
                <a:gd name="T25" fmla="*/ 17 h 114"/>
                <a:gd name="T26" fmla="*/ 7 w 82"/>
                <a:gd name="T27" fmla="*/ 14 h 114"/>
                <a:gd name="T28" fmla="*/ 7 w 82"/>
                <a:gd name="T29" fmla="*/ 7 h 114"/>
                <a:gd name="T30" fmla="*/ 11 w 82"/>
                <a:gd name="T31" fmla="*/ 3 h 114"/>
                <a:gd name="T32" fmla="*/ 42 w 82"/>
                <a:gd name="T33" fmla="*/ 0 h 114"/>
                <a:gd name="T34" fmla="*/ 82 w 82"/>
                <a:gd name="T35" fmla="*/ 38 h 114"/>
                <a:gd name="T36" fmla="*/ 82 w 82"/>
                <a:gd name="T37" fmla="*/ 109 h 114"/>
                <a:gd name="T38" fmla="*/ 78 w 82"/>
                <a:gd name="T39" fmla="*/ 113 h 114"/>
                <a:gd name="T40" fmla="*/ 64 w 82"/>
                <a:gd name="T41" fmla="*/ 59 h 114"/>
                <a:gd name="T42" fmla="*/ 49 w 82"/>
                <a:gd name="T43" fmla="*/ 59 h 114"/>
                <a:gd name="T44" fmla="*/ 18 w 82"/>
                <a:gd name="T45" fmla="*/ 79 h 114"/>
                <a:gd name="T46" fmla="*/ 18 w 82"/>
                <a:gd name="T47" fmla="*/ 81 h 114"/>
                <a:gd name="T48" fmla="*/ 37 w 82"/>
                <a:gd name="T49" fmla="*/ 100 h 114"/>
                <a:gd name="T50" fmla="*/ 64 w 82"/>
                <a:gd name="T51" fmla="*/ 92 h 114"/>
                <a:gd name="T52" fmla="*/ 64 w 82"/>
                <a:gd name="T53" fmla="*/ 59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114">
                  <a:moveTo>
                    <a:pt x="78" y="113"/>
                  </a:moveTo>
                  <a:cubicBezTo>
                    <a:pt x="68" y="113"/>
                    <a:pt x="68" y="113"/>
                    <a:pt x="68" y="113"/>
                  </a:cubicBezTo>
                  <a:cubicBezTo>
                    <a:pt x="66" y="113"/>
                    <a:pt x="64" y="111"/>
                    <a:pt x="64" y="109"/>
                  </a:cubicBezTo>
                  <a:cubicBezTo>
                    <a:pt x="64" y="105"/>
                    <a:pt x="64" y="105"/>
                    <a:pt x="64" y="105"/>
                  </a:cubicBezTo>
                  <a:cubicBezTo>
                    <a:pt x="55" y="110"/>
                    <a:pt x="44" y="114"/>
                    <a:pt x="33" y="114"/>
                  </a:cubicBezTo>
                  <a:cubicBezTo>
                    <a:pt x="16" y="114"/>
                    <a:pt x="0" y="107"/>
                    <a:pt x="0" y="82"/>
                  </a:cubicBezTo>
                  <a:cubicBezTo>
                    <a:pt x="0" y="79"/>
                    <a:pt x="0" y="79"/>
                    <a:pt x="0" y="79"/>
                  </a:cubicBezTo>
                  <a:cubicBezTo>
                    <a:pt x="0" y="57"/>
                    <a:pt x="13" y="46"/>
                    <a:pt x="49" y="46"/>
                  </a:cubicBezTo>
                  <a:cubicBezTo>
                    <a:pt x="64" y="46"/>
                    <a:pt x="64" y="46"/>
                    <a:pt x="64" y="46"/>
                  </a:cubicBezTo>
                  <a:cubicBezTo>
                    <a:pt x="64" y="38"/>
                    <a:pt x="64" y="38"/>
                    <a:pt x="64" y="38"/>
                  </a:cubicBezTo>
                  <a:cubicBezTo>
                    <a:pt x="64" y="21"/>
                    <a:pt x="58" y="15"/>
                    <a:pt x="42" y="15"/>
                  </a:cubicBezTo>
                  <a:cubicBezTo>
                    <a:pt x="29" y="15"/>
                    <a:pt x="19" y="16"/>
                    <a:pt x="11" y="17"/>
                  </a:cubicBezTo>
                  <a:cubicBezTo>
                    <a:pt x="11" y="17"/>
                    <a:pt x="11" y="17"/>
                    <a:pt x="10" y="17"/>
                  </a:cubicBezTo>
                  <a:cubicBezTo>
                    <a:pt x="8" y="17"/>
                    <a:pt x="7" y="16"/>
                    <a:pt x="7" y="14"/>
                  </a:cubicBezTo>
                  <a:cubicBezTo>
                    <a:pt x="7" y="7"/>
                    <a:pt x="7" y="7"/>
                    <a:pt x="7" y="7"/>
                  </a:cubicBezTo>
                  <a:cubicBezTo>
                    <a:pt x="7" y="4"/>
                    <a:pt x="8" y="3"/>
                    <a:pt x="11" y="3"/>
                  </a:cubicBezTo>
                  <a:cubicBezTo>
                    <a:pt x="19" y="1"/>
                    <a:pt x="28" y="0"/>
                    <a:pt x="42" y="0"/>
                  </a:cubicBezTo>
                  <a:cubicBezTo>
                    <a:pt x="70" y="0"/>
                    <a:pt x="82" y="14"/>
                    <a:pt x="82" y="38"/>
                  </a:cubicBezTo>
                  <a:cubicBezTo>
                    <a:pt x="82" y="109"/>
                    <a:pt x="82" y="109"/>
                    <a:pt x="82" y="109"/>
                  </a:cubicBezTo>
                  <a:cubicBezTo>
                    <a:pt x="82" y="111"/>
                    <a:pt x="80" y="113"/>
                    <a:pt x="78" y="113"/>
                  </a:cubicBezTo>
                  <a:close/>
                  <a:moveTo>
                    <a:pt x="64" y="59"/>
                  </a:moveTo>
                  <a:cubicBezTo>
                    <a:pt x="49" y="59"/>
                    <a:pt x="49" y="59"/>
                    <a:pt x="49" y="59"/>
                  </a:cubicBezTo>
                  <a:cubicBezTo>
                    <a:pt x="24" y="59"/>
                    <a:pt x="18" y="65"/>
                    <a:pt x="18" y="79"/>
                  </a:cubicBezTo>
                  <a:cubicBezTo>
                    <a:pt x="18" y="81"/>
                    <a:pt x="18" y="81"/>
                    <a:pt x="18" y="81"/>
                  </a:cubicBezTo>
                  <a:cubicBezTo>
                    <a:pt x="18" y="96"/>
                    <a:pt x="25" y="100"/>
                    <a:pt x="37" y="100"/>
                  </a:cubicBezTo>
                  <a:cubicBezTo>
                    <a:pt x="46" y="100"/>
                    <a:pt x="54" y="97"/>
                    <a:pt x="64" y="92"/>
                  </a:cubicBezTo>
                  <a:lnTo>
                    <a:pt x="64" y="5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22"/>
            <p:cNvSpPr/>
            <p:nvPr userDrawn="1"/>
          </p:nvSpPr>
          <p:spPr bwMode="auto">
            <a:xfrm>
              <a:off x="376238" y="3044825"/>
              <a:ext cx="188913" cy="425450"/>
            </a:xfrm>
            <a:custGeom>
              <a:avLst/>
              <a:gdLst>
                <a:gd name="T0" fmla="*/ 46 w 50"/>
                <a:gd name="T1" fmla="*/ 16 h 113"/>
                <a:gd name="T2" fmla="*/ 18 w 50"/>
                <a:gd name="T3" fmla="*/ 24 h 113"/>
                <a:gd name="T4" fmla="*/ 18 w 50"/>
                <a:gd name="T5" fmla="*/ 109 h 113"/>
                <a:gd name="T6" fmla="*/ 14 w 50"/>
                <a:gd name="T7" fmla="*/ 113 h 113"/>
                <a:gd name="T8" fmla="*/ 4 w 50"/>
                <a:gd name="T9" fmla="*/ 113 h 113"/>
                <a:gd name="T10" fmla="*/ 0 w 50"/>
                <a:gd name="T11" fmla="*/ 109 h 113"/>
                <a:gd name="T12" fmla="*/ 0 w 50"/>
                <a:gd name="T13" fmla="*/ 6 h 113"/>
                <a:gd name="T14" fmla="*/ 4 w 50"/>
                <a:gd name="T15" fmla="*/ 2 h 113"/>
                <a:gd name="T16" fmla="*/ 14 w 50"/>
                <a:gd name="T17" fmla="*/ 2 h 113"/>
                <a:gd name="T18" fmla="*/ 18 w 50"/>
                <a:gd name="T19" fmla="*/ 6 h 113"/>
                <a:gd name="T20" fmla="*/ 18 w 50"/>
                <a:gd name="T21" fmla="*/ 10 h 113"/>
                <a:gd name="T22" fmla="*/ 46 w 50"/>
                <a:gd name="T23" fmla="*/ 0 h 113"/>
                <a:gd name="T24" fmla="*/ 50 w 50"/>
                <a:gd name="T25" fmla="*/ 4 h 113"/>
                <a:gd name="T26" fmla="*/ 50 w 50"/>
                <a:gd name="T27" fmla="*/ 12 h 113"/>
                <a:gd name="T28" fmla="*/ 46 w 50"/>
                <a:gd name="T29"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13">
                  <a:moveTo>
                    <a:pt x="46" y="16"/>
                  </a:moveTo>
                  <a:cubicBezTo>
                    <a:pt x="37" y="16"/>
                    <a:pt x="28" y="18"/>
                    <a:pt x="18" y="24"/>
                  </a:cubicBezTo>
                  <a:cubicBezTo>
                    <a:pt x="18" y="109"/>
                    <a:pt x="18" y="109"/>
                    <a:pt x="18" y="109"/>
                  </a:cubicBezTo>
                  <a:cubicBezTo>
                    <a:pt x="18" y="111"/>
                    <a:pt x="16" y="113"/>
                    <a:pt x="14" y="113"/>
                  </a:cubicBezTo>
                  <a:cubicBezTo>
                    <a:pt x="4" y="113"/>
                    <a:pt x="4" y="113"/>
                    <a:pt x="4" y="113"/>
                  </a:cubicBezTo>
                  <a:cubicBezTo>
                    <a:pt x="2" y="113"/>
                    <a:pt x="0" y="111"/>
                    <a:pt x="0" y="109"/>
                  </a:cubicBezTo>
                  <a:cubicBezTo>
                    <a:pt x="0" y="6"/>
                    <a:pt x="0" y="6"/>
                    <a:pt x="0" y="6"/>
                  </a:cubicBezTo>
                  <a:cubicBezTo>
                    <a:pt x="0" y="3"/>
                    <a:pt x="2" y="2"/>
                    <a:pt x="4" y="2"/>
                  </a:cubicBezTo>
                  <a:cubicBezTo>
                    <a:pt x="14" y="2"/>
                    <a:pt x="14" y="2"/>
                    <a:pt x="14" y="2"/>
                  </a:cubicBezTo>
                  <a:cubicBezTo>
                    <a:pt x="16" y="2"/>
                    <a:pt x="18" y="3"/>
                    <a:pt x="18" y="6"/>
                  </a:cubicBezTo>
                  <a:cubicBezTo>
                    <a:pt x="18" y="10"/>
                    <a:pt x="18" y="10"/>
                    <a:pt x="18" y="10"/>
                  </a:cubicBezTo>
                  <a:cubicBezTo>
                    <a:pt x="28" y="3"/>
                    <a:pt x="37" y="0"/>
                    <a:pt x="46" y="0"/>
                  </a:cubicBezTo>
                  <a:cubicBezTo>
                    <a:pt x="49" y="0"/>
                    <a:pt x="50" y="1"/>
                    <a:pt x="50" y="4"/>
                  </a:cubicBezTo>
                  <a:cubicBezTo>
                    <a:pt x="50" y="12"/>
                    <a:pt x="50" y="12"/>
                    <a:pt x="50" y="12"/>
                  </a:cubicBezTo>
                  <a:cubicBezTo>
                    <a:pt x="50" y="14"/>
                    <a:pt x="49" y="16"/>
                    <a:pt x="46"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23"/>
            <p:cNvSpPr>
              <a:spLocks noEditPoints="1"/>
            </p:cNvSpPr>
            <p:nvPr userDrawn="1"/>
          </p:nvSpPr>
          <p:spPr bwMode="auto">
            <a:xfrm>
              <a:off x="606425" y="3044825"/>
              <a:ext cx="338138" cy="428625"/>
            </a:xfrm>
            <a:custGeom>
              <a:avLst/>
              <a:gdLst>
                <a:gd name="T0" fmla="*/ 86 w 90"/>
                <a:gd name="T1" fmla="*/ 63 h 114"/>
                <a:gd name="T2" fmla="*/ 18 w 90"/>
                <a:gd name="T3" fmla="*/ 63 h 114"/>
                <a:gd name="T4" fmla="*/ 18 w 90"/>
                <a:gd name="T5" fmla="*/ 66 h 114"/>
                <a:gd name="T6" fmla="*/ 46 w 90"/>
                <a:gd name="T7" fmla="*/ 99 h 114"/>
                <a:gd name="T8" fmla="*/ 82 w 90"/>
                <a:gd name="T9" fmla="*/ 97 h 114"/>
                <a:gd name="T10" fmla="*/ 83 w 90"/>
                <a:gd name="T11" fmla="*/ 97 h 114"/>
                <a:gd name="T12" fmla="*/ 86 w 90"/>
                <a:gd name="T13" fmla="*/ 99 h 114"/>
                <a:gd name="T14" fmla="*/ 86 w 90"/>
                <a:gd name="T15" fmla="*/ 106 h 114"/>
                <a:gd name="T16" fmla="*/ 82 w 90"/>
                <a:gd name="T17" fmla="*/ 111 h 114"/>
                <a:gd name="T18" fmla="*/ 46 w 90"/>
                <a:gd name="T19" fmla="*/ 114 h 114"/>
                <a:gd name="T20" fmla="*/ 0 w 90"/>
                <a:gd name="T21" fmla="*/ 66 h 114"/>
                <a:gd name="T22" fmla="*/ 0 w 90"/>
                <a:gd name="T23" fmla="*/ 48 h 114"/>
                <a:gd name="T24" fmla="*/ 45 w 90"/>
                <a:gd name="T25" fmla="*/ 0 h 114"/>
                <a:gd name="T26" fmla="*/ 90 w 90"/>
                <a:gd name="T27" fmla="*/ 48 h 114"/>
                <a:gd name="T28" fmla="*/ 90 w 90"/>
                <a:gd name="T29" fmla="*/ 59 h 114"/>
                <a:gd name="T30" fmla="*/ 86 w 90"/>
                <a:gd name="T31" fmla="*/ 63 h 114"/>
                <a:gd name="T32" fmla="*/ 72 w 90"/>
                <a:gd name="T33" fmla="*/ 48 h 114"/>
                <a:gd name="T34" fmla="*/ 45 w 90"/>
                <a:gd name="T35" fmla="*/ 16 h 114"/>
                <a:gd name="T36" fmla="*/ 18 w 90"/>
                <a:gd name="T37" fmla="*/ 48 h 114"/>
                <a:gd name="T38" fmla="*/ 18 w 90"/>
                <a:gd name="T39" fmla="*/ 49 h 114"/>
                <a:gd name="T40" fmla="*/ 72 w 90"/>
                <a:gd name="T41" fmla="*/ 49 h 114"/>
                <a:gd name="T42" fmla="*/ 72 w 90"/>
                <a:gd name="T43" fmla="*/ 4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0" h="114">
                  <a:moveTo>
                    <a:pt x="86" y="63"/>
                  </a:moveTo>
                  <a:cubicBezTo>
                    <a:pt x="18" y="63"/>
                    <a:pt x="18" y="63"/>
                    <a:pt x="18" y="63"/>
                  </a:cubicBezTo>
                  <a:cubicBezTo>
                    <a:pt x="18" y="66"/>
                    <a:pt x="18" y="66"/>
                    <a:pt x="18" y="66"/>
                  </a:cubicBezTo>
                  <a:cubicBezTo>
                    <a:pt x="18" y="90"/>
                    <a:pt x="27" y="99"/>
                    <a:pt x="46" y="99"/>
                  </a:cubicBezTo>
                  <a:cubicBezTo>
                    <a:pt x="58" y="99"/>
                    <a:pt x="73" y="98"/>
                    <a:pt x="82" y="97"/>
                  </a:cubicBezTo>
                  <a:cubicBezTo>
                    <a:pt x="83" y="97"/>
                    <a:pt x="83" y="97"/>
                    <a:pt x="83" y="97"/>
                  </a:cubicBezTo>
                  <a:cubicBezTo>
                    <a:pt x="85" y="97"/>
                    <a:pt x="86" y="97"/>
                    <a:pt x="86" y="99"/>
                  </a:cubicBezTo>
                  <a:cubicBezTo>
                    <a:pt x="86" y="106"/>
                    <a:pt x="86" y="106"/>
                    <a:pt x="86" y="106"/>
                  </a:cubicBezTo>
                  <a:cubicBezTo>
                    <a:pt x="86" y="109"/>
                    <a:pt x="86" y="110"/>
                    <a:pt x="82" y="111"/>
                  </a:cubicBezTo>
                  <a:cubicBezTo>
                    <a:pt x="71" y="113"/>
                    <a:pt x="60" y="114"/>
                    <a:pt x="46" y="114"/>
                  </a:cubicBezTo>
                  <a:cubicBezTo>
                    <a:pt x="23" y="114"/>
                    <a:pt x="0" y="103"/>
                    <a:pt x="0" y="66"/>
                  </a:cubicBezTo>
                  <a:cubicBezTo>
                    <a:pt x="0" y="48"/>
                    <a:pt x="0" y="48"/>
                    <a:pt x="0" y="48"/>
                  </a:cubicBezTo>
                  <a:cubicBezTo>
                    <a:pt x="0" y="19"/>
                    <a:pt x="16" y="0"/>
                    <a:pt x="45" y="0"/>
                  </a:cubicBezTo>
                  <a:cubicBezTo>
                    <a:pt x="75" y="0"/>
                    <a:pt x="90" y="19"/>
                    <a:pt x="90" y="48"/>
                  </a:cubicBezTo>
                  <a:cubicBezTo>
                    <a:pt x="90" y="59"/>
                    <a:pt x="90" y="59"/>
                    <a:pt x="90" y="59"/>
                  </a:cubicBezTo>
                  <a:cubicBezTo>
                    <a:pt x="90" y="61"/>
                    <a:pt x="88" y="63"/>
                    <a:pt x="86" y="63"/>
                  </a:cubicBezTo>
                  <a:close/>
                  <a:moveTo>
                    <a:pt x="72" y="48"/>
                  </a:moveTo>
                  <a:cubicBezTo>
                    <a:pt x="72" y="25"/>
                    <a:pt x="63" y="16"/>
                    <a:pt x="45" y="16"/>
                  </a:cubicBezTo>
                  <a:cubicBezTo>
                    <a:pt x="28" y="16"/>
                    <a:pt x="18" y="26"/>
                    <a:pt x="18" y="48"/>
                  </a:cubicBezTo>
                  <a:cubicBezTo>
                    <a:pt x="18" y="49"/>
                    <a:pt x="18" y="49"/>
                    <a:pt x="18" y="49"/>
                  </a:cubicBezTo>
                  <a:cubicBezTo>
                    <a:pt x="72" y="49"/>
                    <a:pt x="72" y="49"/>
                    <a:pt x="72" y="49"/>
                  </a:cubicBezTo>
                  <a:lnTo>
                    <a:pt x="72" y="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pic>
        <p:nvPicPr>
          <p:cNvPr id="45" name="图片 44"/>
          <p:cNvPicPr>
            <a:picLocks noChangeAspect="1"/>
          </p:cNvPicPr>
          <p:nvPr userDrawn="1"/>
        </p:nvPicPr>
        <p:blipFill>
          <a:blip r:embed="rId2" cstate="screen"/>
          <a:stretch>
            <a:fillRect/>
          </a:stretch>
        </p:blipFill>
        <p:spPr>
          <a:xfrm>
            <a:off x="5455360" y="5760002"/>
            <a:ext cx="1281282" cy="416723"/>
          </a:xfrm>
          <a:prstGeom prst="rect">
            <a:avLst/>
          </a:prstGeom>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cstate="screen"/>
          <a:srcRect/>
          <a:stretch>
            <a:fillRect/>
          </a:stretch>
        </p:blipFill>
        <p:spPr>
          <a:xfrm>
            <a:off x="0" y="-16932"/>
            <a:ext cx="12192000" cy="6883399"/>
          </a:xfrm>
          <a:prstGeom prst="rect">
            <a:avLst/>
          </a:prstGeom>
          <a:effectLst/>
        </p:spPr>
      </p:pic>
      <p:sp>
        <p:nvSpPr>
          <p:cNvPr id="9" name="文本框 8"/>
          <p:cNvSpPr txBox="1"/>
          <p:nvPr userDrawn="1"/>
        </p:nvSpPr>
        <p:spPr>
          <a:xfrm>
            <a:off x="836421" y="6233666"/>
            <a:ext cx="3911069" cy="246221"/>
          </a:xfrm>
          <a:prstGeom prst="rect">
            <a:avLst/>
          </a:prstGeom>
          <a:noFill/>
        </p:spPr>
        <p:txBody>
          <a:bodyPr wrap="square" rtlCol="0">
            <a:spAutoFit/>
          </a:bodyPr>
          <a:lstStyle/>
          <a:p>
            <a:pPr>
              <a:buSzPct val="50000"/>
              <a:buFont typeface="Wingdings" panose="05000000000000000000" pitchFamily="2" charset="2"/>
              <a:buNone/>
            </a:pPr>
            <a:r>
              <a:rPr lang="en-US" altLang="zh-CN" sz="1000" dirty="0">
                <a:solidFill>
                  <a:srgbClr val="323232"/>
                </a:solidFill>
                <a:latin typeface="Verdana" panose="020B0604030504040204" charset="0"/>
              </a:rPr>
              <a:t>Copyright © 2020 Neusoft Corporation</a:t>
            </a:r>
            <a:endParaRPr lang="en-US" altLang="zh-CN" sz="1000" dirty="0">
              <a:solidFill>
                <a:srgbClr val="323232"/>
              </a:solidFill>
              <a:latin typeface="Verdana" panose="020B0604030504040204" charset="0"/>
            </a:endParaRPr>
          </a:p>
        </p:txBody>
      </p:sp>
      <p:sp>
        <p:nvSpPr>
          <p:cNvPr id="10" name="矩形 9"/>
          <p:cNvSpPr/>
          <p:nvPr userDrawn="1"/>
        </p:nvSpPr>
        <p:spPr>
          <a:xfrm>
            <a:off x="836421" y="6030540"/>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1" name="文本占位符 126"/>
          <p:cNvSpPr>
            <a:spLocks noGrp="1"/>
          </p:cNvSpPr>
          <p:nvPr>
            <p:ph type="body" sz="quarter" idx="19" hasCustomPrompt="1"/>
          </p:nvPr>
        </p:nvSpPr>
        <p:spPr>
          <a:xfrm>
            <a:off x="828000" y="2929497"/>
            <a:ext cx="8580438" cy="585866"/>
          </a:xfrm>
          <a:prstGeom prst="rect">
            <a:avLst/>
          </a:prstGeom>
          <a:noFill/>
        </p:spPr>
        <p:txBody>
          <a:bodyPr wrap="square" tIns="46800">
            <a:spAutoFit/>
          </a:bodyPr>
          <a:lstStyle>
            <a:lvl1pPr marL="0" indent="0">
              <a:lnSpc>
                <a:spcPct val="100000"/>
              </a:lnSpc>
              <a:spcBef>
                <a:spcPts val="0"/>
              </a:spcBef>
              <a:buNone/>
              <a:defRPr sz="1600">
                <a:solidFill>
                  <a:schemeClr val="bg1"/>
                </a:solidFill>
                <a:latin typeface="Verdana" panose="020B0604030504040204" charset="0"/>
                <a:ea typeface="Microsoft YaHei" panose="020B0503020204020204" pitchFamily="34" charset="-122"/>
                <a:cs typeface="Verdana" panose="020B0604030504040204" charset="0"/>
              </a:defRPr>
            </a:lvl1pPr>
          </a:lstStyle>
          <a:p>
            <a:pPr lvl="0"/>
            <a:r>
              <a:rPr lang="zh-CN" altLang="en-US" dirty="0"/>
              <a:t>演讲人                </a:t>
            </a:r>
            <a:endParaRPr lang="en-US" altLang="zh-CN" dirty="0"/>
          </a:p>
          <a:p>
            <a:pPr lvl="0"/>
            <a:r>
              <a:rPr lang="en-US" altLang="zh-CN" dirty="0"/>
              <a:t>16pt </a:t>
            </a:r>
            <a:r>
              <a:rPr lang="zh-CN" altLang="en-US" dirty="0"/>
              <a:t>微软雅黑</a:t>
            </a:r>
            <a:endParaRPr lang="zh-CN" altLang="en-US" dirty="0"/>
          </a:p>
        </p:txBody>
      </p:sp>
      <p:sp>
        <p:nvSpPr>
          <p:cNvPr id="12" name="文本占位符 5"/>
          <p:cNvSpPr>
            <a:spLocks noGrp="1"/>
          </p:cNvSpPr>
          <p:nvPr>
            <p:ph type="body" sz="quarter" idx="14" hasCustomPrompt="1"/>
          </p:nvPr>
        </p:nvSpPr>
        <p:spPr>
          <a:xfrm>
            <a:off x="828000" y="1188397"/>
            <a:ext cx="8580438" cy="1323439"/>
          </a:xfrm>
          <a:prstGeom prst="rect">
            <a:avLst/>
          </a:prstGeom>
          <a:noFill/>
          <a:effectLst>
            <a:outerShdw blurRad="50800" dist="38100" dir="2700000" algn="tl" rotWithShape="0">
              <a:prstClr val="black">
                <a:alpha val="40000"/>
              </a:prstClr>
            </a:outerShdw>
          </a:effectLst>
        </p:spPr>
        <p:txBody>
          <a:bodyPr wrap="square">
            <a:spAutoFit/>
          </a:bodyPr>
          <a:lstStyle>
            <a:lvl1pPr marL="0" indent="0">
              <a:lnSpc>
                <a:spcPct val="100000"/>
              </a:lnSpc>
              <a:spcBef>
                <a:spcPts val="0"/>
              </a:spcBef>
              <a:buNone/>
              <a:defRPr sz="4000" b="1" baseline="0">
                <a:solidFill>
                  <a:schemeClr val="bg1"/>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endParaRPr lang="en-US" altLang="zh-CN" dirty="0"/>
          </a:p>
          <a:p>
            <a:r>
              <a:rPr lang="en-US" altLang="zh-CN" dirty="0"/>
              <a:t>40pt </a:t>
            </a:r>
            <a:r>
              <a:rPr lang="zh-CN" altLang="en-US" dirty="0"/>
              <a:t>加粗</a:t>
            </a:r>
            <a:r>
              <a:rPr lang="en-US" altLang="zh-CN" dirty="0"/>
              <a:t> </a:t>
            </a:r>
            <a:endParaRPr lang="zh-CN" altLang="en-US" dirty="0"/>
          </a:p>
        </p:txBody>
      </p:sp>
      <p:sp>
        <p:nvSpPr>
          <p:cNvPr id="16" name="文本框 15"/>
          <p:cNvSpPr txBox="1"/>
          <p:nvPr userDrawn="1"/>
        </p:nvSpPr>
        <p:spPr>
          <a:xfrm>
            <a:off x="828000" y="6235582"/>
            <a:ext cx="3911069" cy="246221"/>
          </a:xfrm>
          <a:prstGeom prst="rect">
            <a:avLst/>
          </a:prstGeom>
          <a:noFill/>
        </p:spPr>
        <p:txBody>
          <a:bodyPr wrap="square" rtlCol="0">
            <a:spAutoFit/>
          </a:bodyPr>
          <a:lstStyle/>
          <a:p>
            <a:pPr>
              <a:buSzPct val="50000"/>
              <a:buFont typeface="Wingdings" panose="05000000000000000000" pitchFamily="2" charset="2"/>
              <a:buNone/>
            </a:pPr>
            <a:r>
              <a:rPr lang="en-US" altLang="zh-CN" sz="1000" dirty="0">
                <a:solidFill>
                  <a:prstClr val="white"/>
                </a:solidFill>
                <a:latin typeface="Verdana" panose="020B0604030504040204" charset="0"/>
              </a:rPr>
              <a:t>Copyright © 2022 Neusoft Corporation</a:t>
            </a:r>
            <a:endParaRPr lang="en-US" altLang="zh-CN" sz="1000" dirty="0">
              <a:solidFill>
                <a:prstClr val="white"/>
              </a:solidFill>
              <a:latin typeface="Verdana" panose="020B0604030504040204" charset="0"/>
            </a:endParaRPr>
          </a:p>
        </p:txBody>
      </p:sp>
      <p:sp>
        <p:nvSpPr>
          <p:cNvPr id="17" name="矩形 16"/>
          <p:cNvSpPr/>
          <p:nvPr userDrawn="1"/>
        </p:nvSpPr>
        <p:spPr>
          <a:xfrm>
            <a:off x="828000" y="6032456"/>
            <a:ext cx="2015295" cy="246221"/>
          </a:xfrm>
          <a:prstGeom prst="rect">
            <a:avLst/>
          </a:prstGeom>
        </p:spPr>
        <p:txBody>
          <a:bodyPr wrap="none">
            <a:spAutoFit/>
          </a:bodyPr>
          <a:lstStyle/>
          <a:p>
            <a:r>
              <a:rPr lang="zh-CN" altLang="en-US" sz="10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东软秘密 </a:t>
            </a:r>
            <a:r>
              <a:rPr lang="en-US" altLang="zh-CN" sz="1000" dirty="0" err="1">
                <a:solidFill>
                  <a:prstClr val="white"/>
                </a:solidFill>
                <a:latin typeface="Verdana" panose="020B0604030504040204" charset="0"/>
              </a:rPr>
              <a:t>Neusoft</a:t>
            </a:r>
            <a:r>
              <a:rPr lang="en-US" altLang="zh-CN" sz="10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 Confidential</a:t>
            </a:r>
            <a:endParaRPr lang="zh-CN" altLang="en-US" sz="1000" dirty="0">
              <a:solidFill>
                <a:prstClr val="white"/>
              </a:solidFill>
              <a:latin typeface="Microsoft YaHei" panose="020B0503020204020204" pitchFamily="34" charset="-122"/>
              <a:ea typeface="Microsoft YaHei" panose="020B0503020204020204" pitchFamily="34" charset="-122"/>
            </a:endParaRPr>
          </a:p>
        </p:txBody>
      </p:sp>
      <p:pic>
        <p:nvPicPr>
          <p:cNvPr id="18" name="图片 17"/>
          <p:cNvPicPr>
            <a:picLocks noChangeAspect="1"/>
          </p:cNvPicPr>
          <p:nvPr userDrawn="1"/>
        </p:nvPicPr>
        <p:blipFill>
          <a:blip r:embed="rId3" cstate="screen"/>
          <a:stretch>
            <a:fillRect/>
          </a:stretch>
        </p:blipFill>
        <p:spPr>
          <a:xfrm>
            <a:off x="10113729" y="560625"/>
            <a:ext cx="1455772" cy="792000"/>
          </a:xfrm>
          <a:prstGeom prst="rect">
            <a:avLst/>
          </a:prstGeom>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cstate="screen"/>
          <a:srcRect/>
          <a:stretch>
            <a:fillRect/>
          </a:stretch>
        </p:blipFill>
        <p:spPr>
          <a:xfrm>
            <a:off x="0" y="-16932"/>
            <a:ext cx="12192000" cy="6883399"/>
          </a:xfrm>
          <a:prstGeom prst="rect">
            <a:avLst/>
          </a:prstGeom>
          <a:effectLst/>
        </p:spPr>
      </p:pic>
      <p:sp>
        <p:nvSpPr>
          <p:cNvPr id="9" name="文本框 8"/>
          <p:cNvSpPr txBox="1"/>
          <p:nvPr userDrawn="1"/>
        </p:nvSpPr>
        <p:spPr>
          <a:xfrm>
            <a:off x="836421" y="6233666"/>
            <a:ext cx="3911069" cy="246221"/>
          </a:xfrm>
          <a:prstGeom prst="rect">
            <a:avLst/>
          </a:prstGeom>
          <a:noFill/>
        </p:spPr>
        <p:txBody>
          <a:bodyPr wrap="square" rtlCol="0">
            <a:spAutoFit/>
          </a:bodyPr>
          <a:lstStyle/>
          <a:p>
            <a:pPr>
              <a:buSzPct val="50000"/>
              <a:buFont typeface="Wingdings" panose="05000000000000000000" pitchFamily="2" charset="2"/>
              <a:buNone/>
            </a:pPr>
            <a:r>
              <a:rPr lang="en-US" altLang="zh-CN" sz="1000" dirty="0">
                <a:solidFill>
                  <a:srgbClr val="323232"/>
                </a:solidFill>
                <a:latin typeface="Verdana" panose="020B0604030504040204" charset="0"/>
              </a:rPr>
              <a:t>Copyright © 2020 Neusoft Corporation</a:t>
            </a:r>
            <a:endParaRPr lang="en-US" altLang="zh-CN" sz="1000" dirty="0">
              <a:solidFill>
                <a:srgbClr val="323232"/>
              </a:solidFill>
              <a:latin typeface="Verdana" panose="020B0604030504040204" charset="0"/>
            </a:endParaRPr>
          </a:p>
        </p:txBody>
      </p:sp>
      <p:sp>
        <p:nvSpPr>
          <p:cNvPr id="10" name="矩形 9"/>
          <p:cNvSpPr/>
          <p:nvPr userDrawn="1"/>
        </p:nvSpPr>
        <p:spPr>
          <a:xfrm>
            <a:off x="836421" y="6030540"/>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1" name="文本占位符 126"/>
          <p:cNvSpPr>
            <a:spLocks noGrp="1"/>
          </p:cNvSpPr>
          <p:nvPr>
            <p:ph type="body" sz="quarter" idx="19" hasCustomPrompt="1"/>
          </p:nvPr>
        </p:nvSpPr>
        <p:spPr>
          <a:xfrm>
            <a:off x="828000" y="2929497"/>
            <a:ext cx="8580438" cy="585866"/>
          </a:xfrm>
          <a:prstGeom prst="rect">
            <a:avLst/>
          </a:prstGeom>
          <a:noFill/>
        </p:spPr>
        <p:txBody>
          <a:bodyPr wrap="square" tIns="46800">
            <a:spAutoFit/>
          </a:bodyPr>
          <a:lstStyle>
            <a:lvl1pPr marL="0" indent="0">
              <a:lnSpc>
                <a:spcPct val="100000"/>
              </a:lnSpc>
              <a:spcBef>
                <a:spcPts val="0"/>
              </a:spcBef>
              <a:buNone/>
              <a:defRPr sz="1600">
                <a:solidFill>
                  <a:schemeClr val="bg1"/>
                </a:solidFill>
                <a:latin typeface="Verdana" panose="020B0604030504040204" charset="0"/>
                <a:ea typeface="Microsoft YaHei" panose="020B0503020204020204" pitchFamily="34" charset="-122"/>
                <a:cs typeface="Verdana" panose="020B0604030504040204" charset="0"/>
              </a:defRPr>
            </a:lvl1pPr>
          </a:lstStyle>
          <a:p>
            <a:pPr lvl="0"/>
            <a:r>
              <a:rPr lang="zh-CN" altLang="en-US" dirty="0"/>
              <a:t>演讲人                </a:t>
            </a:r>
            <a:endParaRPr lang="en-US" altLang="zh-CN" dirty="0"/>
          </a:p>
          <a:p>
            <a:pPr lvl="0"/>
            <a:r>
              <a:rPr lang="en-US" altLang="zh-CN" dirty="0"/>
              <a:t>16pt </a:t>
            </a:r>
            <a:r>
              <a:rPr lang="zh-CN" altLang="en-US" dirty="0"/>
              <a:t>微软雅黑</a:t>
            </a:r>
            <a:endParaRPr lang="zh-CN" altLang="en-US" dirty="0"/>
          </a:p>
        </p:txBody>
      </p:sp>
      <p:sp>
        <p:nvSpPr>
          <p:cNvPr id="12" name="文本占位符 5"/>
          <p:cNvSpPr>
            <a:spLocks noGrp="1"/>
          </p:cNvSpPr>
          <p:nvPr>
            <p:ph type="body" sz="quarter" idx="14" hasCustomPrompt="1"/>
          </p:nvPr>
        </p:nvSpPr>
        <p:spPr>
          <a:xfrm>
            <a:off x="828000" y="1188397"/>
            <a:ext cx="8580438" cy="1323439"/>
          </a:xfrm>
          <a:prstGeom prst="rect">
            <a:avLst/>
          </a:prstGeom>
          <a:noFill/>
          <a:effectLst>
            <a:outerShdw blurRad="50800" dist="38100" dir="2700000" algn="tl" rotWithShape="0">
              <a:prstClr val="black">
                <a:alpha val="40000"/>
              </a:prstClr>
            </a:outerShdw>
          </a:effectLst>
        </p:spPr>
        <p:txBody>
          <a:bodyPr wrap="square">
            <a:spAutoFit/>
          </a:bodyPr>
          <a:lstStyle>
            <a:lvl1pPr marL="0" indent="0">
              <a:lnSpc>
                <a:spcPct val="100000"/>
              </a:lnSpc>
              <a:spcBef>
                <a:spcPts val="0"/>
              </a:spcBef>
              <a:buNone/>
              <a:defRPr sz="4000" b="1" baseline="0">
                <a:solidFill>
                  <a:schemeClr val="bg1"/>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endParaRPr lang="en-US" altLang="zh-CN" dirty="0"/>
          </a:p>
          <a:p>
            <a:r>
              <a:rPr lang="en-US" altLang="zh-CN" dirty="0"/>
              <a:t>40pt </a:t>
            </a:r>
            <a:r>
              <a:rPr lang="zh-CN" altLang="en-US" dirty="0"/>
              <a:t>加粗</a:t>
            </a:r>
            <a:r>
              <a:rPr lang="en-US" altLang="zh-CN" dirty="0"/>
              <a:t> </a:t>
            </a:r>
            <a:endParaRPr lang="zh-CN" altLang="en-US" dirty="0"/>
          </a:p>
        </p:txBody>
      </p:sp>
      <p:sp>
        <p:nvSpPr>
          <p:cNvPr id="16" name="文本框 15"/>
          <p:cNvSpPr txBox="1"/>
          <p:nvPr userDrawn="1"/>
        </p:nvSpPr>
        <p:spPr>
          <a:xfrm>
            <a:off x="828000" y="6235582"/>
            <a:ext cx="3911069" cy="246221"/>
          </a:xfrm>
          <a:prstGeom prst="rect">
            <a:avLst/>
          </a:prstGeom>
          <a:noFill/>
        </p:spPr>
        <p:txBody>
          <a:bodyPr wrap="square" rtlCol="0">
            <a:spAutoFit/>
          </a:bodyPr>
          <a:lstStyle/>
          <a:p>
            <a:pPr>
              <a:buSzPct val="50000"/>
              <a:buFont typeface="Wingdings" panose="05000000000000000000" pitchFamily="2" charset="2"/>
              <a:buNone/>
            </a:pPr>
            <a:r>
              <a:rPr lang="en-US" altLang="zh-CN" sz="1000" dirty="0">
                <a:solidFill>
                  <a:prstClr val="white"/>
                </a:solidFill>
                <a:latin typeface="Verdana" panose="020B0604030504040204" charset="0"/>
              </a:rPr>
              <a:t>Copyright © 2022 Neusoft Corporation</a:t>
            </a:r>
            <a:endParaRPr lang="en-US" altLang="zh-CN" sz="1000" dirty="0">
              <a:solidFill>
                <a:prstClr val="white"/>
              </a:solidFill>
              <a:latin typeface="Verdana" panose="020B0604030504040204" charset="0"/>
            </a:endParaRPr>
          </a:p>
        </p:txBody>
      </p:sp>
      <p:sp>
        <p:nvSpPr>
          <p:cNvPr id="17" name="矩形 16"/>
          <p:cNvSpPr/>
          <p:nvPr userDrawn="1"/>
        </p:nvSpPr>
        <p:spPr>
          <a:xfrm>
            <a:off x="828000" y="6032456"/>
            <a:ext cx="1723549" cy="246221"/>
          </a:xfrm>
          <a:prstGeom prst="rect">
            <a:avLst/>
          </a:prstGeom>
        </p:spPr>
        <p:txBody>
          <a:bodyPr wrap="none">
            <a:spAutoFit/>
          </a:bodyPr>
          <a:lstStyle/>
          <a:p>
            <a:r>
              <a:rPr lang="zh-CN" altLang="zh-CN" sz="10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prstClr val="white"/>
              </a:solidFill>
              <a:latin typeface="Microsoft YaHei" panose="020B0503020204020204" pitchFamily="34" charset="-122"/>
              <a:ea typeface="Microsoft YaHei" panose="020B0503020204020204" pitchFamily="34" charset="-122"/>
            </a:endParaRPr>
          </a:p>
        </p:txBody>
      </p:sp>
      <p:pic>
        <p:nvPicPr>
          <p:cNvPr id="18" name="图片 17"/>
          <p:cNvPicPr>
            <a:picLocks noChangeAspect="1"/>
          </p:cNvPicPr>
          <p:nvPr userDrawn="1"/>
        </p:nvPicPr>
        <p:blipFill>
          <a:blip r:embed="rId3" cstate="screen"/>
          <a:stretch>
            <a:fillRect/>
          </a:stretch>
        </p:blipFill>
        <p:spPr>
          <a:xfrm>
            <a:off x="10113729" y="560625"/>
            <a:ext cx="1455772" cy="792000"/>
          </a:xfrm>
          <a:prstGeom prst="rect">
            <a:avLst/>
          </a:prstGeom>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15" name="图片占位符 4"/>
          <p:cNvPicPr>
            <a:picLocks noChangeAspect="1"/>
          </p:cNvPicPr>
          <p:nvPr userDrawn="1"/>
        </p:nvPicPr>
        <p:blipFill rotWithShape="1">
          <a:blip r:embed="rId2" cstate="screen"/>
          <a:srcRect/>
          <a:stretch>
            <a:fillRect/>
          </a:stretch>
        </p:blipFill>
        <p:spPr>
          <a:xfrm flipH="1">
            <a:off x="0" y="0"/>
            <a:ext cx="12192000" cy="6858000"/>
          </a:xfrm>
          <a:prstGeom prst="rect">
            <a:avLst/>
          </a:prstGeom>
        </p:spPr>
      </p:pic>
      <p:sp>
        <p:nvSpPr>
          <p:cNvPr id="9" name="文本占位符 126"/>
          <p:cNvSpPr>
            <a:spLocks noGrp="1"/>
          </p:cNvSpPr>
          <p:nvPr>
            <p:ph type="body" sz="quarter" idx="19" hasCustomPrompt="1"/>
          </p:nvPr>
        </p:nvSpPr>
        <p:spPr>
          <a:xfrm>
            <a:off x="828000" y="4157164"/>
            <a:ext cx="8580438" cy="585866"/>
          </a:xfrm>
          <a:prstGeom prst="rect">
            <a:avLst/>
          </a:prstGeom>
          <a:noFill/>
        </p:spPr>
        <p:txBody>
          <a:bodyPr wrap="square" tIns="46800">
            <a:spAutoFit/>
          </a:bodyPr>
          <a:lstStyle>
            <a:lvl1pPr marL="0" indent="0">
              <a:lnSpc>
                <a:spcPct val="100000"/>
              </a:lnSpc>
              <a:spcBef>
                <a:spcPts val="0"/>
              </a:spcBef>
              <a:buNone/>
              <a:defRPr sz="1600">
                <a:solidFill>
                  <a:schemeClr val="bg1"/>
                </a:solidFill>
                <a:latin typeface="Verdana" panose="020B0604030504040204" charset="0"/>
                <a:ea typeface="Microsoft YaHei" panose="020B0503020204020204" pitchFamily="34" charset="-122"/>
                <a:cs typeface="Verdana" panose="020B0604030504040204" charset="0"/>
              </a:defRPr>
            </a:lvl1pPr>
          </a:lstStyle>
          <a:p>
            <a:pPr lvl="0"/>
            <a:r>
              <a:rPr lang="zh-CN" altLang="en-US" dirty="0"/>
              <a:t>演讲人                </a:t>
            </a:r>
            <a:endParaRPr lang="en-US" altLang="zh-CN" dirty="0"/>
          </a:p>
          <a:p>
            <a:pPr lvl="0"/>
            <a:r>
              <a:rPr lang="en-US" altLang="zh-CN" dirty="0"/>
              <a:t>16pt </a:t>
            </a:r>
            <a:r>
              <a:rPr lang="zh-CN" altLang="en-US" dirty="0"/>
              <a:t>微软雅黑</a:t>
            </a:r>
            <a:endParaRPr lang="zh-CN" altLang="en-US" dirty="0"/>
          </a:p>
        </p:txBody>
      </p:sp>
      <p:sp>
        <p:nvSpPr>
          <p:cNvPr id="10" name="文本占位符 5"/>
          <p:cNvSpPr>
            <a:spLocks noGrp="1"/>
          </p:cNvSpPr>
          <p:nvPr>
            <p:ph type="body" sz="quarter" idx="14" hasCustomPrompt="1"/>
          </p:nvPr>
        </p:nvSpPr>
        <p:spPr>
          <a:xfrm>
            <a:off x="828000" y="2416064"/>
            <a:ext cx="8580438" cy="1323439"/>
          </a:xfrm>
          <a:prstGeom prst="rect">
            <a:avLst/>
          </a:prstGeom>
          <a:noFill/>
          <a:effectLst>
            <a:outerShdw blurRad="50800" dist="38100" dir="2700000" algn="tl" rotWithShape="0">
              <a:prstClr val="black">
                <a:alpha val="40000"/>
              </a:prstClr>
            </a:outerShdw>
          </a:effectLst>
        </p:spPr>
        <p:txBody>
          <a:bodyPr wrap="square">
            <a:spAutoFit/>
          </a:bodyPr>
          <a:lstStyle>
            <a:lvl1pPr marL="0" indent="0">
              <a:lnSpc>
                <a:spcPct val="100000"/>
              </a:lnSpc>
              <a:spcBef>
                <a:spcPts val="0"/>
              </a:spcBef>
              <a:buNone/>
              <a:defRPr sz="4000" b="1" baseline="0">
                <a:solidFill>
                  <a:schemeClr val="bg1"/>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endParaRPr lang="en-US" altLang="zh-CN" dirty="0"/>
          </a:p>
          <a:p>
            <a:r>
              <a:rPr lang="en-US" altLang="zh-CN" dirty="0"/>
              <a:t>40pt </a:t>
            </a:r>
            <a:r>
              <a:rPr lang="zh-CN" altLang="en-US" dirty="0"/>
              <a:t>加粗</a:t>
            </a:r>
            <a:r>
              <a:rPr lang="en-US" altLang="zh-CN" dirty="0"/>
              <a:t> </a:t>
            </a:r>
            <a:endParaRPr lang="zh-CN" altLang="en-US" dirty="0"/>
          </a:p>
        </p:txBody>
      </p:sp>
      <p:sp>
        <p:nvSpPr>
          <p:cNvPr id="11" name="文本框 10"/>
          <p:cNvSpPr txBox="1"/>
          <p:nvPr userDrawn="1"/>
        </p:nvSpPr>
        <p:spPr>
          <a:xfrm>
            <a:off x="828000" y="6235582"/>
            <a:ext cx="3911069" cy="246221"/>
          </a:xfrm>
          <a:prstGeom prst="rect">
            <a:avLst/>
          </a:prstGeom>
          <a:noFill/>
        </p:spPr>
        <p:txBody>
          <a:bodyPr wrap="square" rtlCol="0">
            <a:spAutoFit/>
          </a:bodyPr>
          <a:lstStyle/>
          <a:p>
            <a:pPr>
              <a:buSzPct val="50000"/>
              <a:buFont typeface="Wingdings" panose="05000000000000000000" pitchFamily="2" charset="2"/>
              <a:buNone/>
            </a:pPr>
            <a:r>
              <a:rPr lang="en-US" altLang="zh-CN" sz="1000" dirty="0">
                <a:solidFill>
                  <a:prstClr val="white"/>
                </a:solidFill>
                <a:latin typeface="Verdana" panose="020B0604030504040204" charset="0"/>
              </a:rPr>
              <a:t>Copyright © 2022 Neusoft Corporation</a:t>
            </a:r>
            <a:endParaRPr lang="en-US" altLang="zh-CN" sz="1000" dirty="0">
              <a:solidFill>
                <a:prstClr val="white"/>
              </a:solidFill>
              <a:latin typeface="Verdana" panose="020B0604030504040204" charset="0"/>
            </a:endParaRPr>
          </a:p>
        </p:txBody>
      </p:sp>
      <p:sp>
        <p:nvSpPr>
          <p:cNvPr id="12" name="矩形 11"/>
          <p:cNvSpPr/>
          <p:nvPr userDrawn="1"/>
        </p:nvSpPr>
        <p:spPr>
          <a:xfrm>
            <a:off x="828000" y="6032456"/>
            <a:ext cx="1723549" cy="246221"/>
          </a:xfrm>
          <a:prstGeom prst="rect">
            <a:avLst/>
          </a:prstGeom>
        </p:spPr>
        <p:txBody>
          <a:bodyPr wrap="none">
            <a:spAutoFit/>
          </a:bodyPr>
          <a:lstStyle/>
          <a:p>
            <a:r>
              <a:rPr lang="zh-CN" altLang="zh-CN" sz="10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prstClr val="white"/>
              </a:solidFill>
              <a:latin typeface="Microsoft YaHei" panose="020B0503020204020204" pitchFamily="34" charset="-122"/>
              <a:ea typeface="Microsoft YaHei" panose="020B0503020204020204" pitchFamily="34" charset="-122"/>
            </a:endParaRPr>
          </a:p>
        </p:txBody>
      </p:sp>
      <p:pic>
        <p:nvPicPr>
          <p:cNvPr id="13" name="图片 12"/>
          <p:cNvPicPr>
            <a:picLocks noChangeAspect="1"/>
          </p:cNvPicPr>
          <p:nvPr userDrawn="1"/>
        </p:nvPicPr>
        <p:blipFill>
          <a:blip r:embed="rId3" cstate="screen"/>
          <a:stretch>
            <a:fillRect/>
          </a:stretch>
        </p:blipFill>
        <p:spPr>
          <a:xfrm>
            <a:off x="10113729" y="560625"/>
            <a:ext cx="1455772" cy="792000"/>
          </a:xfrm>
          <a:prstGeom prst="rect">
            <a:avLst/>
          </a:prstGeom>
        </p:spPr>
      </p:pic>
      <p:pic>
        <p:nvPicPr>
          <p:cNvPr id="14" name="图片 13"/>
          <p:cNvPicPr>
            <a:picLocks noChangeAspect="1"/>
          </p:cNvPicPr>
          <p:nvPr userDrawn="1"/>
        </p:nvPicPr>
        <p:blipFill>
          <a:blip r:embed="rId4" cstate="screen"/>
          <a:stretch>
            <a:fillRect/>
          </a:stretch>
        </p:blipFill>
        <p:spPr>
          <a:xfrm>
            <a:off x="10030936" y="5982754"/>
            <a:ext cx="1538565" cy="500400"/>
          </a:xfrm>
          <a:prstGeom prst="rect">
            <a:avLst/>
          </a:prstGeom>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封面四">
    <p:spTree>
      <p:nvGrpSpPr>
        <p:cNvPr id="1" name=""/>
        <p:cNvGrpSpPr/>
        <p:nvPr/>
      </p:nvGrpSpPr>
      <p:grpSpPr>
        <a:xfrm>
          <a:off x="0" y="0"/>
          <a:ext cx="0" cy="0"/>
          <a:chOff x="0" y="0"/>
          <a:chExt cx="0" cy="0"/>
        </a:xfrm>
      </p:grpSpPr>
      <p:sp>
        <p:nvSpPr>
          <p:cNvPr id="18" name="文本框 17"/>
          <p:cNvSpPr txBox="1"/>
          <p:nvPr userDrawn="1"/>
        </p:nvSpPr>
        <p:spPr>
          <a:xfrm>
            <a:off x="836421" y="6233666"/>
            <a:ext cx="3911069" cy="246221"/>
          </a:xfrm>
          <a:prstGeom prst="rect">
            <a:avLst/>
          </a:prstGeom>
          <a:noFill/>
        </p:spPr>
        <p:txBody>
          <a:bodyPr wrap="square" rtlCol="0">
            <a:spAutoFit/>
          </a:bodyPr>
          <a:lstStyle/>
          <a:p>
            <a:pPr eaLnBrk="0" fontAlgn="base" hangingPunct="0">
              <a:lnSpc>
                <a:spcPct val="100000"/>
              </a:lnSpc>
              <a:spcBef>
                <a:spcPct val="0"/>
              </a:spcBef>
              <a:spcAft>
                <a:spcPct val="0"/>
              </a:spcAft>
              <a:buSzPct val="50000"/>
              <a:buFont typeface="Wingdings" panose="05000000000000000000" pitchFamily="2" charset="2"/>
              <a:buNone/>
            </a:pPr>
            <a:r>
              <a:rPr lang="en-US" altLang="zh-CN" sz="1000" dirty="0">
                <a:solidFill>
                  <a:srgbClr val="323232"/>
                </a:solidFill>
                <a:latin typeface="Verdana" panose="020B0604030504040204" charset="0"/>
              </a:rPr>
              <a:t>Copyright © 2022 Neusoft Corporation</a:t>
            </a:r>
            <a:endParaRPr lang="en-US" altLang="zh-CN" sz="1000" dirty="0">
              <a:solidFill>
                <a:srgbClr val="323232"/>
              </a:solidFill>
              <a:latin typeface="Verdana" panose="020B0604030504040204" charset="0"/>
            </a:endParaRPr>
          </a:p>
        </p:txBody>
      </p:sp>
      <p:sp>
        <p:nvSpPr>
          <p:cNvPr id="20" name="矩形 19"/>
          <p:cNvSpPr/>
          <p:nvPr userDrawn="1"/>
        </p:nvSpPr>
        <p:spPr>
          <a:xfrm>
            <a:off x="836421" y="6030540"/>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21" name="文本占位符 126"/>
          <p:cNvSpPr>
            <a:spLocks noGrp="1"/>
          </p:cNvSpPr>
          <p:nvPr>
            <p:ph type="body" sz="quarter" idx="19" hasCustomPrompt="1"/>
          </p:nvPr>
        </p:nvSpPr>
        <p:spPr>
          <a:xfrm>
            <a:off x="855662" y="5469496"/>
            <a:ext cx="8580438" cy="339645"/>
          </a:xfrm>
          <a:prstGeom prst="rect">
            <a:avLst/>
          </a:prstGeom>
          <a:noFill/>
        </p:spPr>
        <p:txBody>
          <a:bodyPr wrap="square" tIns="46800">
            <a:spAutoFit/>
          </a:bodyPr>
          <a:lstStyle>
            <a:lvl1pPr marL="0" indent="0">
              <a:lnSpc>
                <a:spcPct val="100000"/>
              </a:lnSpc>
              <a:spcBef>
                <a:spcPts val="0"/>
              </a:spcBef>
              <a:buNone/>
              <a:defRPr sz="1600">
                <a:solidFill>
                  <a:srgbClr val="323232"/>
                </a:solidFill>
                <a:latin typeface="Verdana" panose="020B0604030504040204" charset="0"/>
                <a:ea typeface="Microsoft YaHei" panose="020B0503020204020204" pitchFamily="34" charset="-122"/>
                <a:cs typeface="Verdana" panose="020B0604030504040204" charset="0"/>
              </a:defRPr>
            </a:lvl1pPr>
          </a:lstStyle>
          <a:p>
            <a:pPr lvl="0"/>
            <a:r>
              <a:rPr lang="zh-CN" altLang="en-US" dirty="0"/>
              <a:t>演讲人                </a:t>
            </a:r>
            <a:r>
              <a:rPr lang="en-US" altLang="zh-CN" dirty="0"/>
              <a:t>16pt </a:t>
            </a:r>
            <a:r>
              <a:rPr lang="zh-CN" altLang="en-US" dirty="0"/>
              <a:t>微软雅黑</a:t>
            </a:r>
            <a:endParaRPr lang="zh-CN" altLang="en-US" dirty="0"/>
          </a:p>
        </p:txBody>
      </p:sp>
      <p:sp>
        <p:nvSpPr>
          <p:cNvPr id="22" name="图片占位符 30"/>
          <p:cNvSpPr>
            <a:spLocks noGrp="1"/>
          </p:cNvSpPr>
          <p:nvPr>
            <p:ph type="pic" sz="quarter" idx="17"/>
          </p:nvPr>
        </p:nvSpPr>
        <p:spPr>
          <a:xfrm>
            <a:off x="897499" y="0"/>
            <a:ext cx="6927595" cy="3440888"/>
          </a:xfrm>
          <a:custGeom>
            <a:avLst/>
            <a:gdLst>
              <a:gd name="connsiteX0" fmla="*/ 5151490 w 7697585"/>
              <a:gd name="connsiteY0" fmla="*/ 0 h 2622900"/>
              <a:gd name="connsiteX1" fmla="*/ 7618189 w 7697585"/>
              <a:gd name="connsiteY1" fmla="*/ 0 h 2622900"/>
              <a:gd name="connsiteX2" fmla="*/ 7697585 w 7697585"/>
              <a:gd name="connsiteY2" fmla="*/ 0 h 2622900"/>
              <a:gd name="connsiteX3" fmla="*/ 7697585 w 7697585"/>
              <a:gd name="connsiteY3" fmla="*/ 1143928 h 2622900"/>
              <a:gd name="connsiteX4" fmla="*/ 7697584 w 7697585"/>
              <a:gd name="connsiteY4" fmla="*/ 1143928 h 2622900"/>
              <a:gd name="connsiteX5" fmla="*/ 7697584 w 7697585"/>
              <a:gd name="connsiteY5" fmla="*/ 2543505 h 2622900"/>
              <a:gd name="connsiteX6" fmla="*/ 7618189 w 7697585"/>
              <a:gd name="connsiteY6" fmla="*/ 2622900 h 2622900"/>
              <a:gd name="connsiteX7" fmla="*/ 5151490 w 7697585"/>
              <a:gd name="connsiteY7" fmla="*/ 2622900 h 2622900"/>
              <a:gd name="connsiteX8" fmla="*/ 2581562 w 7697585"/>
              <a:gd name="connsiteY8" fmla="*/ 0 h 2622900"/>
              <a:gd name="connsiteX9" fmla="*/ 5105771 w 7697585"/>
              <a:gd name="connsiteY9" fmla="*/ 0 h 2622900"/>
              <a:gd name="connsiteX10" fmla="*/ 5105771 w 7697585"/>
              <a:gd name="connsiteY10" fmla="*/ 2622900 h 2622900"/>
              <a:gd name="connsiteX11" fmla="*/ 2581562 w 7697585"/>
              <a:gd name="connsiteY11" fmla="*/ 2622900 h 2622900"/>
              <a:gd name="connsiteX12" fmla="*/ 1 w 7697585"/>
              <a:gd name="connsiteY12" fmla="*/ 0 h 2622900"/>
              <a:gd name="connsiteX13" fmla="*/ 79395 w 7697585"/>
              <a:gd name="connsiteY13" fmla="*/ 0 h 2622900"/>
              <a:gd name="connsiteX14" fmla="*/ 2535843 w 7697585"/>
              <a:gd name="connsiteY14" fmla="*/ 0 h 2622900"/>
              <a:gd name="connsiteX15" fmla="*/ 2535843 w 7697585"/>
              <a:gd name="connsiteY15" fmla="*/ 2622900 h 2622900"/>
              <a:gd name="connsiteX16" fmla="*/ 79395 w 7697585"/>
              <a:gd name="connsiteY16" fmla="*/ 2622900 h 2622900"/>
              <a:gd name="connsiteX17" fmla="*/ 0 w 7697585"/>
              <a:gd name="connsiteY17" fmla="*/ 2543505 h 2622900"/>
              <a:gd name="connsiteX18" fmla="*/ 0 w 7697585"/>
              <a:gd name="connsiteY18" fmla="*/ 79395 h 2622900"/>
              <a:gd name="connsiteX19" fmla="*/ 1 w 7697585"/>
              <a:gd name="connsiteY19" fmla="*/ 79390 h 2622900"/>
              <a:gd name="connsiteX0-1" fmla="*/ 5151490 w 7697585"/>
              <a:gd name="connsiteY0-2" fmla="*/ 0 h 2622900"/>
              <a:gd name="connsiteX1-3" fmla="*/ 7618189 w 7697585"/>
              <a:gd name="connsiteY1-4" fmla="*/ 0 h 2622900"/>
              <a:gd name="connsiteX2-5" fmla="*/ 7697585 w 7697585"/>
              <a:gd name="connsiteY2-6" fmla="*/ 1143928 h 2622900"/>
              <a:gd name="connsiteX3-7" fmla="*/ 7697584 w 7697585"/>
              <a:gd name="connsiteY3-8" fmla="*/ 1143928 h 2622900"/>
              <a:gd name="connsiteX4-9" fmla="*/ 7697584 w 7697585"/>
              <a:gd name="connsiteY4-10" fmla="*/ 2543505 h 2622900"/>
              <a:gd name="connsiteX5-11" fmla="*/ 7618189 w 7697585"/>
              <a:gd name="connsiteY5-12" fmla="*/ 2622900 h 2622900"/>
              <a:gd name="connsiteX6-13" fmla="*/ 5151490 w 7697585"/>
              <a:gd name="connsiteY6-14" fmla="*/ 2622900 h 2622900"/>
              <a:gd name="connsiteX7-15" fmla="*/ 5151490 w 7697585"/>
              <a:gd name="connsiteY7-16" fmla="*/ 0 h 2622900"/>
              <a:gd name="connsiteX8-17" fmla="*/ 2581562 w 7697585"/>
              <a:gd name="connsiteY8-18" fmla="*/ 0 h 2622900"/>
              <a:gd name="connsiteX9-19" fmla="*/ 5105771 w 7697585"/>
              <a:gd name="connsiteY9-20" fmla="*/ 0 h 2622900"/>
              <a:gd name="connsiteX10-21" fmla="*/ 5105771 w 7697585"/>
              <a:gd name="connsiteY10-22" fmla="*/ 2622900 h 2622900"/>
              <a:gd name="connsiteX11-23" fmla="*/ 2581562 w 7697585"/>
              <a:gd name="connsiteY11-24" fmla="*/ 2622900 h 2622900"/>
              <a:gd name="connsiteX12-25" fmla="*/ 2581562 w 7697585"/>
              <a:gd name="connsiteY12-26" fmla="*/ 0 h 2622900"/>
              <a:gd name="connsiteX13-27" fmla="*/ 1 w 7697585"/>
              <a:gd name="connsiteY13-28" fmla="*/ 0 h 2622900"/>
              <a:gd name="connsiteX14-29" fmla="*/ 79395 w 7697585"/>
              <a:gd name="connsiteY14-30" fmla="*/ 0 h 2622900"/>
              <a:gd name="connsiteX15-31" fmla="*/ 2535843 w 7697585"/>
              <a:gd name="connsiteY15-32" fmla="*/ 0 h 2622900"/>
              <a:gd name="connsiteX16-33" fmla="*/ 2535843 w 7697585"/>
              <a:gd name="connsiteY16-34" fmla="*/ 2622900 h 2622900"/>
              <a:gd name="connsiteX17-35" fmla="*/ 79395 w 7697585"/>
              <a:gd name="connsiteY17-36" fmla="*/ 2622900 h 2622900"/>
              <a:gd name="connsiteX18-37" fmla="*/ 0 w 7697585"/>
              <a:gd name="connsiteY18-38" fmla="*/ 2543505 h 2622900"/>
              <a:gd name="connsiteX19-39" fmla="*/ 0 w 7697585"/>
              <a:gd name="connsiteY19-40" fmla="*/ 79395 h 2622900"/>
              <a:gd name="connsiteX20" fmla="*/ 1 w 7697585"/>
              <a:gd name="connsiteY20" fmla="*/ 79390 h 2622900"/>
              <a:gd name="connsiteX21" fmla="*/ 1 w 7697585"/>
              <a:gd name="connsiteY21" fmla="*/ 0 h 2622900"/>
              <a:gd name="connsiteX0-41" fmla="*/ 5151490 w 7697585"/>
              <a:gd name="connsiteY0-42" fmla="*/ 0 h 2622900"/>
              <a:gd name="connsiteX1-43" fmla="*/ 7697585 w 7697585"/>
              <a:gd name="connsiteY1-44" fmla="*/ 1143928 h 2622900"/>
              <a:gd name="connsiteX2-45" fmla="*/ 7697584 w 7697585"/>
              <a:gd name="connsiteY2-46" fmla="*/ 1143928 h 2622900"/>
              <a:gd name="connsiteX3-47" fmla="*/ 7697584 w 7697585"/>
              <a:gd name="connsiteY3-48" fmla="*/ 2543505 h 2622900"/>
              <a:gd name="connsiteX4-49" fmla="*/ 7618189 w 7697585"/>
              <a:gd name="connsiteY4-50" fmla="*/ 2622900 h 2622900"/>
              <a:gd name="connsiteX5-51" fmla="*/ 5151490 w 7697585"/>
              <a:gd name="connsiteY5-52" fmla="*/ 2622900 h 2622900"/>
              <a:gd name="connsiteX6-53" fmla="*/ 5151490 w 7697585"/>
              <a:gd name="connsiteY6-54" fmla="*/ 0 h 2622900"/>
              <a:gd name="connsiteX7-55" fmla="*/ 2581562 w 7697585"/>
              <a:gd name="connsiteY7-56" fmla="*/ 0 h 2622900"/>
              <a:gd name="connsiteX8-57" fmla="*/ 5105771 w 7697585"/>
              <a:gd name="connsiteY8-58" fmla="*/ 0 h 2622900"/>
              <a:gd name="connsiteX9-59" fmla="*/ 5105771 w 7697585"/>
              <a:gd name="connsiteY9-60" fmla="*/ 2622900 h 2622900"/>
              <a:gd name="connsiteX10-61" fmla="*/ 2581562 w 7697585"/>
              <a:gd name="connsiteY10-62" fmla="*/ 2622900 h 2622900"/>
              <a:gd name="connsiteX11-63" fmla="*/ 2581562 w 7697585"/>
              <a:gd name="connsiteY11-64" fmla="*/ 0 h 2622900"/>
              <a:gd name="connsiteX12-65" fmla="*/ 1 w 7697585"/>
              <a:gd name="connsiteY12-66" fmla="*/ 0 h 2622900"/>
              <a:gd name="connsiteX13-67" fmla="*/ 79395 w 7697585"/>
              <a:gd name="connsiteY13-68" fmla="*/ 0 h 2622900"/>
              <a:gd name="connsiteX14-69" fmla="*/ 2535843 w 7697585"/>
              <a:gd name="connsiteY14-70" fmla="*/ 0 h 2622900"/>
              <a:gd name="connsiteX15-71" fmla="*/ 2535843 w 7697585"/>
              <a:gd name="connsiteY15-72" fmla="*/ 2622900 h 2622900"/>
              <a:gd name="connsiteX16-73" fmla="*/ 79395 w 7697585"/>
              <a:gd name="connsiteY16-74" fmla="*/ 2622900 h 2622900"/>
              <a:gd name="connsiteX17-75" fmla="*/ 0 w 7697585"/>
              <a:gd name="connsiteY17-76" fmla="*/ 2543505 h 2622900"/>
              <a:gd name="connsiteX18-77" fmla="*/ 0 w 7697585"/>
              <a:gd name="connsiteY18-78" fmla="*/ 79395 h 2622900"/>
              <a:gd name="connsiteX19-79" fmla="*/ 1 w 7697585"/>
              <a:gd name="connsiteY19-80" fmla="*/ 79390 h 2622900"/>
              <a:gd name="connsiteX20-81" fmla="*/ 1 w 7697585"/>
              <a:gd name="connsiteY20-82" fmla="*/ 0 h 2622900"/>
              <a:gd name="connsiteX0-83" fmla="*/ 5151490 w 7697585"/>
              <a:gd name="connsiteY0-84" fmla="*/ 0 h 2622900"/>
              <a:gd name="connsiteX1-85" fmla="*/ 7697585 w 7697585"/>
              <a:gd name="connsiteY1-86" fmla="*/ 1143928 h 2622900"/>
              <a:gd name="connsiteX2-87" fmla="*/ 7697584 w 7697585"/>
              <a:gd name="connsiteY2-88" fmla="*/ 2543505 h 2622900"/>
              <a:gd name="connsiteX3-89" fmla="*/ 7618189 w 7697585"/>
              <a:gd name="connsiteY3-90" fmla="*/ 2622900 h 2622900"/>
              <a:gd name="connsiteX4-91" fmla="*/ 5151490 w 7697585"/>
              <a:gd name="connsiteY4-92" fmla="*/ 2622900 h 2622900"/>
              <a:gd name="connsiteX5-93" fmla="*/ 5151490 w 7697585"/>
              <a:gd name="connsiteY5-94" fmla="*/ 0 h 2622900"/>
              <a:gd name="connsiteX6-95" fmla="*/ 2581562 w 7697585"/>
              <a:gd name="connsiteY6-96" fmla="*/ 0 h 2622900"/>
              <a:gd name="connsiteX7-97" fmla="*/ 5105771 w 7697585"/>
              <a:gd name="connsiteY7-98" fmla="*/ 0 h 2622900"/>
              <a:gd name="connsiteX8-99" fmla="*/ 5105771 w 7697585"/>
              <a:gd name="connsiteY8-100" fmla="*/ 2622900 h 2622900"/>
              <a:gd name="connsiteX9-101" fmla="*/ 2581562 w 7697585"/>
              <a:gd name="connsiteY9-102" fmla="*/ 2622900 h 2622900"/>
              <a:gd name="connsiteX10-103" fmla="*/ 2581562 w 7697585"/>
              <a:gd name="connsiteY10-104" fmla="*/ 0 h 2622900"/>
              <a:gd name="connsiteX11-105" fmla="*/ 1 w 7697585"/>
              <a:gd name="connsiteY11-106" fmla="*/ 0 h 2622900"/>
              <a:gd name="connsiteX12-107" fmla="*/ 79395 w 7697585"/>
              <a:gd name="connsiteY12-108" fmla="*/ 0 h 2622900"/>
              <a:gd name="connsiteX13-109" fmla="*/ 2535843 w 7697585"/>
              <a:gd name="connsiteY13-110" fmla="*/ 0 h 2622900"/>
              <a:gd name="connsiteX14-111" fmla="*/ 2535843 w 7697585"/>
              <a:gd name="connsiteY14-112" fmla="*/ 2622900 h 2622900"/>
              <a:gd name="connsiteX15-113" fmla="*/ 79395 w 7697585"/>
              <a:gd name="connsiteY15-114" fmla="*/ 2622900 h 2622900"/>
              <a:gd name="connsiteX16-115" fmla="*/ 0 w 7697585"/>
              <a:gd name="connsiteY16-116" fmla="*/ 2543505 h 2622900"/>
              <a:gd name="connsiteX17-117" fmla="*/ 0 w 7697585"/>
              <a:gd name="connsiteY17-118" fmla="*/ 79395 h 2622900"/>
              <a:gd name="connsiteX18-119" fmla="*/ 1 w 7697585"/>
              <a:gd name="connsiteY18-120" fmla="*/ 79390 h 2622900"/>
              <a:gd name="connsiteX19-121" fmla="*/ 1 w 7697585"/>
              <a:gd name="connsiteY19-122" fmla="*/ 0 h 2622900"/>
              <a:gd name="connsiteX0-123" fmla="*/ 5151490 w 7697584"/>
              <a:gd name="connsiteY0-124" fmla="*/ 0 h 2622900"/>
              <a:gd name="connsiteX1-125" fmla="*/ 7697584 w 7697584"/>
              <a:gd name="connsiteY1-126" fmla="*/ 2543505 h 2622900"/>
              <a:gd name="connsiteX2-127" fmla="*/ 7618189 w 7697584"/>
              <a:gd name="connsiteY2-128" fmla="*/ 2622900 h 2622900"/>
              <a:gd name="connsiteX3-129" fmla="*/ 5151490 w 7697584"/>
              <a:gd name="connsiteY3-130" fmla="*/ 2622900 h 2622900"/>
              <a:gd name="connsiteX4-131" fmla="*/ 5151490 w 7697584"/>
              <a:gd name="connsiteY4-132" fmla="*/ 0 h 2622900"/>
              <a:gd name="connsiteX5-133" fmla="*/ 2581562 w 7697584"/>
              <a:gd name="connsiteY5-134" fmla="*/ 0 h 2622900"/>
              <a:gd name="connsiteX6-135" fmla="*/ 5105771 w 7697584"/>
              <a:gd name="connsiteY6-136" fmla="*/ 0 h 2622900"/>
              <a:gd name="connsiteX7-137" fmla="*/ 5105771 w 7697584"/>
              <a:gd name="connsiteY7-138" fmla="*/ 2622900 h 2622900"/>
              <a:gd name="connsiteX8-139" fmla="*/ 2581562 w 7697584"/>
              <a:gd name="connsiteY8-140" fmla="*/ 2622900 h 2622900"/>
              <a:gd name="connsiteX9-141" fmla="*/ 2581562 w 7697584"/>
              <a:gd name="connsiteY9-142" fmla="*/ 0 h 2622900"/>
              <a:gd name="connsiteX10-143" fmla="*/ 1 w 7697584"/>
              <a:gd name="connsiteY10-144" fmla="*/ 0 h 2622900"/>
              <a:gd name="connsiteX11-145" fmla="*/ 79395 w 7697584"/>
              <a:gd name="connsiteY11-146" fmla="*/ 0 h 2622900"/>
              <a:gd name="connsiteX12-147" fmla="*/ 2535843 w 7697584"/>
              <a:gd name="connsiteY12-148" fmla="*/ 0 h 2622900"/>
              <a:gd name="connsiteX13-149" fmla="*/ 2535843 w 7697584"/>
              <a:gd name="connsiteY13-150" fmla="*/ 2622900 h 2622900"/>
              <a:gd name="connsiteX14-151" fmla="*/ 79395 w 7697584"/>
              <a:gd name="connsiteY14-152" fmla="*/ 2622900 h 2622900"/>
              <a:gd name="connsiteX15-153" fmla="*/ 0 w 7697584"/>
              <a:gd name="connsiteY15-154" fmla="*/ 2543505 h 2622900"/>
              <a:gd name="connsiteX16-155" fmla="*/ 0 w 7697584"/>
              <a:gd name="connsiteY16-156" fmla="*/ 79395 h 2622900"/>
              <a:gd name="connsiteX17-157" fmla="*/ 1 w 7697584"/>
              <a:gd name="connsiteY17-158" fmla="*/ 79390 h 2622900"/>
              <a:gd name="connsiteX18-159" fmla="*/ 1 w 7697584"/>
              <a:gd name="connsiteY18-160" fmla="*/ 0 h 2622900"/>
              <a:gd name="connsiteX0-161" fmla="*/ 5151490 w 7618189"/>
              <a:gd name="connsiteY0-162" fmla="*/ 0 h 2622900"/>
              <a:gd name="connsiteX1-163" fmla="*/ 7618189 w 7618189"/>
              <a:gd name="connsiteY1-164" fmla="*/ 2622900 h 2622900"/>
              <a:gd name="connsiteX2-165" fmla="*/ 5151490 w 7618189"/>
              <a:gd name="connsiteY2-166" fmla="*/ 2622900 h 2622900"/>
              <a:gd name="connsiteX3-167" fmla="*/ 5151490 w 7618189"/>
              <a:gd name="connsiteY3-168" fmla="*/ 0 h 2622900"/>
              <a:gd name="connsiteX4-169" fmla="*/ 2581562 w 7618189"/>
              <a:gd name="connsiteY4-170" fmla="*/ 0 h 2622900"/>
              <a:gd name="connsiteX5-171" fmla="*/ 5105771 w 7618189"/>
              <a:gd name="connsiteY5-172" fmla="*/ 0 h 2622900"/>
              <a:gd name="connsiteX6-173" fmla="*/ 5105771 w 7618189"/>
              <a:gd name="connsiteY6-174" fmla="*/ 2622900 h 2622900"/>
              <a:gd name="connsiteX7-175" fmla="*/ 2581562 w 7618189"/>
              <a:gd name="connsiteY7-176" fmla="*/ 2622900 h 2622900"/>
              <a:gd name="connsiteX8-177" fmla="*/ 2581562 w 7618189"/>
              <a:gd name="connsiteY8-178" fmla="*/ 0 h 2622900"/>
              <a:gd name="connsiteX9-179" fmla="*/ 1 w 7618189"/>
              <a:gd name="connsiteY9-180" fmla="*/ 0 h 2622900"/>
              <a:gd name="connsiteX10-181" fmla="*/ 79395 w 7618189"/>
              <a:gd name="connsiteY10-182" fmla="*/ 0 h 2622900"/>
              <a:gd name="connsiteX11-183" fmla="*/ 2535843 w 7618189"/>
              <a:gd name="connsiteY11-184" fmla="*/ 0 h 2622900"/>
              <a:gd name="connsiteX12-185" fmla="*/ 2535843 w 7618189"/>
              <a:gd name="connsiteY12-186" fmla="*/ 2622900 h 2622900"/>
              <a:gd name="connsiteX13-187" fmla="*/ 79395 w 7618189"/>
              <a:gd name="connsiteY13-188" fmla="*/ 2622900 h 2622900"/>
              <a:gd name="connsiteX14-189" fmla="*/ 0 w 7618189"/>
              <a:gd name="connsiteY14-190" fmla="*/ 2543505 h 2622900"/>
              <a:gd name="connsiteX15-191" fmla="*/ 0 w 7618189"/>
              <a:gd name="connsiteY15-192" fmla="*/ 79395 h 2622900"/>
              <a:gd name="connsiteX16-193" fmla="*/ 1 w 7618189"/>
              <a:gd name="connsiteY16-194" fmla="*/ 79390 h 2622900"/>
              <a:gd name="connsiteX17-195" fmla="*/ 1 w 7618189"/>
              <a:gd name="connsiteY17-196" fmla="*/ 0 h 2622900"/>
              <a:gd name="connsiteX0-197" fmla="*/ 5151490 w 5151490"/>
              <a:gd name="connsiteY0-198" fmla="*/ 0 h 2622900"/>
              <a:gd name="connsiteX1-199" fmla="*/ 5151490 w 5151490"/>
              <a:gd name="connsiteY1-200" fmla="*/ 2622900 h 2622900"/>
              <a:gd name="connsiteX2-201" fmla="*/ 5151490 w 5151490"/>
              <a:gd name="connsiteY2-202" fmla="*/ 0 h 2622900"/>
              <a:gd name="connsiteX3-203" fmla="*/ 2581562 w 5151490"/>
              <a:gd name="connsiteY3-204" fmla="*/ 0 h 2622900"/>
              <a:gd name="connsiteX4-205" fmla="*/ 5105771 w 5151490"/>
              <a:gd name="connsiteY4-206" fmla="*/ 0 h 2622900"/>
              <a:gd name="connsiteX5-207" fmla="*/ 5105771 w 5151490"/>
              <a:gd name="connsiteY5-208" fmla="*/ 2622900 h 2622900"/>
              <a:gd name="connsiteX6-209" fmla="*/ 2581562 w 5151490"/>
              <a:gd name="connsiteY6-210" fmla="*/ 2622900 h 2622900"/>
              <a:gd name="connsiteX7-211" fmla="*/ 2581562 w 5151490"/>
              <a:gd name="connsiteY7-212" fmla="*/ 0 h 2622900"/>
              <a:gd name="connsiteX8-213" fmla="*/ 1 w 5151490"/>
              <a:gd name="connsiteY8-214" fmla="*/ 0 h 2622900"/>
              <a:gd name="connsiteX9-215" fmla="*/ 79395 w 5151490"/>
              <a:gd name="connsiteY9-216" fmla="*/ 0 h 2622900"/>
              <a:gd name="connsiteX10-217" fmla="*/ 2535843 w 5151490"/>
              <a:gd name="connsiteY10-218" fmla="*/ 0 h 2622900"/>
              <a:gd name="connsiteX11-219" fmla="*/ 2535843 w 5151490"/>
              <a:gd name="connsiteY11-220" fmla="*/ 2622900 h 2622900"/>
              <a:gd name="connsiteX12-221" fmla="*/ 79395 w 5151490"/>
              <a:gd name="connsiteY12-222" fmla="*/ 2622900 h 2622900"/>
              <a:gd name="connsiteX13-223" fmla="*/ 0 w 5151490"/>
              <a:gd name="connsiteY13-224" fmla="*/ 2543505 h 2622900"/>
              <a:gd name="connsiteX14-225" fmla="*/ 0 w 5151490"/>
              <a:gd name="connsiteY14-226" fmla="*/ 79395 h 2622900"/>
              <a:gd name="connsiteX15-227" fmla="*/ 1 w 5151490"/>
              <a:gd name="connsiteY15-228" fmla="*/ 79390 h 2622900"/>
              <a:gd name="connsiteX16-229" fmla="*/ 1 w 5151490"/>
              <a:gd name="connsiteY16-230" fmla="*/ 0 h 2622900"/>
              <a:gd name="connsiteX0-231" fmla="*/ 2581562 w 5105771"/>
              <a:gd name="connsiteY0-232" fmla="*/ 0 h 2622900"/>
              <a:gd name="connsiteX1-233" fmla="*/ 5105771 w 5105771"/>
              <a:gd name="connsiteY1-234" fmla="*/ 0 h 2622900"/>
              <a:gd name="connsiteX2-235" fmla="*/ 5105771 w 5105771"/>
              <a:gd name="connsiteY2-236" fmla="*/ 2622900 h 2622900"/>
              <a:gd name="connsiteX3-237" fmla="*/ 2581562 w 5105771"/>
              <a:gd name="connsiteY3-238" fmla="*/ 2622900 h 2622900"/>
              <a:gd name="connsiteX4-239" fmla="*/ 2581562 w 5105771"/>
              <a:gd name="connsiteY4-240" fmla="*/ 0 h 2622900"/>
              <a:gd name="connsiteX5-241" fmla="*/ 1 w 5105771"/>
              <a:gd name="connsiteY5-242" fmla="*/ 0 h 2622900"/>
              <a:gd name="connsiteX6-243" fmla="*/ 79395 w 5105771"/>
              <a:gd name="connsiteY6-244" fmla="*/ 0 h 2622900"/>
              <a:gd name="connsiteX7-245" fmla="*/ 2535843 w 5105771"/>
              <a:gd name="connsiteY7-246" fmla="*/ 0 h 2622900"/>
              <a:gd name="connsiteX8-247" fmla="*/ 2535843 w 5105771"/>
              <a:gd name="connsiteY8-248" fmla="*/ 2622900 h 2622900"/>
              <a:gd name="connsiteX9-249" fmla="*/ 79395 w 5105771"/>
              <a:gd name="connsiteY9-250" fmla="*/ 2622900 h 2622900"/>
              <a:gd name="connsiteX10-251" fmla="*/ 0 w 5105771"/>
              <a:gd name="connsiteY10-252" fmla="*/ 2543505 h 2622900"/>
              <a:gd name="connsiteX11-253" fmla="*/ 0 w 5105771"/>
              <a:gd name="connsiteY11-254" fmla="*/ 79395 h 2622900"/>
              <a:gd name="connsiteX12-255" fmla="*/ 1 w 5105771"/>
              <a:gd name="connsiteY12-256" fmla="*/ 79390 h 2622900"/>
              <a:gd name="connsiteX13-257" fmla="*/ 1 w 5105771"/>
              <a:gd name="connsiteY13-258" fmla="*/ 0 h 2622900"/>
              <a:gd name="connsiteX0-259" fmla="*/ 2581562 w 5105771"/>
              <a:gd name="connsiteY0-260" fmla="*/ 0 h 2622900"/>
              <a:gd name="connsiteX1-261" fmla="*/ 5105771 w 5105771"/>
              <a:gd name="connsiteY1-262" fmla="*/ 0 h 2622900"/>
              <a:gd name="connsiteX2-263" fmla="*/ 5105771 w 5105771"/>
              <a:gd name="connsiteY2-264" fmla="*/ 2622900 h 2622900"/>
              <a:gd name="connsiteX3-265" fmla="*/ 2581562 w 5105771"/>
              <a:gd name="connsiteY3-266" fmla="*/ 2622900 h 2622900"/>
              <a:gd name="connsiteX4-267" fmla="*/ 2581562 w 5105771"/>
              <a:gd name="connsiteY4-268" fmla="*/ 0 h 2622900"/>
              <a:gd name="connsiteX5-269" fmla="*/ 1 w 5105771"/>
              <a:gd name="connsiteY5-270" fmla="*/ 0 h 2622900"/>
              <a:gd name="connsiteX6-271" fmla="*/ 79395 w 5105771"/>
              <a:gd name="connsiteY6-272" fmla="*/ 0 h 2622900"/>
              <a:gd name="connsiteX7-273" fmla="*/ 2535843 w 5105771"/>
              <a:gd name="connsiteY7-274" fmla="*/ 0 h 2622900"/>
              <a:gd name="connsiteX8-275" fmla="*/ 2535843 w 5105771"/>
              <a:gd name="connsiteY8-276" fmla="*/ 2622900 h 2622900"/>
              <a:gd name="connsiteX9-277" fmla="*/ 79395 w 5105771"/>
              <a:gd name="connsiteY9-278" fmla="*/ 2622900 h 2622900"/>
              <a:gd name="connsiteX10-279" fmla="*/ 0 w 5105771"/>
              <a:gd name="connsiteY10-280" fmla="*/ 2479975 h 2622900"/>
              <a:gd name="connsiteX11-281" fmla="*/ 0 w 5105771"/>
              <a:gd name="connsiteY11-282" fmla="*/ 79395 h 2622900"/>
              <a:gd name="connsiteX12-283" fmla="*/ 1 w 5105771"/>
              <a:gd name="connsiteY12-284" fmla="*/ 79390 h 2622900"/>
              <a:gd name="connsiteX13-285" fmla="*/ 1 w 5105771"/>
              <a:gd name="connsiteY13-286" fmla="*/ 0 h 2622900"/>
              <a:gd name="connsiteX0-287" fmla="*/ 2581562 w 5105771"/>
              <a:gd name="connsiteY0-288" fmla="*/ 0 h 2622900"/>
              <a:gd name="connsiteX1-289" fmla="*/ 5105771 w 5105771"/>
              <a:gd name="connsiteY1-290" fmla="*/ 0 h 2622900"/>
              <a:gd name="connsiteX2-291" fmla="*/ 5105771 w 5105771"/>
              <a:gd name="connsiteY2-292" fmla="*/ 2622900 h 2622900"/>
              <a:gd name="connsiteX3-293" fmla="*/ 2581562 w 5105771"/>
              <a:gd name="connsiteY3-294" fmla="*/ 2622900 h 2622900"/>
              <a:gd name="connsiteX4-295" fmla="*/ 2581562 w 5105771"/>
              <a:gd name="connsiteY4-296" fmla="*/ 0 h 2622900"/>
              <a:gd name="connsiteX5-297" fmla="*/ 1 w 5105771"/>
              <a:gd name="connsiteY5-298" fmla="*/ 0 h 2622900"/>
              <a:gd name="connsiteX6-299" fmla="*/ 79395 w 5105771"/>
              <a:gd name="connsiteY6-300" fmla="*/ 0 h 2622900"/>
              <a:gd name="connsiteX7-301" fmla="*/ 2535843 w 5105771"/>
              <a:gd name="connsiteY7-302" fmla="*/ 0 h 2622900"/>
              <a:gd name="connsiteX8-303" fmla="*/ 2535843 w 5105771"/>
              <a:gd name="connsiteY8-304" fmla="*/ 2622900 h 2622900"/>
              <a:gd name="connsiteX9-305" fmla="*/ 123271 w 5105771"/>
              <a:gd name="connsiteY9-306" fmla="*/ 2622900 h 2622900"/>
              <a:gd name="connsiteX10-307" fmla="*/ 0 w 5105771"/>
              <a:gd name="connsiteY10-308" fmla="*/ 2479975 h 2622900"/>
              <a:gd name="connsiteX11-309" fmla="*/ 0 w 5105771"/>
              <a:gd name="connsiteY11-310" fmla="*/ 79395 h 2622900"/>
              <a:gd name="connsiteX12-311" fmla="*/ 1 w 5105771"/>
              <a:gd name="connsiteY12-312" fmla="*/ 79390 h 2622900"/>
              <a:gd name="connsiteX13-313" fmla="*/ 1 w 5105771"/>
              <a:gd name="connsiteY13-314" fmla="*/ 0 h 2622900"/>
              <a:gd name="connsiteX0-315" fmla="*/ 2581562 w 5105771"/>
              <a:gd name="connsiteY0-316" fmla="*/ 0 h 2622900"/>
              <a:gd name="connsiteX1-317" fmla="*/ 5105771 w 5105771"/>
              <a:gd name="connsiteY1-318" fmla="*/ 0 h 2622900"/>
              <a:gd name="connsiteX2-319" fmla="*/ 5105771 w 5105771"/>
              <a:gd name="connsiteY2-320" fmla="*/ 2622900 h 2622900"/>
              <a:gd name="connsiteX3-321" fmla="*/ 2581562 w 5105771"/>
              <a:gd name="connsiteY3-322" fmla="*/ 2622900 h 2622900"/>
              <a:gd name="connsiteX4-323" fmla="*/ 2581562 w 5105771"/>
              <a:gd name="connsiteY4-324" fmla="*/ 0 h 2622900"/>
              <a:gd name="connsiteX5-325" fmla="*/ 1 w 5105771"/>
              <a:gd name="connsiteY5-326" fmla="*/ 0 h 2622900"/>
              <a:gd name="connsiteX6-327" fmla="*/ 79395 w 5105771"/>
              <a:gd name="connsiteY6-328" fmla="*/ 0 h 2622900"/>
              <a:gd name="connsiteX7-329" fmla="*/ 2535843 w 5105771"/>
              <a:gd name="connsiteY7-330" fmla="*/ 0 h 2622900"/>
              <a:gd name="connsiteX8-331" fmla="*/ 2535843 w 5105771"/>
              <a:gd name="connsiteY8-332" fmla="*/ 2622900 h 2622900"/>
              <a:gd name="connsiteX9-333" fmla="*/ 123271 w 5105771"/>
              <a:gd name="connsiteY9-334" fmla="*/ 2622900 h 2622900"/>
              <a:gd name="connsiteX10-335" fmla="*/ 0 w 5105771"/>
              <a:gd name="connsiteY10-336" fmla="*/ 2479975 h 2622900"/>
              <a:gd name="connsiteX11-337" fmla="*/ 0 w 5105771"/>
              <a:gd name="connsiteY11-338" fmla="*/ 79395 h 2622900"/>
              <a:gd name="connsiteX12-339" fmla="*/ 1 w 5105771"/>
              <a:gd name="connsiteY12-340" fmla="*/ 79390 h 2622900"/>
              <a:gd name="connsiteX13-341" fmla="*/ 1 w 5105771"/>
              <a:gd name="connsiteY13-342" fmla="*/ 0 h 2622900"/>
              <a:gd name="connsiteX0-343" fmla="*/ 2684436 w 5208645"/>
              <a:gd name="connsiteY0-344" fmla="*/ 0 h 2643383"/>
              <a:gd name="connsiteX1-345" fmla="*/ 5208645 w 5208645"/>
              <a:gd name="connsiteY1-346" fmla="*/ 0 h 2643383"/>
              <a:gd name="connsiteX2-347" fmla="*/ 5208645 w 5208645"/>
              <a:gd name="connsiteY2-348" fmla="*/ 2622900 h 2643383"/>
              <a:gd name="connsiteX3-349" fmla="*/ 2684436 w 5208645"/>
              <a:gd name="connsiteY3-350" fmla="*/ 2622900 h 2643383"/>
              <a:gd name="connsiteX4-351" fmla="*/ 2684436 w 5208645"/>
              <a:gd name="connsiteY4-352" fmla="*/ 0 h 2643383"/>
              <a:gd name="connsiteX5-353" fmla="*/ 102875 w 5208645"/>
              <a:gd name="connsiteY5-354" fmla="*/ 0 h 2643383"/>
              <a:gd name="connsiteX6-355" fmla="*/ 182269 w 5208645"/>
              <a:gd name="connsiteY6-356" fmla="*/ 0 h 2643383"/>
              <a:gd name="connsiteX7-357" fmla="*/ 2638717 w 5208645"/>
              <a:gd name="connsiteY7-358" fmla="*/ 0 h 2643383"/>
              <a:gd name="connsiteX8-359" fmla="*/ 2638717 w 5208645"/>
              <a:gd name="connsiteY8-360" fmla="*/ 2622900 h 2643383"/>
              <a:gd name="connsiteX9-361" fmla="*/ 226145 w 5208645"/>
              <a:gd name="connsiteY9-362" fmla="*/ 2622900 h 2643383"/>
              <a:gd name="connsiteX10-363" fmla="*/ 102874 w 5208645"/>
              <a:gd name="connsiteY10-364" fmla="*/ 2346379 h 2643383"/>
              <a:gd name="connsiteX11-365" fmla="*/ 102874 w 5208645"/>
              <a:gd name="connsiteY11-366" fmla="*/ 79395 h 2643383"/>
              <a:gd name="connsiteX12-367" fmla="*/ 102875 w 5208645"/>
              <a:gd name="connsiteY12-368" fmla="*/ 79390 h 2643383"/>
              <a:gd name="connsiteX13-369" fmla="*/ 102875 w 5208645"/>
              <a:gd name="connsiteY13-370" fmla="*/ 0 h 2643383"/>
              <a:gd name="connsiteX0-371" fmla="*/ 2684436 w 5208645"/>
              <a:gd name="connsiteY0-372" fmla="*/ 0 h 2643383"/>
              <a:gd name="connsiteX1-373" fmla="*/ 5208645 w 5208645"/>
              <a:gd name="connsiteY1-374" fmla="*/ 0 h 2643383"/>
              <a:gd name="connsiteX2-375" fmla="*/ 5208645 w 5208645"/>
              <a:gd name="connsiteY2-376" fmla="*/ 2622900 h 2643383"/>
              <a:gd name="connsiteX3-377" fmla="*/ 2684436 w 5208645"/>
              <a:gd name="connsiteY3-378" fmla="*/ 2622900 h 2643383"/>
              <a:gd name="connsiteX4-379" fmla="*/ 2684436 w 5208645"/>
              <a:gd name="connsiteY4-380" fmla="*/ 0 h 2643383"/>
              <a:gd name="connsiteX5-381" fmla="*/ 102875 w 5208645"/>
              <a:gd name="connsiteY5-382" fmla="*/ 0 h 2643383"/>
              <a:gd name="connsiteX6-383" fmla="*/ 182269 w 5208645"/>
              <a:gd name="connsiteY6-384" fmla="*/ 0 h 2643383"/>
              <a:gd name="connsiteX7-385" fmla="*/ 2638717 w 5208645"/>
              <a:gd name="connsiteY7-386" fmla="*/ 0 h 2643383"/>
              <a:gd name="connsiteX8-387" fmla="*/ 2638717 w 5208645"/>
              <a:gd name="connsiteY8-388" fmla="*/ 2622900 h 2643383"/>
              <a:gd name="connsiteX9-389" fmla="*/ 226145 w 5208645"/>
              <a:gd name="connsiteY9-390" fmla="*/ 2622900 h 2643383"/>
              <a:gd name="connsiteX10-391" fmla="*/ 102874 w 5208645"/>
              <a:gd name="connsiteY10-392" fmla="*/ 2346379 h 2643383"/>
              <a:gd name="connsiteX11-393" fmla="*/ 102874 w 5208645"/>
              <a:gd name="connsiteY11-394" fmla="*/ 79395 h 2643383"/>
              <a:gd name="connsiteX12-395" fmla="*/ 102875 w 5208645"/>
              <a:gd name="connsiteY12-396" fmla="*/ 79390 h 2643383"/>
              <a:gd name="connsiteX13-397" fmla="*/ 102875 w 5208645"/>
              <a:gd name="connsiteY13-398" fmla="*/ 0 h 2643383"/>
              <a:gd name="connsiteX0-399" fmla="*/ 2684436 w 5208645"/>
              <a:gd name="connsiteY0-400" fmla="*/ 0 h 2622900"/>
              <a:gd name="connsiteX1-401" fmla="*/ 5208645 w 5208645"/>
              <a:gd name="connsiteY1-402" fmla="*/ 0 h 2622900"/>
              <a:gd name="connsiteX2-403" fmla="*/ 5208645 w 5208645"/>
              <a:gd name="connsiteY2-404" fmla="*/ 2622900 h 2622900"/>
              <a:gd name="connsiteX3-405" fmla="*/ 2684436 w 5208645"/>
              <a:gd name="connsiteY3-406" fmla="*/ 2622900 h 2622900"/>
              <a:gd name="connsiteX4-407" fmla="*/ 2684436 w 5208645"/>
              <a:gd name="connsiteY4-408" fmla="*/ 0 h 2622900"/>
              <a:gd name="connsiteX5-409" fmla="*/ 102875 w 5208645"/>
              <a:gd name="connsiteY5-410" fmla="*/ 0 h 2622900"/>
              <a:gd name="connsiteX6-411" fmla="*/ 182269 w 5208645"/>
              <a:gd name="connsiteY6-412" fmla="*/ 0 h 2622900"/>
              <a:gd name="connsiteX7-413" fmla="*/ 2638717 w 5208645"/>
              <a:gd name="connsiteY7-414" fmla="*/ 0 h 2622900"/>
              <a:gd name="connsiteX8-415" fmla="*/ 2638717 w 5208645"/>
              <a:gd name="connsiteY8-416" fmla="*/ 2622900 h 2622900"/>
              <a:gd name="connsiteX9-417" fmla="*/ 226145 w 5208645"/>
              <a:gd name="connsiteY9-418" fmla="*/ 2622900 h 2622900"/>
              <a:gd name="connsiteX10-419" fmla="*/ 102874 w 5208645"/>
              <a:gd name="connsiteY10-420" fmla="*/ 2346379 h 2622900"/>
              <a:gd name="connsiteX11-421" fmla="*/ 102874 w 5208645"/>
              <a:gd name="connsiteY11-422" fmla="*/ 79395 h 2622900"/>
              <a:gd name="connsiteX12-423" fmla="*/ 102875 w 5208645"/>
              <a:gd name="connsiteY12-424" fmla="*/ 79390 h 2622900"/>
              <a:gd name="connsiteX13-425" fmla="*/ 102875 w 5208645"/>
              <a:gd name="connsiteY13-426" fmla="*/ 0 h 2622900"/>
              <a:gd name="connsiteX0-427" fmla="*/ 2582362 w 5106571"/>
              <a:gd name="connsiteY0-428" fmla="*/ 0 h 2622900"/>
              <a:gd name="connsiteX1-429" fmla="*/ 5106571 w 5106571"/>
              <a:gd name="connsiteY1-430" fmla="*/ 0 h 2622900"/>
              <a:gd name="connsiteX2-431" fmla="*/ 5106571 w 5106571"/>
              <a:gd name="connsiteY2-432" fmla="*/ 2622900 h 2622900"/>
              <a:gd name="connsiteX3-433" fmla="*/ 2582362 w 5106571"/>
              <a:gd name="connsiteY3-434" fmla="*/ 2622900 h 2622900"/>
              <a:gd name="connsiteX4-435" fmla="*/ 2582362 w 5106571"/>
              <a:gd name="connsiteY4-436" fmla="*/ 0 h 2622900"/>
              <a:gd name="connsiteX5-437" fmla="*/ 801 w 5106571"/>
              <a:gd name="connsiteY5-438" fmla="*/ 0 h 2622900"/>
              <a:gd name="connsiteX6-439" fmla="*/ 80195 w 5106571"/>
              <a:gd name="connsiteY6-440" fmla="*/ 0 h 2622900"/>
              <a:gd name="connsiteX7-441" fmla="*/ 2536643 w 5106571"/>
              <a:gd name="connsiteY7-442" fmla="*/ 0 h 2622900"/>
              <a:gd name="connsiteX8-443" fmla="*/ 2536643 w 5106571"/>
              <a:gd name="connsiteY8-444" fmla="*/ 2622900 h 2622900"/>
              <a:gd name="connsiteX9-445" fmla="*/ 124071 w 5106571"/>
              <a:gd name="connsiteY9-446" fmla="*/ 2622900 h 2622900"/>
              <a:gd name="connsiteX10-447" fmla="*/ 800 w 5106571"/>
              <a:gd name="connsiteY10-448" fmla="*/ 2346379 h 2622900"/>
              <a:gd name="connsiteX11-449" fmla="*/ 800 w 5106571"/>
              <a:gd name="connsiteY11-450" fmla="*/ 79395 h 2622900"/>
              <a:gd name="connsiteX12-451" fmla="*/ 801 w 5106571"/>
              <a:gd name="connsiteY12-452" fmla="*/ 79390 h 2622900"/>
              <a:gd name="connsiteX13-453" fmla="*/ 801 w 5106571"/>
              <a:gd name="connsiteY13-454" fmla="*/ 0 h 2622900"/>
              <a:gd name="connsiteX0-455" fmla="*/ 2581562 w 5105771"/>
              <a:gd name="connsiteY0-456" fmla="*/ 0 h 2622900"/>
              <a:gd name="connsiteX1-457" fmla="*/ 5105771 w 5105771"/>
              <a:gd name="connsiteY1-458" fmla="*/ 0 h 2622900"/>
              <a:gd name="connsiteX2-459" fmla="*/ 5105771 w 5105771"/>
              <a:gd name="connsiteY2-460" fmla="*/ 2622900 h 2622900"/>
              <a:gd name="connsiteX3-461" fmla="*/ 2581562 w 5105771"/>
              <a:gd name="connsiteY3-462" fmla="*/ 2622900 h 2622900"/>
              <a:gd name="connsiteX4-463" fmla="*/ 2581562 w 5105771"/>
              <a:gd name="connsiteY4-464" fmla="*/ 0 h 2622900"/>
              <a:gd name="connsiteX5-465" fmla="*/ 1 w 5105771"/>
              <a:gd name="connsiteY5-466" fmla="*/ 0 h 2622900"/>
              <a:gd name="connsiteX6-467" fmla="*/ 79395 w 5105771"/>
              <a:gd name="connsiteY6-468" fmla="*/ 0 h 2622900"/>
              <a:gd name="connsiteX7-469" fmla="*/ 2535843 w 5105771"/>
              <a:gd name="connsiteY7-470" fmla="*/ 0 h 2622900"/>
              <a:gd name="connsiteX8-471" fmla="*/ 2535843 w 5105771"/>
              <a:gd name="connsiteY8-472" fmla="*/ 2622900 h 2622900"/>
              <a:gd name="connsiteX9-473" fmla="*/ 165392 w 5105771"/>
              <a:gd name="connsiteY9-474" fmla="*/ 2622900 h 2622900"/>
              <a:gd name="connsiteX10-475" fmla="*/ 0 w 5105771"/>
              <a:gd name="connsiteY10-476" fmla="*/ 2346379 h 2622900"/>
              <a:gd name="connsiteX11-477" fmla="*/ 0 w 5105771"/>
              <a:gd name="connsiteY11-478" fmla="*/ 79395 h 2622900"/>
              <a:gd name="connsiteX12-479" fmla="*/ 1 w 5105771"/>
              <a:gd name="connsiteY12-480" fmla="*/ 79390 h 2622900"/>
              <a:gd name="connsiteX13-481" fmla="*/ 1 w 5105771"/>
              <a:gd name="connsiteY13-482" fmla="*/ 0 h 2622900"/>
              <a:gd name="connsiteX0-483" fmla="*/ 2581785 w 5105994"/>
              <a:gd name="connsiteY0-484" fmla="*/ 0 h 2622900"/>
              <a:gd name="connsiteX1-485" fmla="*/ 5105994 w 5105994"/>
              <a:gd name="connsiteY1-486" fmla="*/ 0 h 2622900"/>
              <a:gd name="connsiteX2-487" fmla="*/ 5105994 w 5105994"/>
              <a:gd name="connsiteY2-488" fmla="*/ 2622900 h 2622900"/>
              <a:gd name="connsiteX3-489" fmla="*/ 2581785 w 5105994"/>
              <a:gd name="connsiteY3-490" fmla="*/ 2622900 h 2622900"/>
              <a:gd name="connsiteX4-491" fmla="*/ 2581785 w 5105994"/>
              <a:gd name="connsiteY4-492" fmla="*/ 0 h 2622900"/>
              <a:gd name="connsiteX5-493" fmla="*/ 224 w 5105994"/>
              <a:gd name="connsiteY5-494" fmla="*/ 0 h 2622900"/>
              <a:gd name="connsiteX6-495" fmla="*/ 79618 w 5105994"/>
              <a:gd name="connsiteY6-496" fmla="*/ 0 h 2622900"/>
              <a:gd name="connsiteX7-497" fmla="*/ 2536066 w 5105994"/>
              <a:gd name="connsiteY7-498" fmla="*/ 0 h 2622900"/>
              <a:gd name="connsiteX8-499" fmla="*/ 2536066 w 5105994"/>
              <a:gd name="connsiteY8-500" fmla="*/ 2622900 h 2622900"/>
              <a:gd name="connsiteX9-501" fmla="*/ 165615 w 5105994"/>
              <a:gd name="connsiteY9-502" fmla="*/ 2622900 h 2622900"/>
              <a:gd name="connsiteX10-503" fmla="*/ 223 w 5105994"/>
              <a:gd name="connsiteY10-504" fmla="*/ 2346379 h 2622900"/>
              <a:gd name="connsiteX11-505" fmla="*/ 223 w 5105994"/>
              <a:gd name="connsiteY11-506" fmla="*/ 79395 h 2622900"/>
              <a:gd name="connsiteX12-507" fmla="*/ 224 w 5105994"/>
              <a:gd name="connsiteY12-508" fmla="*/ 79390 h 2622900"/>
              <a:gd name="connsiteX13-509" fmla="*/ 224 w 5105994"/>
              <a:gd name="connsiteY13-510" fmla="*/ 0 h 2622900"/>
              <a:gd name="connsiteX0-511" fmla="*/ 2581562 w 5105771"/>
              <a:gd name="connsiteY0-512" fmla="*/ 0 h 2622900"/>
              <a:gd name="connsiteX1-513" fmla="*/ 5105771 w 5105771"/>
              <a:gd name="connsiteY1-514" fmla="*/ 0 h 2622900"/>
              <a:gd name="connsiteX2-515" fmla="*/ 5105771 w 5105771"/>
              <a:gd name="connsiteY2-516" fmla="*/ 2622900 h 2622900"/>
              <a:gd name="connsiteX3-517" fmla="*/ 2581562 w 5105771"/>
              <a:gd name="connsiteY3-518" fmla="*/ 2622900 h 2622900"/>
              <a:gd name="connsiteX4-519" fmla="*/ 2581562 w 5105771"/>
              <a:gd name="connsiteY4-520" fmla="*/ 0 h 2622900"/>
              <a:gd name="connsiteX5-521" fmla="*/ 1 w 5105771"/>
              <a:gd name="connsiteY5-522" fmla="*/ 0 h 2622900"/>
              <a:gd name="connsiteX6-523" fmla="*/ 79395 w 5105771"/>
              <a:gd name="connsiteY6-524" fmla="*/ 0 h 2622900"/>
              <a:gd name="connsiteX7-525" fmla="*/ 2535843 w 5105771"/>
              <a:gd name="connsiteY7-526" fmla="*/ 0 h 2622900"/>
              <a:gd name="connsiteX8-527" fmla="*/ 2535843 w 5105771"/>
              <a:gd name="connsiteY8-528" fmla="*/ 2622900 h 2622900"/>
              <a:gd name="connsiteX9-529" fmla="*/ 198738 w 5105771"/>
              <a:gd name="connsiteY9-530" fmla="*/ 2622900 h 2622900"/>
              <a:gd name="connsiteX10-531" fmla="*/ 0 w 5105771"/>
              <a:gd name="connsiteY10-532" fmla="*/ 2346379 h 2622900"/>
              <a:gd name="connsiteX11-533" fmla="*/ 0 w 5105771"/>
              <a:gd name="connsiteY11-534" fmla="*/ 79395 h 2622900"/>
              <a:gd name="connsiteX12-535" fmla="*/ 1 w 5105771"/>
              <a:gd name="connsiteY12-536" fmla="*/ 79390 h 2622900"/>
              <a:gd name="connsiteX13-537" fmla="*/ 1 w 5105771"/>
              <a:gd name="connsiteY13-538" fmla="*/ 0 h 2622900"/>
              <a:gd name="connsiteX0-539" fmla="*/ 2581562 w 5105771"/>
              <a:gd name="connsiteY0-540" fmla="*/ 0 h 2622900"/>
              <a:gd name="connsiteX1-541" fmla="*/ 5105771 w 5105771"/>
              <a:gd name="connsiteY1-542" fmla="*/ 0 h 2622900"/>
              <a:gd name="connsiteX2-543" fmla="*/ 5105771 w 5105771"/>
              <a:gd name="connsiteY2-544" fmla="*/ 2622900 h 2622900"/>
              <a:gd name="connsiteX3-545" fmla="*/ 2581562 w 5105771"/>
              <a:gd name="connsiteY3-546" fmla="*/ 2622900 h 2622900"/>
              <a:gd name="connsiteX4-547" fmla="*/ 2581562 w 5105771"/>
              <a:gd name="connsiteY4-548" fmla="*/ 0 h 2622900"/>
              <a:gd name="connsiteX5-549" fmla="*/ 1 w 5105771"/>
              <a:gd name="connsiteY5-550" fmla="*/ 0 h 2622900"/>
              <a:gd name="connsiteX6-551" fmla="*/ 79395 w 5105771"/>
              <a:gd name="connsiteY6-552" fmla="*/ 0 h 2622900"/>
              <a:gd name="connsiteX7-553" fmla="*/ 2535843 w 5105771"/>
              <a:gd name="connsiteY7-554" fmla="*/ 0 h 2622900"/>
              <a:gd name="connsiteX8-555" fmla="*/ 2535843 w 5105771"/>
              <a:gd name="connsiteY8-556" fmla="*/ 2622900 h 2622900"/>
              <a:gd name="connsiteX9-557" fmla="*/ 198738 w 5105771"/>
              <a:gd name="connsiteY9-558" fmla="*/ 2622900 h 2622900"/>
              <a:gd name="connsiteX10-559" fmla="*/ 0 w 5105771"/>
              <a:gd name="connsiteY10-560" fmla="*/ 2346379 h 2622900"/>
              <a:gd name="connsiteX11-561" fmla="*/ 0 w 5105771"/>
              <a:gd name="connsiteY11-562" fmla="*/ 79395 h 2622900"/>
              <a:gd name="connsiteX12-563" fmla="*/ 1 w 5105771"/>
              <a:gd name="connsiteY12-564" fmla="*/ 79390 h 2622900"/>
              <a:gd name="connsiteX13-565" fmla="*/ 1 w 5105771"/>
              <a:gd name="connsiteY13-566" fmla="*/ 0 h 26229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5105771" h="2622900">
                <a:moveTo>
                  <a:pt x="2581562" y="0"/>
                </a:moveTo>
                <a:lnTo>
                  <a:pt x="5105771" y="0"/>
                </a:lnTo>
                <a:lnTo>
                  <a:pt x="5105771" y="2622900"/>
                </a:lnTo>
                <a:lnTo>
                  <a:pt x="2581562" y="2622900"/>
                </a:lnTo>
                <a:lnTo>
                  <a:pt x="2581562" y="0"/>
                </a:lnTo>
                <a:close/>
                <a:moveTo>
                  <a:pt x="1" y="0"/>
                </a:moveTo>
                <a:lnTo>
                  <a:pt x="79395" y="0"/>
                </a:lnTo>
                <a:lnTo>
                  <a:pt x="2535843" y="0"/>
                </a:lnTo>
                <a:lnTo>
                  <a:pt x="2535843" y="2622900"/>
                </a:lnTo>
                <a:lnTo>
                  <a:pt x="198738" y="2622900"/>
                </a:lnTo>
                <a:cubicBezTo>
                  <a:pt x="741" y="2619288"/>
                  <a:pt x="0" y="2390228"/>
                  <a:pt x="0" y="2346379"/>
                </a:cubicBezTo>
                <a:lnTo>
                  <a:pt x="0" y="79395"/>
                </a:lnTo>
                <a:cubicBezTo>
                  <a:pt x="0" y="79393"/>
                  <a:pt x="1" y="79392"/>
                  <a:pt x="1" y="79390"/>
                </a:cubicBezTo>
                <a:lnTo>
                  <a:pt x="1" y="0"/>
                </a:lnTo>
                <a:close/>
              </a:path>
            </a:pathLst>
          </a:custGeom>
        </p:spPr>
        <p:txBody>
          <a:bodyPr wrap="square">
            <a:noAutofit/>
          </a:bodyPr>
          <a:lstStyle>
            <a:lvl1pPr marL="0" indent="0">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3" name="任意多边形 22"/>
          <p:cNvSpPr/>
          <p:nvPr userDrawn="1"/>
        </p:nvSpPr>
        <p:spPr>
          <a:xfrm flipV="1">
            <a:off x="7888622" y="0"/>
            <a:ext cx="3443006" cy="3440888"/>
          </a:xfrm>
          <a:custGeom>
            <a:avLst/>
            <a:gdLst>
              <a:gd name="connsiteX0" fmla="*/ 0 w 2515238"/>
              <a:gd name="connsiteY0" fmla="*/ 0 h 2616731"/>
              <a:gd name="connsiteX1" fmla="*/ 2241386 w 2515238"/>
              <a:gd name="connsiteY1" fmla="*/ 0 h 2616731"/>
              <a:gd name="connsiteX2" fmla="*/ 2506771 w 2515238"/>
              <a:gd name="connsiteY2" fmla="*/ 333120 h 2616731"/>
              <a:gd name="connsiteX3" fmla="*/ 2515238 w 2515238"/>
              <a:gd name="connsiteY3" fmla="*/ 2616731 h 2616731"/>
              <a:gd name="connsiteX4" fmla="*/ 0 w 2515238"/>
              <a:gd name="connsiteY4" fmla="*/ 2616731 h 2616731"/>
              <a:gd name="connsiteX5" fmla="*/ 0 w 2515238"/>
              <a:gd name="connsiteY5" fmla="*/ 0 h 2616731"/>
              <a:gd name="connsiteX0-1" fmla="*/ 0 w 2515238"/>
              <a:gd name="connsiteY0-2" fmla="*/ 0 h 2616731"/>
              <a:gd name="connsiteX1-3" fmla="*/ 2241386 w 2515238"/>
              <a:gd name="connsiteY1-4" fmla="*/ 0 h 2616731"/>
              <a:gd name="connsiteX2-5" fmla="*/ 2509092 w 2515238"/>
              <a:gd name="connsiteY2-6" fmla="*/ 333120 h 2616731"/>
              <a:gd name="connsiteX3-7" fmla="*/ 2515238 w 2515238"/>
              <a:gd name="connsiteY3-8" fmla="*/ 2616731 h 2616731"/>
              <a:gd name="connsiteX4-9" fmla="*/ 0 w 2515238"/>
              <a:gd name="connsiteY4-10" fmla="*/ 2616731 h 2616731"/>
              <a:gd name="connsiteX5-11" fmla="*/ 0 w 2515238"/>
              <a:gd name="connsiteY5-12" fmla="*/ 0 h 2616731"/>
              <a:gd name="connsiteX0-13" fmla="*/ 0 w 2515238"/>
              <a:gd name="connsiteY0-14" fmla="*/ 0 h 2616731"/>
              <a:gd name="connsiteX1-15" fmla="*/ 2241386 w 2515238"/>
              <a:gd name="connsiteY1-16" fmla="*/ 0 h 2616731"/>
              <a:gd name="connsiteX2-17" fmla="*/ 2509092 w 2515238"/>
              <a:gd name="connsiteY2-18" fmla="*/ 333120 h 2616731"/>
              <a:gd name="connsiteX3-19" fmla="*/ 2515238 w 2515238"/>
              <a:gd name="connsiteY3-20" fmla="*/ 2616731 h 2616731"/>
              <a:gd name="connsiteX4-21" fmla="*/ 0 w 2515238"/>
              <a:gd name="connsiteY4-22" fmla="*/ 2616731 h 2616731"/>
              <a:gd name="connsiteX5-23" fmla="*/ 0 w 2515238"/>
              <a:gd name="connsiteY5-24" fmla="*/ 0 h 2616731"/>
              <a:gd name="connsiteX0-25" fmla="*/ 0 w 2518941"/>
              <a:gd name="connsiteY0-26" fmla="*/ 0 h 2616731"/>
              <a:gd name="connsiteX1-27" fmla="*/ 2241386 w 2518941"/>
              <a:gd name="connsiteY1-28" fmla="*/ 0 h 2616731"/>
              <a:gd name="connsiteX2-29" fmla="*/ 2518375 w 2518941"/>
              <a:gd name="connsiteY2-30" fmla="*/ 333120 h 2616731"/>
              <a:gd name="connsiteX3-31" fmla="*/ 2515238 w 2518941"/>
              <a:gd name="connsiteY3-32" fmla="*/ 2616731 h 2616731"/>
              <a:gd name="connsiteX4-33" fmla="*/ 0 w 2518941"/>
              <a:gd name="connsiteY4-34" fmla="*/ 2616731 h 2616731"/>
              <a:gd name="connsiteX5-35" fmla="*/ 0 w 2518941"/>
              <a:gd name="connsiteY5-36" fmla="*/ 0 h 2616731"/>
              <a:gd name="connsiteX0-37" fmla="*/ 0 w 2515238"/>
              <a:gd name="connsiteY0-38" fmla="*/ 0 h 2616731"/>
              <a:gd name="connsiteX1-39" fmla="*/ 2241386 w 2515238"/>
              <a:gd name="connsiteY1-40" fmla="*/ 0 h 2616731"/>
              <a:gd name="connsiteX2-41" fmla="*/ 2511413 w 2515238"/>
              <a:gd name="connsiteY2-42" fmla="*/ 333120 h 2616731"/>
              <a:gd name="connsiteX3-43" fmla="*/ 2515238 w 2515238"/>
              <a:gd name="connsiteY3-44" fmla="*/ 2616731 h 2616731"/>
              <a:gd name="connsiteX4-45" fmla="*/ 0 w 2515238"/>
              <a:gd name="connsiteY4-46" fmla="*/ 2616731 h 2616731"/>
              <a:gd name="connsiteX5-47" fmla="*/ 0 w 2515238"/>
              <a:gd name="connsiteY5-48" fmla="*/ 0 h 2616731"/>
              <a:gd name="connsiteX0-49" fmla="*/ 0 w 2515238"/>
              <a:gd name="connsiteY0-50" fmla="*/ 0 h 2616731"/>
              <a:gd name="connsiteX1-51" fmla="*/ 2241386 w 2515238"/>
              <a:gd name="connsiteY1-52" fmla="*/ 0 h 2616731"/>
              <a:gd name="connsiteX2-53" fmla="*/ 2513734 w 2515238"/>
              <a:gd name="connsiteY2-54" fmla="*/ 333120 h 2616731"/>
              <a:gd name="connsiteX3-55" fmla="*/ 2515238 w 2515238"/>
              <a:gd name="connsiteY3-56" fmla="*/ 2616731 h 2616731"/>
              <a:gd name="connsiteX4-57" fmla="*/ 0 w 2515238"/>
              <a:gd name="connsiteY4-58" fmla="*/ 2616731 h 2616731"/>
              <a:gd name="connsiteX5-59" fmla="*/ 0 w 2515238"/>
              <a:gd name="connsiteY5-60" fmla="*/ 0 h 2616731"/>
              <a:gd name="connsiteX0-61" fmla="*/ 0 w 2521160"/>
              <a:gd name="connsiteY0-62" fmla="*/ 0 h 2616731"/>
              <a:gd name="connsiteX1-63" fmla="*/ 2241386 w 2521160"/>
              <a:gd name="connsiteY1-64" fmla="*/ 0 h 2616731"/>
              <a:gd name="connsiteX2-65" fmla="*/ 2520697 w 2521160"/>
              <a:gd name="connsiteY2-66" fmla="*/ 333120 h 2616731"/>
              <a:gd name="connsiteX3-67" fmla="*/ 2515238 w 2521160"/>
              <a:gd name="connsiteY3-68" fmla="*/ 2616731 h 2616731"/>
              <a:gd name="connsiteX4-69" fmla="*/ 0 w 2521160"/>
              <a:gd name="connsiteY4-70" fmla="*/ 2616731 h 2616731"/>
              <a:gd name="connsiteX5-71" fmla="*/ 0 w 2521160"/>
              <a:gd name="connsiteY5-72" fmla="*/ 0 h 2616731"/>
              <a:gd name="connsiteX0-73" fmla="*/ 0 w 2518942"/>
              <a:gd name="connsiteY0-74" fmla="*/ 0 h 2616731"/>
              <a:gd name="connsiteX1-75" fmla="*/ 2241386 w 2518942"/>
              <a:gd name="connsiteY1-76" fmla="*/ 0 h 2616731"/>
              <a:gd name="connsiteX2-77" fmla="*/ 2518376 w 2518942"/>
              <a:gd name="connsiteY2-78" fmla="*/ 333120 h 2616731"/>
              <a:gd name="connsiteX3-79" fmla="*/ 2515238 w 2518942"/>
              <a:gd name="connsiteY3-80" fmla="*/ 2616731 h 2616731"/>
              <a:gd name="connsiteX4-81" fmla="*/ 0 w 2518942"/>
              <a:gd name="connsiteY4-82" fmla="*/ 2616731 h 2616731"/>
              <a:gd name="connsiteX5-83" fmla="*/ 0 w 2518942"/>
              <a:gd name="connsiteY5-84" fmla="*/ 0 h 2616731"/>
              <a:gd name="connsiteX0-85" fmla="*/ 0 w 2518942"/>
              <a:gd name="connsiteY0-86" fmla="*/ 0 h 2616731"/>
              <a:gd name="connsiteX1-87" fmla="*/ 2241386 w 2518942"/>
              <a:gd name="connsiteY1-88" fmla="*/ 0 h 2616731"/>
              <a:gd name="connsiteX2-89" fmla="*/ 2518376 w 2518942"/>
              <a:gd name="connsiteY2-90" fmla="*/ 333120 h 2616731"/>
              <a:gd name="connsiteX3-91" fmla="*/ 2515238 w 2518942"/>
              <a:gd name="connsiteY3-92" fmla="*/ 2616731 h 2616731"/>
              <a:gd name="connsiteX4-93" fmla="*/ 0 w 2518942"/>
              <a:gd name="connsiteY4-94" fmla="*/ 2616731 h 2616731"/>
              <a:gd name="connsiteX5-95" fmla="*/ 0 w 2518942"/>
              <a:gd name="connsiteY5-96" fmla="*/ 0 h 2616731"/>
              <a:gd name="connsiteX0-97" fmla="*/ 0 w 2515238"/>
              <a:gd name="connsiteY0-98" fmla="*/ 0 h 2616731"/>
              <a:gd name="connsiteX1-99" fmla="*/ 2241386 w 2515238"/>
              <a:gd name="connsiteY1-100" fmla="*/ 0 h 2616731"/>
              <a:gd name="connsiteX2-101" fmla="*/ 2511414 w 2515238"/>
              <a:gd name="connsiteY2-102" fmla="*/ 333120 h 2616731"/>
              <a:gd name="connsiteX3-103" fmla="*/ 2515238 w 2515238"/>
              <a:gd name="connsiteY3-104" fmla="*/ 2616731 h 2616731"/>
              <a:gd name="connsiteX4-105" fmla="*/ 0 w 2515238"/>
              <a:gd name="connsiteY4-106" fmla="*/ 2616731 h 2616731"/>
              <a:gd name="connsiteX5-107" fmla="*/ 0 w 2515238"/>
              <a:gd name="connsiteY5-108" fmla="*/ 0 h 2616731"/>
              <a:gd name="connsiteX0-109" fmla="*/ 0 w 2515238"/>
              <a:gd name="connsiteY0-110" fmla="*/ 0 h 2616731"/>
              <a:gd name="connsiteX1-111" fmla="*/ 2241386 w 2515238"/>
              <a:gd name="connsiteY1-112" fmla="*/ 0 h 2616731"/>
              <a:gd name="connsiteX2-113" fmla="*/ 2511414 w 2515238"/>
              <a:gd name="connsiteY2-114" fmla="*/ 335534 h 2616731"/>
              <a:gd name="connsiteX3-115" fmla="*/ 2515238 w 2515238"/>
              <a:gd name="connsiteY3-116" fmla="*/ 2616731 h 2616731"/>
              <a:gd name="connsiteX4-117" fmla="*/ 0 w 2515238"/>
              <a:gd name="connsiteY4-118" fmla="*/ 2616731 h 2616731"/>
              <a:gd name="connsiteX5-119" fmla="*/ 0 w 2515238"/>
              <a:gd name="connsiteY5-120" fmla="*/ 0 h 2616731"/>
              <a:gd name="connsiteX0-121" fmla="*/ 0 w 2516786"/>
              <a:gd name="connsiteY0-122" fmla="*/ 0 h 2616731"/>
              <a:gd name="connsiteX1-123" fmla="*/ 2241386 w 2516786"/>
              <a:gd name="connsiteY1-124" fmla="*/ 0 h 2616731"/>
              <a:gd name="connsiteX2-125" fmla="*/ 2516056 w 2516786"/>
              <a:gd name="connsiteY2-126" fmla="*/ 335534 h 2616731"/>
              <a:gd name="connsiteX3-127" fmla="*/ 2515238 w 2516786"/>
              <a:gd name="connsiteY3-128" fmla="*/ 2616731 h 2616731"/>
              <a:gd name="connsiteX4-129" fmla="*/ 0 w 2516786"/>
              <a:gd name="connsiteY4-130" fmla="*/ 2616731 h 2616731"/>
              <a:gd name="connsiteX5-131" fmla="*/ 0 w 2516786"/>
              <a:gd name="connsiteY5-132" fmla="*/ 0 h 2616731"/>
              <a:gd name="connsiteX0-133" fmla="*/ 0 w 2516786"/>
              <a:gd name="connsiteY0-134" fmla="*/ 0 h 2616731"/>
              <a:gd name="connsiteX1-135" fmla="*/ 2241386 w 2516786"/>
              <a:gd name="connsiteY1-136" fmla="*/ 0 h 2616731"/>
              <a:gd name="connsiteX2-137" fmla="*/ 2516056 w 2516786"/>
              <a:gd name="connsiteY2-138" fmla="*/ 335534 h 2616731"/>
              <a:gd name="connsiteX3-139" fmla="*/ 2515238 w 2516786"/>
              <a:gd name="connsiteY3-140" fmla="*/ 2616731 h 2616731"/>
              <a:gd name="connsiteX4-141" fmla="*/ 0 w 2516786"/>
              <a:gd name="connsiteY4-142" fmla="*/ 2616731 h 2616731"/>
              <a:gd name="connsiteX5-143" fmla="*/ 0 w 2516786"/>
              <a:gd name="connsiteY5-144" fmla="*/ 0 h 261673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16786" h="2616731">
                <a:moveTo>
                  <a:pt x="0" y="0"/>
                </a:moveTo>
                <a:lnTo>
                  <a:pt x="2241386" y="0"/>
                </a:lnTo>
                <a:cubicBezTo>
                  <a:pt x="2481475" y="0"/>
                  <a:pt x="2514315" y="99067"/>
                  <a:pt x="2516056" y="335534"/>
                </a:cubicBezTo>
                <a:cubicBezTo>
                  <a:pt x="2518878" y="1096738"/>
                  <a:pt x="2512416" y="1855527"/>
                  <a:pt x="2515238" y="2616731"/>
                </a:cubicBezTo>
                <a:lnTo>
                  <a:pt x="0" y="2616731"/>
                </a:lnTo>
                <a:lnTo>
                  <a:pt x="0"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65" dirty="0">
              <a:solidFill>
                <a:schemeClr val="bg2">
                  <a:lumMod val="10000"/>
                </a:schemeClr>
              </a:solidFill>
            </a:endParaRPr>
          </a:p>
        </p:txBody>
      </p:sp>
      <p:sp>
        <p:nvSpPr>
          <p:cNvPr id="24" name="文本占位符 5"/>
          <p:cNvSpPr>
            <a:spLocks noGrp="1"/>
          </p:cNvSpPr>
          <p:nvPr>
            <p:ph type="body" sz="quarter" idx="14" hasCustomPrompt="1"/>
          </p:nvPr>
        </p:nvSpPr>
        <p:spPr>
          <a:xfrm>
            <a:off x="855662" y="3757939"/>
            <a:ext cx="8580438" cy="707886"/>
          </a:xfrm>
          <a:prstGeom prst="rect">
            <a:avLst/>
          </a:prstGeom>
          <a:noFill/>
        </p:spPr>
        <p:txBody>
          <a:bodyPr wrap="square">
            <a:spAutoFit/>
          </a:bodyPr>
          <a:lstStyle>
            <a:lvl1pPr marL="0" indent="0">
              <a:lnSpc>
                <a:spcPct val="100000"/>
              </a:lnSpc>
              <a:spcBef>
                <a:spcPts val="0"/>
              </a:spcBef>
              <a:buNone/>
              <a:defRPr sz="40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40pt </a:t>
            </a:r>
            <a:r>
              <a:rPr lang="zh-CN" altLang="en-US" dirty="0"/>
              <a:t>加粗</a:t>
            </a:r>
            <a:r>
              <a:rPr lang="en-US" altLang="zh-CN" dirty="0"/>
              <a:t> </a:t>
            </a:r>
            <a:endParaRPr lang="zh-CN" altLang="en-US" dirty="0"/>
          </a:p>
        </p:txBody>
      </p:sp>
      <p:pic>
        <p:nvPicPr>
          <p:cNvPr id="15" name="图片 14"/>
          <p:cNvPicPr>
            <a:picLocks noChangeAspect="1"/>
          </p:cNvPicPr>
          <p:nvPr userDrawn="1"/>
        </p:nvPicPr>
        <p:blipFill>
          <a:blip r:embed="rId2" cstate="screen"/>
          <a:stretch>
            <a:fillRect/>
          </a:stretch>
        </p:blipFill>
        <p:spPr>
          <a:xfrm>
            <a:off x="9797369" y="5984177"/>
            <a:ext cx="1534187" cy="498977"/>
          </a:xfrm>
          <a:prstGeom prst="rect">
            <a:avLst/>
          </a:prstGeom>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封面三">
    <p:spTree>
      <p:nvGrpSpPr>
        <p:cNvPr id="1" name=""/>
        <p:cNvGrpSpPr/>
        <p:nvPr/>
      </p:nvGrpSpPr>
      <p:grpSpPr>
        <a:xfrm>
          <a:off x="0" y="0"/>
          <a:ext cx="0" cy="0"/>
          <a:chOff x="0" y="0"/>
          <a:chExt cx="0" cy="0"/>
        </a:xfrm>
      </p:grpSpPr>
      <p:sp>
        <p:nvSpPr>
          <p:cNvPr id="27" name="任意多边形 26"/>
          <p:cNvSpPr/>
          <p:nvPr userDrawn="1"/>
        </p:nvSpPr>
        <p:spPr>
          <a:xfrm rot="10800000" flipH="1" flipV="1">
            <a:off x="7888622" y="380895"/>
            <a:ext cx="3443006" cy="3440888"/>
          </a:xfrm>
          <a:custGeom>
            <a:avLst/>
            <a:gdLst>
              <a:gd name="connsiteX0" fmla="*/ 0 w 2515238"/>
              <a:gd name="connsiteY0" fmla="*/ 0 h 2616731"/>
              <a:gd name="connsiteX1" fmla="*/ 2241386 w 2515238"/>
              <a:gd name="connsiteY1" fmla="*/ 0 h 2616731"/>
              <a:gd name="connsiteX2" fmla="*/ 2506771 w 2515238"/>
              <a:gd name="connsiteY2" fmla="*/ 333120 h 2616731"/>
              <a:gd name="connsiteX3" fmla="*/ 2515238 w 2515238"/>
              <a:gd name="connsiteY3" fmla="*/ 2616731 h 2616731"/>
              <a:gd name="connsiteX4" fmla="*/ 0 w 2515238"/>
              <a:gd name="connsiteY4" fmla="*/ 2616731 h 2616731"/>
              <a:gd name="connsiteX5" fmla="*/ 0 w 2515238"/>
              <a:gd name="connsiteY5" fmla="*/ 0 h 2616731"/>
              <a:gd name="connsiteX0-1" fmla="*/ 0 w 2515238"/>
              <a:gd name="connsiteY0-2" fmla="*/ 0 h 2616731"/>
              <a:gd name="connsiteX1-3" fmla="*/ 2241386 w 2515238"/>
              <a:gd name="connsiteY1-4" fmla="*/ 0 h 2616731"/>
              <a:gd name="connsiteX2-5" fmla="*/ 2509092 w 2515238"/>
              <a:gd name="connsiteY2-6" fmla="*/ 333120 h 2616731"/>
              <a:gd name="connsiteX3-7" fmla="*/ 2515238 w 2515238"/>
              <a:gd name="connsiteY3-8" fmla="*/ 2616731 h 2616731"/>
              <a:gd name="connsiteX4-9" fmla="*/ 0 w 2515238"/>
              <a:gd name="connsiteY4-10" fmla="*/ 2616731 h 2616731"/>
              <a:gd name="connsiteX5-11" fmla="*/ 0 w 2515238"/>
              <a:gd name="connsiteY5-12" fmla="*/ 0 h 2616731"/>
              <a:gd name="connsiteX0-13" fmla="*/ 0 w 2515238"/>
              <a:gd name="connsiteY0-14" fmla="*/ 0 h 2616731"/>
              <a:gd name="connsiteX1-15" fmla="*/ 2241386 w 2515238"/>
              <a:gd name="connsiteY1-16" fmla="*/ 0 h 2616731"/>
              <a:gd name="connsiteX2-17" fmla="*/ 2509092 w 2515238"/>
              <a:gd name="connsiteY2-18" fmla="*/ 333120 h 2616731"/>
              <a:gd name="connsiteX3-19" fmla="*/ 2515238 w 2515238"/>
              <a:gd name="connsiteY3-20" fmla="*/ 2616731 h 2616731"/>
              <a:gd name="connsiteX4-21" fmla="*/ 0 w 2515238"/>
              <a:gd name="connsiteY4-22" fmla="*/ 2616731 h 2616731"/>
              <a:gd name="connsiteX5-23" fmla="*/ 0 w 2515238"/>
              <a:gd name="connsiteY5-24" fmla="*/ 0 h 2616731"/>
              <a:gd name="connsiteX0-25" fmla="*/ 0 w 2518941"/>
              <a:gd name="connsiteY0-26" fmla="*/ 0 h 2616731"/>
              <a:gd name="connsiteX1-27" fmla="*/ 2241386 w 2518941"/>
              <a:gd name="connsiteY1-28" fmla="*/ 0 h 2616731"/>
              <a:gd name="connsiteX2-29" fmla="*/ 2518375 w 2518941"/>
              <a:gd name="connsiteY2-30" fmla="*/ 333120 h 2616731"/>
              <a:gd name="connsiteX3-31" fmla="*/ 2515238 w 2518941"/>
              <a:gd name="connsiteY3-32" fmla="*/ 2616731 h 2616731"/>
              <a:gd name="connsiteX4-33" fmla="*/ 0 w 2518941"/>
              <a:gd name="connsiteY4-34" fmla="*/ 2616731 h 2616731"/>
              <a:gd name="connsiteX5-35" fmla="*/ 0 w 2518941"/>
              <a:gd name="connsiteY5-36" fmla="*/ 0 h 2616731"/>
              <a:gd name="connsiteX0-37" fmla="*/ 0 w 2515238"/>
              <a:gd name="connsiteY0-38" fmla="*/ 0 h 2616731"/>
              <a:gd name="connsiteX1-39" fmla="*/ 2241386 w 2515238"/>
              <a:gd name="connsiteY1-40" fmla="*/ 0 h 2616731"/>
              <a:gd name="connsiteX2-41" fmla="*/ 2511413 w 2515238"/>
              <a:gd name="connsiteY2-42" fmla="*/ 333120 h 2616731"/>
              <a:gd name="connsiteX3-43" fmla="*/ 2515238 w 2515238"/>
              <a:gd name="connsiteY3-44" fmla="*/ 2616731 h 2616731"/>
              <a:gd name="connsiteX4-45" fmla="*/ 0 w 2515238"/>
              <a:gd name="connsiteY4-46" fmla="*/ 2616731 h 2616731"/>
              <a:gd name="connsiteX5-47" fmla="*/ 0 w 2515238"/>
              <a:gd name="connsiteY5-48" fmla="*/ 0 h 2616731"/>
              <a:gd name="connsiteX0-49" fmla="*/ 0 w 2515238"/>
              <a:gd name="connsiteY0-50" fmla="*/ 0 h 2616731"/>
              <a:gd name="connsiteX1-51" fmla="*/ 2241386 w 2515238"/>
              <a:gd name="connsiteY1-52" fmla="*/ 0 h 2616731"/>
              <a:gd name="connsiteX2-53" fmla="*/ 2513734 w 2515238"/>
              <a:gd name="connsiteY2-54" fmla="*/ 333120 h 2616731"/>
              <a:gd name="connsiteX3-55" fmla="*/ 2515238 w 2515238"/>
              <a:gd name="connsiteY3-56" fmla="*/ 2616731 h 2616731"/>
              <a:gd name="connsiteX4-57" fmla="*/ 0 w 2515238"/>
              <a:gd name="connsiteY4-58" fmla="*/ 2616731 h 2616731"/>
              <a:gd name="connsiteX5-59" fmla="*/ 0 w 2515238"/>
              <a:gd name="connsiteY5-60" fmla="*/ 0 h 2616731"/>
              <a:gd name="connsiteX0-61" fmla="*/ 0 w 2521160"/>
              <a:gd name="connsiteY0-62" fmla="*/ 0 h 2616731"/>
              <a:gd name="connsiteX1-63" fmla="*/ 2241386 w 2521160"/>
              <a:gd name="connsiteY1-64" fmla="*/ 0 h 2616731"/>
              <a:gd name="connsiteX2-65" fmla="*/ 2520697 w 2521160"/>
              <a:gd name="connsiteY2-66" fmla="*/ 333120 h 2616731"/>
              <a:gd name="connsiteX3-67" fmla="*/ 2515238 w 2521160"/>
              <a:gd name="connsiteY3-68" fmla="*/ 2616731 h 2616731"/>
              <a:gd name="connsiteX4-69" fmla="*/ 0 w 2521160"/>
              <a:gd name="connsiteY4-70" fmla="*/ 2616731 h 2616731"/>
              <a:gd name="connsiteX5-71" fmla="*/ 0 w 2521160"/>
              <a:gd name="connsiteY5-72" fmla="*/ 0 h 2616731"/>
              <a:gd name="connsiteX0-73" fmla="*/ 0 w 2518942"/>
              <a:gd name="connsiteY0-74" fmla="*/ 0 h 2616731"/>
              <a:gd name="connsiteX1-75" fmla="*/ 2241386 w 2518942"/>
              <a:gd name="connsiteY1-76" fmla="*/ 0 h 2616731"/>
              <a:gd name="connsiteX2-77" fmla="*/ 2518376 w 2518942"/>
              <a:gd name="connsiteY2-78" fmla="*/ 333120 h 2616731"/>
              <a:gd name="connsiteX3-79" fmla="*/ 2515238 w 2518942"/>
              <a:gd name="connsiteY3-80" fmla="*/ 2616731 h 2616731"/>
              <a:gd name="connsiteX4-81" fmla="*/ 0 w 2518942"/>
              <a:gd name="connsiteY4-82" fmla="*/ 2616731 h 2616731"/>
              <a:gd name="connsiteX5-83" fmla="*/ 0 w 2518942"/>
              <a:gd name="connsiteY5-84" fmla="*/ 0 h 2616731"/>
              <a:gd name="connsiteX0-85" fmla="*/ 0 w 2518942"/>
              <a:gd name="connsiteY0-86" fmla="*/ 0 h 2616731"/>
              <a:gd name="connsiteX1-87" fmla="*/ 2241386 w 2518942"/>
              <a:gd name="connsiteY1-88" fmla="*/ 0 h 2616731"/>
              <a:gd name="connsiteX2-89" fmla="*/ 2518376 w 2518942"/>
              <a:gd name="connsiteY2-90" fmla="*/ 333120 h 2616731"/>
              <a:gd name="connsiteX3-91" fmla="*/ 2515238 w 2518942"/>
              <a:gd name="connsiteY3-92" fmla="*/ 2616731 h 2616731"/>
              <a:gd name="connsiteX4-93" fmla="*/ 0 w 2518942"/>
              <a:gd name="connsiteY4-94" fmla="*/ 2616731 h 2616731"/>
              <a:gd name="connsiteX5-95" fmla="*/ 0 w 2518942"/>
              <a:gd name="connsiteY5-96" fmla="*/ 0 h 2616731"/>
              <a:gd name="connsiteX0-97" fmla="*/ 0 w 2515238"/>
              <a:gd name="connsiteY0-98" fmla="*/ 0 h 2616731"/>
              <a:gd name="connsiteX1-99" fmla="*/ 2241386 w 2515238"/>
              <a:gd name="connsiteY1-100" fmla="*/ 0 h 2616731"/>
              <a:gd name="connsiteX2-101" fmla="*/ 2511414 w 2515238"/>
              <a:gd name="connsiteY2-102" fmla="*/ 333120 h 2616731"/>
              <a:gd name="connsiteX3-103" fmla="*/ 2515238 w 2515238"/>
              <a:gd name="connsiteY3-104" fmla="*/ 2616731 h 2616731"/>
              <a:gd name="connsiteX4-105" fmla="*/ 0 w 2515238"/>
              <a:gd name="connsiteY4-106" fmla="*/ 2616731 h 2616731"/>
              <a:gd name="connsiteX5-107" fmla="*/ 0 w 2515238"/>
              <a:gd name="connsiteY5-108" fmla="*/ 0 h 2616731"/>
              <a:gd name="connsiteX0-109" fmla="*/ 0 w 2515238"/>
              <a:gd name="connsiteY0-110" fmla="*/ 0 h 2616731"/>
              <a:gd name="connsiteX1-111" fmla="*/ 2241386 w 2515238"/>
              <a:gd name="connsiteY1-112" fmla="*/ 0 h 2616731"/>
              <a:gd name="connsiteX2-113" fmla="*/ 2511414 w 2515238"/>
              <a:gd name="connsiteY2-114" fmla="*/ 335534 h 2616731"/>
              <a:gd name="connsiteX3-115" fmla="*/ 2515238 w 2515238"/>
              <a:gd name="connsiteY3-116" fmla="*/ 2616731 h 2616731"/>
              <a:gd name="connsiteX4-117" fmla="*/ 0 w 2515238"/>
              <a:gd name="connsiteY4-118" fmla="*/ 2616731 h 2616731"/>
              <a:gd name="connsiteX5-119" fmla="*/ 0 w 2515238"/>
              <a:gd name="connsiteY5-120" fmla="*/ 0 h 2616731"/>
              <a:gd name="connsiteX0-121" fmla="*/ 0 w 2516786"/>
              <a:gd name="connsiteY0-122" fmla="*/ 0 h 2616731"/>
              <a:gd name="connsiteX1-123" fmla="*/ 2241386 w 2516786"/>
              <a:gd name="connsiteY1-124" fmla="*/ 0 h 2616731"/>
              <a:gd name="connsiteX2-125" fmla="*/ 2516056 w 2516786"/>
              <a:gd name="connsiteY2-126" fmla="*/ 335534 h 2616731"/>
              <a:gd name="connsiteX3-127" fmla="*/ 2515238 w 2516786"/>
              <a:gd name="connsiteY3-128" fmla="*/ 2616731 h 2616731"/>
              <a:gd name="connsiteX4-129" fmla="*/ 0 w 2516786"/>
              <a:gd name="connsiteY4-130" fmla="*/ 2616731 h 2616731"/>
              <a:gd name="connsiteX5-131" fmla="*/ 0 w 2516786"/>
              <a:gd name="connsiteY5-132" fmla="*/ 0 h 2616731"/>
              <a:gd name="connsiteX0-133" fmla="*/ 0 w 2516786"/>
              <a:gd name="connsiteY0-134" fmla="*/ 0 h 2616731"/>
              <a:gd name="connsiteX1-135" fmla="*/ 2241386 w 2516786"/>
              <a:gd name="connsiteY1-136" fmla="*/ 0 h 2616731"/>
              <a:gd name="connsiteX2-137" fmla="*/ 2516056 w 2516786"/>
              <a:gd name="connsiteY2-138" fmla="*/ 335534 h 2616731"/>
              <a:gd name="connsiteX3-139" fmla="*/ 2515238 w 2516786"/>
              <a:gd name="connsiteY3-140" fmla="*/ 2616731 h 2616731"/>
              <a:gd name="connsiteX4-141" fmla="*/ 0 w 2516786"/>
              <a:gd name="connsiteY4-142" fmla="*/ 2616731 h 2616731"/>
              <a:gd name="connsiteX5-143" fmla="*/ 0 w 2516786"/>
              <a:gd name="connsiteY5-144" fmla="*/ 0 h 261673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16786" h="2616731">
                <a:moveTo>
                  <a:pt x="0" y="0"/>
                </a:moveTo>
                <a:lnTo>
                  <a:pt x="2241386" y="0"/>
                </a:lnTo>
                <a:cubicBezTo>
                  <a:pt x="2481475" y="0"/>
                  <a:pt x="2514315" y="99067"/>
                  <a:pt x="2516056" y="335534"/>
                </a:cubicBezTo>
                <a:cubicBezTo>
                  <a:pt x="2518878" y="1096738"/>
                  <a:pt x="2512416" y="1855527"/>
                  <a:pt x="2515238" y="2616731"/>
                </a:cubicBezTo>
                <a:lnTo>
                  <a:pt x="0" y="2616731"/>
                </a:lnTo>
                <a:lnTo>
                  <a:pt x="0"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65" dirty="0">
              <a:solidFill>
                <a:srgbClr val="E7E6E6">
                  <a:lumMod val="10000"/>
                </a:srgbClr>
              </a:solidFill>
            </a:endParaRPr>
          </a:p>
        </p:txBody>
      </p:sp>
      <p:pic>
        <p:nvPicPr>
          <p:cNvPr id="2" name="图片 1"/>
          <p:cNvPicPr>
            <a:picLocks noChangeAspect="1"/>
          </p:cNvPicPr>
          <p:nvPr userDrawn="1"/>
        </p:nvPicPr>
        <p:blipFill>
          <a:blip r:embed="rId2" cstate="screen"/>
          <a:stretch>
            <a:fillRect/>
          </a:stretch>
        </p:blipFill>
        <p:spPr>
          <a:xfrm>
            <a:off x="9797369" y="5984177"/>
            <a:ext cx="1534187" cy="498977"/>
          </a:xfrm>
          <a:prstGeom prst="rect">
            <a:avLst/>
          </a:prstGeom>
        </p:spPr>
      </p:pic>
      <p:sp>
        <p:nvSpPr>
          <p:cNvPr id="18" name="文本框 17"/>
          <p:cNvSpPr txBox="1"/>
          <p:nvPr userDrawn="1"/>
        </p:nvSpPr>
        <p:spPr>
          <a:xfrm>
            <a:off x="836421" y="6233666"/>
            <a:ext cx="3911069" cy="246221"/>
          </a:xfrm>
          <a:prstGeom prst="rect">
            <a:avLst/>
          </a:prstGeom>
          <a:noFill/>
        </p:spPr>
        <p:txBody>
          <a:bodyPr wrap="square" rtlCol="0">
            <a:spAutoFit/>
          </a:bodyPr>
          <a:lstStyle/>
          <a:p>
            <a:pPr>
              <a:buSzPct val="50000"/>
              <a:buFont typeface="Wingdings" panose="05000000000000000000" pitchFamily="2" charset="2"/>
              <a:buNone/>
            </a:pPr>
            <a:r>
              <a:rPr lang="en-US" altLang="zh-CN" sz="1000" dirty="0">
                <a:solidFill>
                  <a:srgbClr val="323232"/>
                </a:solidFill>
                <a:latin typeface="Verdana" panose="020B0604030504040204" charset="0"/>
              </a:rPr>
              <a:t>Copyright © 2023 Neusoft Corporation</a:t>
            </a:r>
            <a:endParaRPr lang="en-US" altLang="zh-CN" sz="1000" dirty="0">
              <a:solidFill>
                <a:srgbClr val="323232"/>
              </a:solidFill>
              <a:latin typeface="Verdana" panose="020B0604030504040204" charset="0"/>
            </a:endParaRPr>
          </a:p>
        </p:txBody>
      </p:sp>
      <p:sp>
        <p:nvSpPr>
          <p:cNvPr id="21" name="文本占位符 126"/>
          <p:cNvSpPr>
            <a:spLocks noGrp="1"/>
          </p:cNvSpPr>
          <p:nvPr>
            <p:ph type="body" sz="quarter" idx="19" hasCustomPrompt="1"/>
          </p:nvPr>
        </p:nvSpPr>
        <p:spPr>
          <a:xfrm>
            <a:off x="855662" y="5469496"/>
            <a:ext cx="8580438" cy="339645"/>
          </a:xfrm>
          <a:prstGeom prst="rect">
            <a:avLst/>
          </a:prstGeom>
          <a:noFill/>
        </p:spPr>
        <p:txBody>
          <a:bodyPr wrap="square" tIns="46800">
            <a:spAutoFit/>
          </a:bodyPr>
          <a:lstStyle>
            <a:lvl1pPr marL="0" indent="0">
              <a:lnSpc>
                <a:spcPct val="100000"/>
              </a:lnSpc>
              <a:spcBef>
                <a:spcPts val="0"/>
              </a:spcBef>
              <a:buNone/>
              <a:defRPr sz="1600">
                <a:solidFill>
                  <a:srgbClr val="323232"/>
                </a:solidFill>
                <a:latin typeface="Verdana" panose="020B0604030504040204" charset="0"/>
                <a:ea typeface="Microsoft YaHei" panose="020B0503020204020204" pitchFamily="34" charset="-122"/>
                <a:cs typeface="Verdana" panose="020B0604030504040204" charset="0"/>
              </a:defRPr>
            </a:lvl1pPr>
          </a:lstStyle>
          <a:p>
            <a:pPr lvl="0"/>
            <a:r>
              <a:rPr lang="zh-CN" altLang="en-US" dirty="0"/>
              <a:t>演讲人                </a:t>
            </a:r>
            <a:r>
              <a:rPr lang="en-US" altLang="zh-CN" dirty="0"/>
              <a:t>16pt </a:t>
            </a:r>
            <a:r>
              <a:rPr lang="zh-CN" altLang="en-US" dirty="0"/>
              <a:t>微软雅黑</a:t>
            </a:r>
            <a:endParaRPr lang="zh-CN" altLang="en-US" dirty="0"/>
          </a:p>
        </p:txBody>
      </p:sp>
      <p:sp>
        <p:nvSpPr>
          <p:cNvPr id="25" name="文本占位符 5"/>
          <p:cNvSpPr>
            <a:spLocks noGrp="1"/>
          </p:cNvSpPr>
          <p:nvPr>
            <p:ph type="body" sz="quarter" idx="14" hasCustomPrompt="1"/>
          </p:nvPr>
        </p:nvSpPr>
        <p:spPr>
          <a:xfrm>
            <a:off x="855662" y="4144966"/>
            <a:ext cx="8580438" cy="646331"/>
          </a:xfrm>
          <a:prstGeom prst="rect">
            <a:avLst/>
          </a:prstGeom>
          <a:noFill/>
        </p:spPr>
        <p:txBody>
          <a:bodyPr wrap="square">
            <a:spAutoFit/>
          </a:bodyPr>
          <a:lstStyle>
            <a:lvl1pPr marL="0" indent="0">
              <a:lnSpc>
                <a:spcPct val="100000"/>
              </a:lnSpc>
              <a:spcBef>
                <a:spcPts val="0"/>
              </a:spcBef>
              <a:buNone/>
              <a:defRPr sz="36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36pt </a:t>
            </a:r>
            <a:r>
              <a:rPr lang="zh-CN" altLang="en-US" dirty="0"/>
              <a:t>加粗</a:t>
            </a:r>
            <a:r>
              <a:rPr lang="en-US" altLang="zh-CN" dirty="0"/>
              <a:t> </a:t>
            </a:r>
            <a:endParaRPr lang="zh-CN" altLang="en-US" dirty="0"/>
          </a:p>
        </p:txBody>
      </p:sp>
      <p:sp>
        <p:nvSpPr>
          <p:cNvPr id="26" name="图片占位符 29"/>
          <p:cNvSpPr>
            <a:spLocks noGrp="1"/>
          </p:cNvSpPr>
          <p:nvPr>
            <p:ph type="pic" sz="quarter" idx="18"/>
          </p:nvPr>
        </p:nvSpPr>
        <p:spPr>
          <a:xfrm>
            <a:off x="897499" y="380894"/>
            <a:ext cx="6926400" cy="3441600"/>
          </a:xfrm>
          <a:custGeom>
            <a:avLst/>
            <a:gdLst>
              <a:gd name="connsiteX0" fmla="*/ 217180 w 6927595"/>
              <a:gd name="connsiteY0" fmla="*/ 301 h 3434513"/>
              <a:gd name="connsiteX1" fmla="*/ 3433404 w 6927595"/>
              <a:gd name="connsiteY1" fmla="*/ 301 h 3434513"/>
              <a:gd name="connsiteX2" fmla="*/ 3434400 w 6927595"/>
              <a:gd name="connsiteY2" fmla="*/ 1297 h 3434513"/>
              <a:gd name="connsiteX3" fmla="*/ 3434400 w 6927595"/>
              <a:gd name="connsiteY3" fmla="*/ 3434513 h 3434513"/>
              <a:gd name="connsiteX4" fmla="*/ 0 w 6927595"/>
              <a:gd name="connsiteY4" fmla="*/ 3434513 h 3434513"/>
              <a:gd name="connsiteX5" fmla="*/ 0 w 6927595"/>
              <a:gd name="connsiteY5" fmla="*/ 217481 h 3434513"/>
              <a:gd name="connsiteX6" fmla="*/ 217180 w 6927595"/>
              <a:gd name="connsiteY6" fmla="*/ 301 h 3434513"/>
              <a:gd name="connsiteX7" fmla="*/ 3493195 w 6927595"/>
              <a:gd name="connsiteY7" fmla="*/ 0 h 3434513"/>
              <a:gd name="connsiteX8" fmla="*/ 6927595 w 6927595"/>
              <a:gd name="connsiteY8" fmla="*/ 0 h 3434513"/>
              <a:gd name="connsiteX9" fmla="*/ 6927595 w 6927595"/>
              <a:gd name="connsiteY9" fmla="*/ 3433762 h 3434513"/>
              <a:gd name="connsiteX10" fmla="*/ 3493195 w 6927595"/>
              <a:gd name="connsiteY10" fmla="*/ 3433762 h 3434513"/>
              <a:gd name="connsiteX0-1" fmla="*/ 217180 w 6927595"/>
              <a:gd name="connsiteY0-2" fmla="*/ 301 h 3434513"/>
              <a:gd name="connsiteX1-3" fmla="*/ 3433404 w 6927595"/>
              <a:gd name="connsiteY1-4" fmla="*/ 301 h 3434513"/>
              <a:gd name="connsiteX2-5" fmla="*/ 3434400 w 6927595"/>
              <a:gd name="connsiteY2-6" fmla="*/ 1297 h 3434513"/>
              <a:gd name="connsiteX3-7" fmla="*/ 3434400 w 6927595"/>
              <a:gd name="connsiteY3-8" fmla="*/ 3434513 h 3434513"/>
              <a:gd name="connsiteX4-9" fmla="*/ 0 w 6927595"/>
              <a:gd name="connsiteY4-10" fmla="*/ 3434513 h 3434513"/>
              <a:gd name="connsiteX5-11" fmla="*/ 0 w 6927595"/>
              <a:gd name="connsiteY5-12" fmla="*/ 217481 h 3434513"/>
              <a:gd name="connsiteX6-13" fmla="*/ 217180 w 6927595"/>
              <a:gd name="connsiteY6-14" fmla="*/ 301 h 3434513"/>
              <a:gd name="connsiteX7-15" fmla="*/ 3496373 w 6927595"/>
              <a:gd name="connsiteY7-16" fmla="*/ 0 h 3434513"/>
              <a:gd name="connsiteX8-17" fmla="*/ 6927595 w 6927595"/>
              <a:gd name="connsiteY8-18" fmla="*/ 0 h 3434513"/>
              <a:gd name="connsiteX9-19" fmla="*/ 6927595 w 6927595"/>
              <a:gd name="connsiteY9-20" fmla="*/ 3433762 h 3434513"/>
              <a:gd name="connsiteX10-21" fmla="*/ 3493195 w 6927595"/>
              <a:gd name="connsiteY10-22" fmla="*/ 3433762 h 3434513"/>
              <a:gd name="connsiteX11" fmla="*/ 3496373 w 6927595"/>
              <a:gd name="connsiteY11" fmla="*/ 0 h 3434513"/>
              <a:gd name="connsiteX0-23" fmla="*/ 217180 w 6927595"/>
              <a:gd name="connsiteY0-24" fmla="*/ 301 h 3434513"/>
              <a:gd name="connsiteX1-25" fmla="*/ 3433404 w 6927595"/>
              <a:gd name="connsiteY1-26" fmla="*/ 301 h 3434513"/>
              <a:gd name="connsiteX2-27" fmla="*/ 3434400 w 6927595"/>
              <a:gd name="connsiteY2-28" fmla="*/ 1297 h 3434513"/>
              <a:gd name="connsiteX3-29" fmla="*/ 3434400 w 6927595"/>
              <a:gd name="connsiteY3-30" fmla="*/ 3434513 h 3434513"/>
              <a:gd name="connsiteX4-31" fmla="*/ 0 w 6927595"/>
              <a:gd name="connsiteY4-32" fmla="*/ 3434513 h 3434513"/>
              <a:gd name="connsiteX5-33" fmla="*/ 0 w 6927595"/>
              <a:gd name="connsiteY5-34" fmla="*/ 217481 h 3434513"/>
              <a:gd name="connsiteX6-35" fmla="*/ 217180 w 6927595"/>
              <a:gd name="connsiteY6-36" fmla="*/ 301 h 3434513"/>
              <a:gd name="connsiteX7-37" fmla="*/ 3496373 w 6927595"/>
              <a:gd name="connsiteY7-38" fmla="*/ 0 h 3434513"/>
              <a:gd name="connsiteX8-39" fmla="*/ 6927595 w 6927595"/>
              <a:gd name="connsiteY8-40" fmla="*/ 0 h 3434513"/>
              <a:gd name="connsiteX9-41" fmla="*/ 6927595 w 6927595"/>
              <a:gd name="connsiteY9-42" fmla="*/ 3433762 h 3434513"/>
              <a:gd name="connsiteX10-43" fmla="*/ 3505908 w 6927595"/>
              <a:gd name="connsiteY10-44" fmla="*/ 3433762 h 3434513"/>
              <a:gd name="connsiteX11-45" fmla="*/ 3496373 w 6927595"/>
              <a:gd name="connsiteY11-46" fmla="*/ 0 h 3434513"/>
              <a:gd name="connsiteX0-47" fmla="*/ 217180 w 6927595"/>
              <a:gd name="connsiteY0-48" fmla="*/ 301 h 3434513"/>
              <a:gd name="connsiteX1-49" fmla="*/ 3433404 w 6927595"/>
              <a:gd name="connsiteY1-50" fmla="*/ 301 h 3434513"/>
              <a:gd name="connsiteX2-51" fmla="*/ 3434400 w 6927595"/>
              <a:gd name="connsiteY2-52" fmla="*/ 1297 h 3434513"/>
              <a:gd name="connsiteX3-53" fmla="*/ 3434400 w 6927595"/>
              <a:gd name="connsiteY3-54" fmla="*/ 3434513 h 3434513"/>
              <a:gd name="connsiteX4-55" fmla="*/ 0 w 6927595"/>
              <a:gd name="connsiteY4-56" fmla="*/ 3434513 h 3434513"/>
              <a:gd name="connsiteX5-57" fmla="*/ 0 w 6927595"/>
              <a:gd name="connsiteY5-58" fmla="*/ 217481 h 3434513"/>
              <a:gd name="connsiteX6-59" fmla="*/ 217180 w 6927595"/>
              <a:gd name="connsiteY6-60" fmla="*/ 301 h 3434513"/>
              <a:gd name="connsiteX7-61" fmla="*/ 3496373 w 6927595"/>
              <a:gd name="connsiteY7-62" fmla="*/ 0 h 3434513"/>
              <a:gd name="connsiteX8-63" fmla="*/ 6927595 w 6927595"/>
              <a:gd name="connsiteY8-64" fmla="*/ 0 h 3434513"/>
              <a:gd name="connsiteX9-65" fmla="*/ 6927595 w 6927595"/>
              <a:gd name="connsiteY9-66" fmla="*/ 3433762 h 3434513"/>
              <a:gd name="connsiteX10-67" fmla="*/ 3503524 w 6927595"/>
              <a:gd name="connsiteY10-68" fmla="*/ 3433762 h 3434513"/>
              <a:gd name="connsiteX11-69" fmla="*/ 3496373 w 6927595"/>
              <a:gd name="connsiteY11-70" fmla="*/ 0 h 3434513"/>
              <a:gd name="connsiteX0-71" fmla="*/ 217180 w 6927595"/>
              <a:gd name="connsiteY0-72" fmla="*/ 301 h 3434513"/>
              <a:gd name="connsiteX1-73" fmla="*/ 3433404 w 6927595"/>
              <a:gd name="connsiteY1-74" fmla="*/ 301 h 3434513"/>
              <a:gd name="connsiteX2-75" fmla="*/ 3434400 w 6927595"/>
              <a:gd name="connsiteY2-76" fmla="*/ 1297 h 3434513"/>
              <a:gd name="connsiteX3-77" fmla="*/ 3434400 w 6927595"/>
              <a:gd name="connsiteY3-78" fmla="*/ 3434513 h 3434513"/>
              <a:gd name="connsiteX4-79" fmla="*/ 0 w 6927595"/>
              <a:gd name="connsiteY4-80" fmla="*/ 3434513 h 3434513"/>
              <a:gd name="connsiteX5-81" fmla="*/ 0 w 6927595"/>
              <a:gd name="connsiteY5-82" fmla="*/ 217481 h 3434513"/>
              <a:gd name="connsiteX6-83" fmla="*/ 217180 w 6927595"/>
              <a:gd name="connsiteY6-84" fmla="*/ 301 h 3434513"/>
              <a:gd name="connsiteX7-85" fmla="*/ 3496373 w 6927595"/>
              <a:gd name="connsiteY7-86" fmla="*/ 0 h 3434513"/>
              <a:gd name="connsiteX8-87" fmla="*/ 6927595 w 6927595"/>
              <a:gd name="connsiteY8-88" fmla="*/ 0 h 3434513"/>
              <a:gd name="connsiteX9-89" fmla="*/ 6927595 w 6927595"/>
              <a:gd name="connsiteY9-90" fmla="*/ 3433762 h 3434513"/>
              <a:gd name="connsiteX10-91" fmla="*/ 3498758 w 6927595"/>
              <a:gd name="connsiteY10-92" fmla="*/ 3433762 h 3434513"/>
              <a:gd name="connsiteX11-93" fmla="*/ 3496373 w 6927595"/>
              <a:gd name="connsiteY11-94" fmla="*/ 0 h 3434513"/>
              <a:gd name="connsiteX0-95" fmla="*/ 217180 w 6927595"/>
              <a:gd name="connsiteY0-96" fmla="*/ 301 h 3434513"/>
              <a:gd name="connsiteX1-97" fmla="*/ 3433404 w 6927595"/>
              <a:gd name="connsiteY1-98" fmla="*/ 301 h 3434513"/>
              <a:gd name="connsiteX2-99" fmla="*/ 3434400 w 6927595"/>
              <a:gd name="connsiteY2-100" fmla="*/ 1297 h 3434513"/>
              <a:gd name="connsiteX3-101" fmla="*/ 3434400 w 6927595"/>
              <a:gd name="connsiteY3-102" fmla="*/ 3434513 h 3434513"/>
              <a:gd name="connsiteX4-103" fmla="*/ 0 w 6927595"/>
              <a:gd name="connsiteY4-104" fmla="*/ 3434513 h 3434513"/>
              <a:gd name="connsiteX5-105" fmla="*/ 0 w 6927595"/>
              <a:gd name="connsiteY5-106" fmla="*/ 217481 h 3434513"/>
              <a:gd name="connsiteX6-107" fmla="*/ 217180 w 6927595"/>
              <a:gd name="connsiteY6-108" fmla="*/ 301 h 3434513"/>
              <a:gd name="connsiteX7-109" fmla="*/ 3498758 w 6927595"/>
              <a:gd name="connsiteY7-110" fmla="*/ 0 h 3434513"/>
              <a:gd name="connsiteX8-111" fmla="*/ 6927595 w 6927595"/>
              <a:gd name="connsiteY8-112" fmla="*/ 0 h 3434513"/>
              <a:gd name="connsiteX9-113" fmla="*/ 6927595 w 6927595"/>
              <a:gd name="connsiteY9-114" fmla="*/ 3433762 h 3434513"/>
              <a:gd name="connsiteX10-115" fmla="*/ 3498758 w 6927595"/>
              <a:gd name="connsiteY10-116" fmla="*/ 3433762 h 3434513"/>
              <a:gd name="connsiteX11-117" fmla="*/ 3498758 w 6927595"/>
              <a:gd name="connsiteY11-118" fmla="*/ 0 h 3434513"/>
              <a:gd name="connsiteX0-119" fmla="*/ 217180 w 6927595"/>
              <a:gd name="connsiteY0-120" fmla="*/ 1369 h 3435581"/>
              <a:gd name="connsiteX1-121" fmla="*/ 3433404 w 6927595"/>
              <a:gd name="connsiteY1-122" fmla="*/ 1369 h 3435581"/>
              <a:gd name="connsiteX2-123" fmla="*/ 3439167 w 6927595"/>
              <a:gd name="connsiteY2-124" fmla="*/ 0 h 3435581"/>
              <a:gd name="connsiteX3-125" fmla="*/ 3434400 w 6927595"/>
              <a:gd name="connsiteY3-126" fmla="*/ 3435581 h 3435581"/>
              <a:gd name="connsiteX4-127" fmla="*/ 0 w 6927595"/>
              <a:gd name="connsiteY4-128" fmla="*/ 3435581 h 3435581"/>
              <a:gd name="connsiteX5-129" fmla="*/ 0 w 6927595"/>
              <a:gd name="connsiteY5-130" fmla="*/ 218549 h 3435581"/>
              <a:gd name="connsiteX6-131" fmla="*/ 217180 w 6927595"/>
              <a:gd name="connsiteY6-132" fmla="*/ 1369 h 3435581"/>
              <a:gd name="connsiteX7-133" fmla="*/ 3498758 w 6927595"/>
              <a:gd name="connsiteY7-134" fmla="*/ 1068 h 3435581"/>
              <a:gd name="connsiteX8-135" fmla="*/ 6927595 w 6927595"/>
              <a:gd name="connsiteY8-136" fmla="*/ 1068 h 3435581"/>
              <a:gd name="connsiteX9-137" fmla="*/ 6927595 w 6927595"/>
              <a:gd name="connsiteY9-138" fmla="*/ 3434830 h 3435581"/>
              <a:gd name="connsiteX10-139" fmla="*/ 3498758 w 6927595"/>
              <a:gd name="connsiteY10-140" fmla="*/ 3434830 h 3435581"/>
              <a:gd name="connsiteX11-141" fmla="*/ 3498758 w 6927595"/>
              <a:gd name="connsiteY11-142" fmla="*/ 1068 h 3435581"/>
              <a:gd name="connsiteX0-143" fmla="*/ 217180 w 6927595"/>
              <a:gd name="connsiteY0-144" fmla="*/ 1369 h 3435581"/>
              <a:gd name="connsiteX1-145" fmla="*/ 3433404 w 6927595"/>
              <a:gd name="connsiteY1-146" fmla="*/ 1369 h 3435581"/>
              <a:gd name="connsiteX2-147" fmla="*/ 3439167 w 6927595"/>
              <a:gd name="connsiteY2-148" fmla="*/ 0 h 3435581"/>
              <a:gd name="connsiteX3-149" fmla="*/ 3439167 w 6927595"/>
              <a:gd name="connsiteY3-150" fmla="*/ 3435581 h 3435581"/>
              <a:gd name="connsiteX4-151" fmla="*/ 0 w 6927595"/>
              <a:gd name="connsiteY4-152" fmla="*/ 3435581 h 3435581"/>
              <a:gd name="connsiteX5-153" fmla="*/ 0 w 6927595"/>
              <a:gd name="connsiteY5-154" fmla="*/ 218549 h 3435581"/>
              <a:gd name="connsiteX6-155" fmla="*/ 217180 w 6927595"/>
              <a:gd name="connsiteY6-156" fmla="*/ 1369 h 3435581"/>
              <a:gd name="connsiteX7-157" fmla="*/ 3498758 w 6927595"/>
              <a:gd name="connsiteY7-158" fmla="*/ 1068 h 3435581"/>
              <a:gd name="connsiteX8-159" fmla="*/ 6927595 w 6927595"/>
              <a:gd name="connsiteY8-160" fmla="*/ 1068 h 3435581"/>
              <a:gd name="connsiteX9-161" fmla="*/ 6927595 w 6927595"/>
              <a:gd name="connsiteY9-162" fmla="*/ 3434830 h 3435581"/>
              <a:gd name="connsiteX10-163" fmla="*/ 3498758 w 6927595"/>
              <a:gd name="connsiteY10-164" fmla="*/ 3434830 h 3435581"/>
              <a:gd name="connsiteX11-165" fmla="*/ 3498758 w 6927595"/>
              <a:gd name="connsiteY11-166" fmla="*/ 1068 h 3435581"/>
              <a:gd name="connsiteX0-167" fmla="*/ 217180 w 6927595"/>
              <a:gd name="connsiteY0-168" fmla="*/ 1369 h 3435581"/>
              <a:gd name="connsiteX1-169" fmla="*/ 3433404 w 6927595"/>
              <a:gd name="connsiteY1-170" fmla="*/ 1369 h 3435581"/>
              <a:gd name="connsiteX2-171" fmla="*/ 3441550 w 6927595"/>
              <a:gd name="connsiteY2-172" fmla="*/ 0 h 3435581"/>
              <a:gd name="connsiteX3-173" fmla="*/ 3439167 w 6927595"/>
              <a:gd name="connsiteY3-174" fmla="*/ 3435581 h 3435581"/>
              <a:gd name="connsiteX4-175" fmla="*/ 0 w 6927595"/>
              <a:gd name="connsiteY4-176" fmla="*/ 3435581 h 3435581"/>
              <a:gd name="connsiteX5-177" fmla="*/ 0 w 6927595"/>
              <a:gd name="connsiteY5-178" fmla="*/ 218549 h 3435581"/>
              <a:gd name="connsiteX6-179" fmla="*/ 217180 w 6927595"/>
              <a:gd name="connsiteY6-180" fmla="*/ 1369 h 3435581"/>
              <a:gd name="connsiteX7-181" fmla="*/ 3498758 w 6927595"/>
              <a:gd name="connsiteY7-182" fmla="*/ 1068 h 3435581"/>
              <a:gd name="connsiteX8-183" fmla="*/ 6927595 w 6927595"/>
              <a:gd name="connsiteY8-184" fmla="*/ 1068 h 3435581"/>
              <a:gd name="connsiteX9-185" fmla="*/ 6927595 w 6927595"/>
              <a:gd name="connsiteY9-186" fmla="*/ 3434830 h 3435581"/>
              <a:gd name="connsiteX10-187" fmla="*/ 3498758 w 6927595"/>
              <a:gd name="connsiteY10-188" fmla="*/ 3434830 h 3435581"/>
              <a:gd name="connsiteX11-189" fmla="*/ 3498758 w 6927595"/>
              <a:gd name="connsiteY11-190" fmla="*/ 1068 h 3435581"/>
              <a:gd name="connsiteX0-191" fmla="*/ 217180 w 6927595"/>
              <a:gd name="connsiteY0-192" fmla="*/ 1369 h 3435581"/>
              <a:gd name="connsiteX1-193" fmla="*/ 3433404 w 6927595"/>
              <a:gd name="connsiteY1-194" fmla="*/ 1369 h 3435581"/>
              <a:gd name="connsiteX2-195" fmla="*/ 3441550 w 6927595"/>
              <a:gd name="connsiteY2-196" fmla="*/ 0 h 3435581"/>
              <a:gd name="connsiteX3-197" fmla="*/ 3441549 w 6927595"/>
              <a:gd name="connsiteY3-198" fmla="*/ 3435581 h 3435581"/>
              <a:gd name="connsiteX4-199" fmla="*/ 0 w 6927595"/>
              <a:gd name="connsiteY4-200" fmla="*/ 3435581 h 3435581"/>
              <a:gd name="connsiteX5-201" fmla="*/ 0 w 6927595"/>
              <a:gd name="connsiteY5-202" fmla="*/ 218549 h 3435581"/>
              <a:gd name="connsiteX6-203" fmla="*/ 217180 w 6927595"/>
              <a:gd name="connsiteY6-204" fmla="*/ 1369 h 3435581"/>
              <a:gd name="connsiteX7-205" fmla="*/ 3498758 w 6927595"/>
              <a:gd name="connsiteY7-206" fmla="*/ 1068 h 3435581"/>
              <a:gd name="connsiteX8-207" fmla="*/ 6927595 w 6927595"/>
              <a:gd name="connsiteY8-208" fmla="*/ 1068 h 3435581"/>
              <a:gd name="connsiteX9-209" fmla="*/ 6927595 w 6927595"/>
              <a:gd name="connsiteY9-210" fmla="*/ 3434830 h 3435581"/>
              <a:gd name="connsiteX10-211" fmla="*/ 3498758 w 6927595"/>
              <a:gd name="connsiteY10-212" fmla="*/ 3434830 h 3435581"/>
              <a:gd name="connsiteX11-213" fmla="*/ 3498758 w 6927595"/>
              <a:gd name="connsiteY11-214" fmla="*/ 1068 h 3435581"/>
              <a:gd name="connsiteX0-215" fmla="*/ 217180 w 6927595"/>
              <a:gd name="connsiteY0-216" fmla="*/ 1369 h 3435581"/>
              <a:gd name="connsiteX1-217" fmla="*/ 3433404 w 6927595"/>
              <a:gd name="connsiteY1-218" fmla="*/ 1369 h 3435581"/>
              <a:gd name="connsiteX2-219" fmla="*/ 3441550 w 6927595"/>
              <a:gd name="connsiteY2-220" fmla="*/ 0 h 3435581"/>
              <a:gd name="connsiteX3-221" fmla="*/ 3441549 w 6927595"/>
              <a:gd name="connsiteY3-222" fmla="*/ 3435581 h 3435581"/>
              <a:gd name="connsiteX4-223" fmla="*/ 0 w 6927595"/>
              <a:gd name="connsiteY4-224" fmla="*/ 3435581 h 3435581"/>
              <a:gd name="connsiteX5-225" fmla="*/ 0 w 6927595"/>
              <a:gd name="connsiteY5-226" fmla="*/ 218549 h 3435581"/>
              <a:gd name="connsiteX6-227" fmla="*/ 217180 w 6927595"/>
              <a:gd name="connsiteY6-228" fmla="*/ 1369 h 3435581"/>
              <a:gd name="connsiteX7-229" fmla="*/ 3503521 w 6927595"/>
              <a:gd name="connsiteY7-230" fmla="*/ 1068 h 3435581"/>
              <a:gd name="connsiteX8-231" fmla="*/ 6927595 w 6927595"/>
              <a:gd name="connsiteY8-232" fmla="*/ 1068 h 3435581"/>
              <a:gd name="connsiteX9-233" fmla="*/ 6927595 w 6927595"/>
              <a:gd name="connsiteY9-234" fmla="*/ 3434830 h 3435581"/>
              <a:gd name="connsiteX10-235" fmla="*/ 3498758 w 6927595"/>
              <a:gd name="connsiteY10-236" fmla="*/ 3434830 h 3435581"/>
              <a:gd name="connsiteX11-237" fmla="*/ 3503521 w 6927595"/>
              <a:gd name="connsiteY11-238" fmla="*/ 1068 h 3435581"/>
              <a:gd name="connsiteX0-239" fmla="*/ 217180 w 6927595"/>
              <a:gd name="connsiteY0-240" fmla="*/ 1369 h 3435581"/>
              <a:gd name="connsiteX1-241" fmla="*/ 3433404 w 6927595"/>
              <a:gd name="connsiteY1-242" fmla="*/ 1369 h 3435581"/>
              <a:gd name="connsiteX2-243" fmla="*/ 3441550 w 6927595"/>
              <a:gd name="connsiteY2-244" fmla="*/ 0 h 3435581"/>
              <a:gd name="connsiteX3-245" fmla="*/ 3441549 w 6927595"/>
              <a:gd name="connsiteY3-246" fmla="*/ 3435581 h 3435581"/>
              <a:gd name="connsiteX4-247" fmla="*/ 0 w 6927595"/>
              <a:gd name="connsiteY4-248" fmla="*/ 3435581 h 3435581"/>
              <a:gd name="connsiteX5-249" fmla="*/ 0 w 6927595"/>
              <a:gd name="connsiteY5-250" fmla="*/ 218549 h 3435581"/>
              <a:gd name="connsiteX6-251" fmla="*/ 217180 w 6927595"/>
              <a:gd name="connsiteY6-252" fmla="*/ 1369 h 3435581"/>
              <a:gd name="connsiteX7-253" fmla="*/ 3503521 w 6927595"/>
              <a:gd name="connsiteY7-254" fmla="*/ 1068 h 3435581"/>
              <a:gd name="connsiteX8-255" fmla="*/ 6927595 w 6927595"/>
              <a:gd name="connsiteY8-256" fmla="*/ 1068 h 3435581"/>
              <a:gd name="connsiteX9-257" fmla="*/ 6927595 w 6927595"/>
              <a:gd name="connsiteY9-258" fmla="*/ 3434830 h 3435581"/>
              <a:gd name="connsiteX10-259" fmla="*/ 3503522 w 6927595"/>
              <a:gd name="connsiteY10-260" fmla="*/ 3434830 h 3435581"/>
              <a:gd name="connsiteX11-261" fmla="*/ 3503521 w 6927595"/>
              <a:gd name="connsiteY11-262" fmla="*/ 1068 h 3435581"/>
              <a:gd name="connsiteX0-263" fmla="*/ 217180 w 6927595"/>
              <a:gd name="connsiteY0-264" fmla="*/ 1369 h 3435581"/>
              <a:gd name="connsiteX1-265" fmla="*/ 3433404 w 6927595"/>
              <a:gd name="connsiteY1-266" fmla="*/ 1369 h 3435581"/>
              <a:gd name="connsiteX2-267" fmla="*/ 3441550 w 6927595"/>
              <a:gd name="connsiteY2-268" fmla="*/ 0 h 3435581"/>
              <a:gd name="connsiteX3-269" fmla="*/ 3441549 w 6927595"/>
              <a:gd name="connsiteY3-270" fmla="*/ 3435581 h 3435581"/>
              <a:gd name="connsiteX4-271" fmla="*/ 0 w 6927595"/>
              <a:gd name="connsiteY4-272" fmla="*/ 3435581 h 3435581"/>
              <a:gd name="connsiteX5-273" fmla="*/ 0 w 6927595"/>
              <a:gd name="connsiteY5-274" fmla="*/ 218549 h 3435581"/>
              <a:gd name="connsiteX6-275" fmla="*/ 217180 w 6927595"/>
              <a:gd name="connsiteY6-276" fmla="*/ 1369 h 3435581"/>
              <a:gd name="connsiteX7-277" fmla="*/ 3503521 w 6927595"/>
              <a:gd name="connsiteY7-278" fmla="*/ 1068 h 3435581"/>
              <a:gd name="connsiteX8-279" fmla="*/ 6927595 w 6927595"/>
              <a:gd name="connsiteY8-280" fmla="*/ 1068 h 3435581"/>
              <a:gd name="connsiteX9-281" fmla="*/ 6927595 w 6927595"/>
              <a:gd name="connsiteY9-282" fmla="*/ 3434830 h 3435581"/>
              <a:gd name="connsiteX10-283" fmla="*/ 3501140 w 6927595"/>
              <a:gd name="connsiteY10-284" fmla="*/ 3434830 h 3435581"/>
              <a:gd name="connsiteX11-285" fmla="*/ 3503521 w 6927595"/>
              <a:gd name="connsiteY11-286" fmla="*/ 1068 h 343558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45" y="connsiteY11-46"/>
              </a:cxn>
            </a:cxnLst>
            <a:rect l="l" t="t" r="r" b="b"/>
            <a:pathLst>
              <a:path w="6927595" h="3435581">
                <a:moveTo>
                  <a:pt x="217180" y="1369"/>
                </a:moveTo>
                <a:lnTo>
                  <a:pt x="3433404" y="1369"/>
                </a:lnTo>
                <a:lnTo>
                  <a:pt x="3441550" y="0"/>
                </a:lnTo>
                <a:cubicBezTo>
                  <a:pt x="3440756" y="1145194"/>
                  <a:pt x="3442343" y="2290387"/>
                  <a:pt x="3441549" y="3435581"/>
                </a:cubicBezTo>
                <a:lnTo>
                  <a:pt x="0" y="3435581"/>
                </a:lnTo>
                <a:lnTo>
                  <a:pt x="0" y="218549"/>
                </a:lnTo>
                <a:cubicBezTo>
                  <a:pt x="0" y="98604"/>
                  <a:pt x="97235" y="1369"/>
                  <a:pt x="217180" y="1369"/>
                </a:cubicBezTo>
                <a:close/>
                <a:moveTo>
                  <a:pt x="3503521" y="1068"/>
                </a:moveTo>
                <a:lnTo>
                  <a:pt x="6927595" y="1068"/>
                </a:lnTo>
                <a:lnTo>
                  <a:pt x="6927595" y="3434830"/>
                </a:lnTo>
                <a:lnTo>
                  <a:pt x="3501140" y="3434830"/>
                </a:lnTo>
                <a:cubicBezTo>
                  <a:pt x="3502728" y="2290243"/>
                  <a:pt x="3501933" y="1145655"/>
                  <a:pt x="3503521" y="1068"/>
                </a:cubicBezTo>
                <a:close/>
              </a:path>
            </a:pathLst>
          </a:custGeom>
        </p:spPr>
        <p:txBody>
          <a:bodyPr rtlCol="0">
            <a:noAutofit/>
          </a:bodyPr>
          <a:lstStyle>
            <a:lvl1pPr marL="0" indent="0">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封面三">
    <p:spTree>
      <p:nvGrpSpPr>
        <p:cNvPr id="1" name=""/>
        <p:cNvGrpSpPr/>
        <p:nvPr/>
      </p:nvGrpSpPr>
      <p:grpSpPr>
        <a:xfrm>
          <a:off x="0" y="0"/>
          <a:ext cx="0" cy="0"/>
          <a:chOff x="0" y="0"/>
          <a:chExt cx="0" cy="0"/>
        </a:xfrm>
      </p:grpSpPr>
      <p:grpSp>
        <p:nvGrpSpPr>
          <p:cNvPr id="10" name="组合 9"/>
          <p:cNvGrpSpPr/>
          <p:nvPr userDrawn="1"/>
        </p:nvGrpSpPr>
        <p:grpSpPr>
          <a:xfrm flipV="1">
            <a:off x="817684" y="-1"/>
            <a:ext cx="10513872" cy="3596054"/>
            <a:chOff x="769935" y="364066"/>
            <a:chExt cx="7650601" cy="2616731"/>
          </a:xfrm>
        </p:grpSpPr>
        <p:sp>
          <p:nvSpPr>
            <p:cNvPr id="11" name="任意多边形 10"/>
            <p:cNvSpPr/>
            <p:nvPr userDrawn="1"/>
          </p:nvSpPr>
          <p:spPr>
            <a:xfrm>
              <a:off x="769935" y="364066"/>
              <a:ext cx="2531706" cy="2616731"/>
            </a:xfrm>
            <a:custGeom>
              <a:avLst/>
              <a:gdLst>
                <a:gd name="connsiteX0" fmla="*/ 239986 w 2506662"/>
                <a:gd name="connsiteY0" fmla="*/ 0 h 2616731"/>
                <a:gd name="connsiteX1" fmla="*/ 2506662 w 2506662"/>
                <a:gd name="connsiteY1" fmla="*/ 0 h 2616731"/>
                <a:gd name="connsiteX2" fmla="*/ 2506662 w 2506662"/>
                <a:gd name="connsiteY2" fmla="*/ 2616731 h 2616731"/>
                <a:gd name="connsiteX3" fmla="*/ 0 w 2506662"/>
                <a:gd name="connsiteY3" fmla="*/ 2616731 h 2616731"/>
                <a:gd name="connsiteX4" fmla="*/ 0 w 2506662"/>
                <a:gd name="connsiteY4" fmla="*/ 350053 h 2616731"/>
                <a:gd name="connsiteX5" fmla="*/ 239986 w 2506662"/>
                <a:gd name="connsiteY5" fmla="*/ 0 h 261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06662" h="2616731">
                  <a:moveTo>
                    <a:pt x="239986" y="0"/>
                  </a:moveTo>
                  <a:lnTo>
                    <a:pt x="2506662" y="0"/>
                  </a:lnTo>
                  <a:lnTo>
                    <a:pt x="2506662" y="2616731"/>
                  </a:lnTo>
                  <a:lnTo>
                    <a:pt x="0" y="2616731"/>
                  </a:lnTo>
                  <a:lnTo>
                    <a:pt x="0" y="350053"/>
                  </a:lnTo>
                  <a:cubicBezTo>
                    <a:pt x="0" y="109964"/>
                    <a:pt x="-103" y="0"/>
                    <a:pt x="239986" y="0"/>
                  </a:cubicBez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2" name="任意多边形 11"/>
            <p:cNvSpPr/>
            <p:nvPr userDrawn="1"/>
          </p:nvSpPr>
          <p:spPr>
            <a:xfrm>
              <a:off x="3343860" y="364066"/>
              <a:ext cx="2510520" cy="2616731"/>
            </a:xfrm>
            <a:custGeom>
              <a:avLst/>
              <a:gdLst>
                <a:gd name="connsiteX0" fmla="*/ 0 w 2506662"/>
                <a:gd name="connsiteY0" fmla="*/ 0 h 2616731"/>
                <a:gd name="connsiteX1" fmla="*/ 2506662 w 2506662"/>
                <a:gd name="connsiteY1" fmla="*/ 0 h 2616731"/>
                <a:gd name="connsiteX2" fmla="*/ 2506662 w 2506662"/>
                <a:gd name="connsiteY2" fmla="*/ 2616731 h 2616731"/>
                <a:gd name="connsiteX3" fmla="*/ 0 w 2506662"/>
                <a:gd name="connsiteY3" fmla="*/ 2616731 h 2616731"/>
                <a:gd name="connsiteX4" fmla="*/ 0 w 2506662"/>
                <a:gd name="connsiteY4" fmla="*/ 0 h 261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6662" h="2616731">
                  <a:moveTo>
                    <a:pt x="0" y="0"/>
                  </a:moveTo>
                  <a:lnTo>
                    <a:pt x="2506662" y="0"/>
                  </a:lnTo>
                  <a:lnTo>
                    <a:pt x="2506662" y="2616731"/>
                  </a:lnTo>
                  <a:lnTo>
                    <a:pt x="0" y="2616731"/>
                  </a:lnTo>
                  <a:lnTo>
                    <a:pt x="0"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任意多边形 12"/>
            <p:cNvSpPr/>
            <p:nvPr userDrawn="1"/>
          </p:nvSpPr>
          <p:spPr>
            <a:xfrm>
              <a:off x="5898143" y="364066"/>
              <a:ext cx="2522393" cy="2616731"/>
            </a:xfrm>
            <a:custGeom>
              <a:avLst/>
              <a:gdLst>
                <a:gd name="connsiteX0" fmla="*/ 0 w 2515238"/>
                <a:gd name="connsiteY0" fmla="*/ 0 h 2616731"/>
                <a:gd name="connsiteX1" fmla="*/ 2241386 w 2515238"/>
                <a:gd name="connsiteY1" fmla="*/ 0 h 2616731"/>
                <a:gd name="connsiteX2" fmla="*/ 2506771 w 2515238"/>
                <a:gd name="connsiteY2" fmla="*/ 333120 h 2616731"/>
                <a:gd name="connsiteX3" fmla="*/ 2515238 w 2515238"/>
                <a:gd name="connsiteY3" fmla="*/ 2616731 h 2616731"/>
                <a:gd name="connsiteX4" fmla="*/ 0 w 2515238"/>
                <a:gd name="connsiteY4" fmla="*/ 2616731 h 2616731"/>
                <a:gd name="connsiteX5" fmla="*/ 0 w 2515238"/>
                <a:gd name="connsiteY5" fmla="*/ 0 h 261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15238" h="2616731">
                  <a:moveTo>
                    <a:pt x="0" y="0"/>
                  </a:moveTo>
                  <a:lnTo>
                    <a:pt x="2241386" y="0"/>
                  </a:lnTo>
                  <a:cubicBezTo>
                    <a:pt x="2481475" y="0"/>
                    <a:pt x="2506771" y="93031"/>
                    <a:pt x="2506771" y="333120"/>
                  </a:cubicBezTo>
                  <a:cubicBezTo>
                    <a:pt x="2509593" y="1094324"/>
                    <a:pt x="2512416" y="1855527"/>
                    <a:pt x="2515238" y="2616731"/>
                  </a:cubicBezTo>
                  <a:lnTo>
                    <a:pt x="0" y="2616731"/>
                  </a:lnTo>
                  <a:lnTo>
                    <a:pt x="0" y="0"/>
                  </a:lnTo>
                  <a:close/>
                </a:path>
              </a:pathLst>
            </a:custGeom>
            <a:solidFill>
              <a:srgbClr val="00B3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pic>
        <p:nvPicPr>
          <p:cNvPr id="2" name="图片 1"/>
          <p:cNvPicPr>
            <a:picLocks noChangeAspect="1"/>
          </p:cNvPicPr>
          <p:nvPr userDrawn="1"/>
        </p:nvPicPr>
        <p:blipFill>
          <a:blip r:embed="rId2" cstate="screen"/>
          <a:stretch>
            <a:fillRect/>
          </a:stretch>
        </p:blipFill>
        <p:spPr>
          <a:xfrm>
            <a:off x="9797369" y="5984177"/>
            <a:ext cx="1534187" cy="498977"/>
          </a:xfrm>
          <a:prstGeom prst="rect">
            <a:avLst/>
          </a:prstGeom>
        </p:spPr>
      </p:pic>
      <p:sp>
        <p:nvSpPr>
          <p:cNvPr id="18" name="文本框 17"/>
          <p:cNvSpPr txBox="1"/>
          <p:nvPr userDrawn="1"/>
        </p:nvSpPr>
        <p:spPr>
          <a:xfrm>
            <a:off x="836421" y="6233666"/>
            <a:ext cx="3911069" cy="246221"/>
          </a:xfrm>
          <a:prstGeom prst="rect">
            <a:avLst/>
          </a:prstGeom>
          <a:noFill/>
        </p:spPr>
        <p:txBody>
          <a:bodyPr wrap="square" rtlCol="0">
            <a:spAutoFit/>
          </a:bodyPr>
          <a:lstStyle/>
          <a:p>
            <a:pPr>
              <a:buSzPct val="50000"/>
              <a:buFont typeface="Wingdings" panose="05000000000000000000" pitchFamily="2" charset="2"/>
              <a:buNone/>
            </a:pPr>
            <a:r>
              <a:rPr lang="en-US" altLang="zh-CN" sz="1000" dirty="0">
                <a:solidFill>
                  <a:srgbClr val="323232"/>
                </a:solidFill>
                <a:latin typeface="Verdana" panose="020B0604030504040204" charset="0"/>
              </a:rPr>
              <a:t>Copyright © 2022 Neusoft Corporation</a:t>
            </a:r>
            <a:endParaRPr lang="en-US" altLang="zh-CN" sz="1000" dirty="0">
              <a:solidFill>
                <a:srgbClr val="323232"/>
              </a:solidFill>
              <a:latin typeface="Verdana" panose="020B0604030504040204" charset="0"/>
            </a:endParaRPr>
          </a:p>
        </p:txBody>
      </p:sp>
      <p:sp>
        <p:nvSpPr>
          <p:cNvPr id="20" name="矩形 19"/>
          <p:cNvSpPr/>
          <p:nvPr userDrawn="1"/>
        </p:nvSpPr>
        <p:spPr>
          <a:xfrm>
            <a:off x="836421" y="6030540"/>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21" name="文本占位符 126"/>
          <p:cNvSpPr>
            <a:spLocks noGrp="1"/>
          </p:cNvSpPr>
          <p:nvPr>
            <p:ph type="body" sz="quarter" idx="19" hasCustomPrompt="1"/>
          </p:nvPr>
        </p:nvSpPr>
        <p:spPr>
          <a:xfrm>
            <a:off x="855662" y="4046218"/>
            <a:ext cx="6949343" cy="585866"/>
          </a:xfrm>
          <a:prstGeom prst="rect">
            <a:avLst/>
          </a:prstGeom>
          <a:noFill/>
        </p:spPr>
        <p:txBody>
          <a:bodyPr wrap="square" tIns="46800">
            <a:spAutoFit/>
          </a:bodyPr>
          <a:lstStyle>
            <a:lvl1pPr marL="0" indent="0">
              <a:lnSpc>
                <a:spcPct val="100000"/>
              </a:lnSpc>
              <a:spcBef>
                <a:spcPts val="0"/>
              </a:spcBef>
              <a:buNone/>
              <a:defRPr sz="1600">
                <a:solidFill>
                  <a:srgbClr val="323232"/>
                </a:solidFill>
                <a:latin typeface="Verdana" panose="020B0604030504040204" charset="0"/>
                <a:ea typeface="Microsoft YaHei" panose="020B0503020204020204" pitchFamily="34" charset="-122"/>
                <a:cs typeface="Verdana" panose="020B0604030504040204" charset="0"/>
              </a:defRPr>
            </a:lvl1pPr>
          </a:lstStyle>
          <a:p>
            <a:pPr lvl="0"/>
            <a:r>
              <a:rPr lang="zh-CN" altLang="en-US" dirty="0"/>
              <a:t>演讲人                </a:t>
            </a:r>
            <a:endParaRPr lang="en-US" altLang="zh-CN" dirty="0"/>
          </a:p>
          <a:p>
            <a:pPr lvl="0"/>
            <a:r>
              <a:rPr lang="en-US" altLang="zh-CN" dirty="0"/>
              <a:t>16pt </a:t>
            </a:r>
            <a:r>
              <a:rPr lang="zh-CN" altLang="en-US" dirty="0"/>
              <a:t>微软雅黑</a:t>
            </a:r>
            <a:endParaRPr lang="zh-CN" altLang="en-US" dirty="0"/>
          </a:p>
        </p:txBody>
      </p:sp>
      <p:sp>
        <p:nvSpPr>
          <p:cNvPr id="25" name="文本占位符 5"/>
          <p:cNvSpPr>
            <a:spLocks noGrp="1"/>
          </p:cNvSpPr>
          <p:nvPr>
            <p:ph type="body" sz="quarter" idx="14" hasCustomPrompt="1"/>
          </p:nvPr>
        </p:nvSpPr>
        <p:spPr>
          <a:xfrm>
            <a:off x="1245637" y="789128"/>
            <a:ext cx="6060772" cy="1938992"/>
          </a:xfrm>
          <a:prstGeom prst="rect">
            <a:avLst/>
          </a:prstGeom>
          <a:solidFill>
            <a:srgbClr val="005BAC"/>
          </a:solidFill>
        </p:spPr>
        <p:txBody>
          <a:bodyPr wrap="square">
            <a:spAutoFit/>
          </a:bodyPr>
          <a:lstStyle>
            <a:lvl1pPr marL="0" indent="0">
              <a:lnSpc>
                <a:spcPct val="100000"/>
              </a:lnSpc>
              <a:spcBef>
                <a:spcPts val="0"/>
              </a:spcBef>
              <a:buNone/>
              <a:defRPr sz="4000" b="1" baseline="0">
                <a:solidFill>
                  <a:schemeClr val="bg1"/>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40pt </a:t>
            </a:r>
            <a:r>
              <a:rPr lang="zh-CN" altLang="en-US" dirty="0"/>
              <a:t>加粗</a:t>
            </a:r>
            <a:endParaRPr lang="en-US" altLang="zh-CN" dirty="0"/>
          </a:p>
          <a:p>
            <a:r>
              <a:rPr lang="zh-CN" altLang="en-US" dirty="0"/>
              <a:t>此处为标题位</a:t>
            </a:r>
            <a:r>
              <a:rPr lang="en-US" altLang="zh-CN" dirty="0"/>
              <a:t> </a:t>
            </a:r>
            <a:endParaRPr lang="zh-CN" alt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分隔页">
    <p:spTree>
      <p:nvGrpSpPr>
        <p:cNvPr id="1" name=""/>
        <p:cNvGrpSpPr/>
        <p:nvPr/>
      </p:nvGrpSpPr>
      <p:grpSpPr>
        <a:xfrm>
          <a:off x="0" y="0"/>
          <a:ext cx="0" cy="0"/>
          <a:chOff x="0" y="0"/>
          <a:chExt cx="0" cy="0"/>
        </a:xfrm>
      </p:grpSpPr>
      <p:sp>
        <p:nvSpPr>
          <p:cNvPr id="3" name="文本占位符 9"/>
          <p:cNvSpPr>
            <a:spLocks noGrp="1"/>
          </p:cNvSpPr>
          <p:nvPr>
            <p:ph type="body" sz="quarter" idx="10" hasCustomPrompt="1"/>
          </p:nvPr>
        </p:nvSpPr>
        <p:spPr>
          <a:xfrm>
            <a:off x="2972329" y="2789784"/>
            <a:ext cx="8305271" cy="1278432"/>
          </a:xfrm>
          <a:prstGeom prst="rect">
            <a:avLst/>
          </a:prstGeom>
        </p:spPr>
        <p:txBody>
          <a:bodyPr anchor="ctr">
            <a:normAutofit/>
          </a:bodyPr>
          <a:lstStyle>
            <a:lvl1pPr marL="0" indent="0">
              <a:lnSpc>
                <a:spcPct val="100000"/>
              </a:lnSpc>
              <a:spcBef>
                <a:spcPts val="0"/>
              </a:spcBef>
              <a:buNone/>
              <a:defRPr sz="3600" b="1">
                <a:solidFill>
                  <a:srgbClr val="005BAC"/>
                </a:solidFill>
                <a:latin typeface="Verdana" panose="020B0604030504040204" charset="0"/>
                <a:ea typeface="Microsoft YaHei" panose="020B0503020204020204" pitchFamily="34" charset="-122"/>
                <a:cs typeface="Verdana" panose="020B0604030504040204" charset="0"/>
              </a:defRPr>
            </a:lvl1pPr>
          </a:lstStyle>
          <a:p>
            <a:r>
              <a:rPr lang="zh-CN" altLang="en-US" dirty="0"/>
              <a:t>分隔页：</a:t>
            </a:r>
            <a:endParaRPr lang="en-US" altLang="zh-CN" dirty="0"/>
          </a:p>
          <a:p>
            <a:r>
              <a:rPr lang="zh-CN" altLang="en-US" dirty="0"/>
              <a:t>微软雅黑 </a:t>
            </a:r>
            <a:r>
              <a:rPr lang="en-US" altLang="zh-CN" dirty="0"/>
              <a:t>Verdana 36pt </a:t>
            </a:r>
            <a:r>
              <a:rPr lang="zh-CN" altLang="en-US" dirty="0"/>
              <a:t>加粗</a:t>
            </a:r>
            <a:endParaRPr lang="zh-CN" altLang="en-US" dirty="0"/>
          </a:p>
        </p:txBody>
      </p:sp>
      <p:grpSp>
        <p:nvGrpSpPr>
          <p:cNvPr id="4" name="组合 3"/>
          <p:cNvGrpSpPr/>
          <p:nvPr userDrawn="1"/>
        </p:nvGrpSpPr>
        <p:grpSpPr>
          <a:xfrm flipH="1">
            <a:off x="795943" y="1830878"/>
            <a:ext cx="1571106" cy="3196245"/>
            <a:chOff x="795943" y="1234670"/>
            <a:chExt cx="1571106" cy="3196245"/>
          </a:xfrm>
        </p:grpSpPr>
        <p:sp>
          <p:nvSpPr>
            <p:cNvPr id="5" name="单圆角矩形 4"/>
            <p:cNvSpPr/>
            <p:nvPr userDrawn="1"/>
          </p:nvSpPr>
          <p:spPr>
            <a:xfrm flipH="1">
              <a:off x="795943" y="1234670"/>
              <a:ext cx="1571106" cy="1571106"/>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单圆角矩形 5"/>
            <p:cNvSpPr/>
            <p:nvPr userDrawn="1"/>
          </p:nvSpPr>
          <p:spPr>
            <a:xfrm flipH="1" flipV="1">
              <a:off x="795943" y="2859809"/>
              <a:ext cx="1571106" cy="1571106"/>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正文页">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占位符 11"/>
          <p:cNvSpPr>
            <a:spLocks noGrp="1"/>
          </p:cNvSpPr>
          <p:nvPr>
            <p:ph type="body" sz="quarter" idx="15" hasCustomPrompt="1"/>
          </p:nvPr>
        </p:nvSpPr>
        <p:spPr>
          <a:xfrm>
            <a:off x="648000" y="1764000"/>
            <a:ext cx="10210271"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1" name="矩形 10"/>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2"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3"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正文页">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占位符 11"/>
          <p:cNvSpPr>
            <a:spLocks noGrp="1"/>
          </p:cNvSpPr>
          <p:nvPr>
            <p:ph type="body" sz="quarter" idx="15" hasCustomPrompt="1"/>
          </p:nvPr>
        </p:nvSpPr>
        <p:spPr>
          <a:xfrm>
            <a:off x="648000" y="1764000"/>
            <a:ext cx="10210271"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pPr lvl="0"/>
            <a:r>
              <a:rPr lang="zh-CN" altLang="en-US" dirty="0"/>
              <a:t>单击此处添加正文</a:t>
            </a:r>
            <a:endParaRPr lang="en-US" altLang="zh-CN" dirty="0"/>
          </a:p>
          <a:p>
            <a:pPr lvl="0"/>
            <a:endParaRPr lang="en-US" altLang="zh-CN" dirty="0"/>
          </a:p>
        </p:txBody>
      </p:sp>
      <p:sp>
        <p:nvSpPr>
          <p:cNvPr id="12"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3"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2" name="矩形 1"/>
          <p:cNvSpPr/>
          <p:nvPr userDrawn="1"/>
        </p:nvSpPr>
        <p:spPr>
          <a:xfrm>
            <a:off x="11722100" y="6451265"/>
            <a:ext cx="351378" cy="261610"/>
          </a:xfrm>
          <a:prstGeom prst="rect">
            <a:avLst/>
          </a:prstGeom>
        </p:spPr>
        <p:txBody>
          <a:bodyPr wrap="none">
            <a:spAutoFit/>
          </a:bodyPr>
          <a:lstStyle/>
          <a:p>
            <a:pPr lvl="0"/>
            <a:fld id="{44C2AFAB-CBD9-4DD3-8D3E-C2BD2E2F7351}" type="slidenum">
              <a:rPr lang="en-US" altLang="zh-CN" sz="1100" smtClean="0"/>
            </a:fld>
            <a:endParaRPr lang="en-US" altLang="zh-CN" sz="1100" dirty="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正文页 两栏">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6"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7" name="文本占位符 11"/>
          <p:cNvSpPr>
            <a:spLocks noGrp="1"/>
          </p:cNvSpPr>
          <p:nvPr>
            <p:ph type="body" sz="quarter" idx="15" hasCustomPrompt="1"/>
          </p:nvPr>
        </p:nvSpPr>
        <p:spPr>
          <a:xfrm>
            <a:off x="648001" y="1764000"/>
            <a:ext cx="4823886"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8" name="文本占位符 11"/>
          <p:cNvSpPr>
            <a:spLocks noGrp="1"/>
          </p:cNvSpPr>
          <p:nvPr>
            <p:ph type="body" sz="quarter" idx="16" hasCustomPrompt="1"/>
          </p:nvPr>
        </p:nvSpPr>
        <p:spPr>
          <a:xfrm>
            <a:off x="5894385" y="1764000"/>
            <a:ext cx="4963886"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两栏-左图右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1"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4"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20" name="文本占位符 11"/>
          <p:cNvSpPr>
            <a:spLocks noGrp="1"/>
          </p:cNvSpPr>
          <p:nvPr>
            <p:ph type="body" sz="quarter" idx="23" hasCustomPrompt="1"/>
          </p:nvPr>
        </p:nvSpPr>
        <p:spPr>
          <a:xfrm>
            <a:off x="648000" y="1764000"/>
            <a:ext cx="5854400"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8" name="图片占位符 7"/>
          <p:cNvSpPr>
            <a:spLocks noGrp="1" noChangeAspect="1"/>
          </p:cNvSpPr>
          <p:nvPr>
            <p:ph type="pic" sz="quarter" idx="24"/>
          </p:nvPr>
        </p:nvSpPr>
        <p:spPr>
          <a:xfrm>
            <a:off x="6923471" y="1764000"/>
            <a:ext cx="3934800" cy="3934800"/>
          </a:xfrm>
          <a:prstGeom prst="round1Rect">
            <a:avLst>
              <a:gd name="adj" fmla="val 6056"/>
            </a:avLst>
          </a:prstGeom>
        </p:spPr>
        <p:txBody>
          <a:bodyPr/>
          <a:lstStyle>
            <a:lvl1pPr marL="0" indent="0">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两栏-左字右图">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0"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4"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9" name="文本占位符 11"/>
          <p:cNvSpPr>
            <a:spLocks noGrp="1"/>
          </p:cNvSpPr>
          <p:nvPr>
            <p:ph type="body" sz="quarter" idx="22" hasCustomPrompt="1"/>
          </p:nvPr>
        </p:nvSpPr>
        <p:spPr>
          <a:xfrm>
            <a:off x="4992913" y="1764000"/>
            <a:ext cx="5865357"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22" name="图片占位符 18"/>
          <p:cNvSpPr>
            <a:spLocks noGrp="1" noChangeAspect="1"/>
          </p:cNvSpPr>
          <p:nvPr>
            <p:ph type="pic" sz="quarter" idx="27"/>
          </p:nvPr>
        </p:nvSpPr>
        <p:spPr>
          <a:xfrm>
            <a:off x="648000" y="1764000"/>
            <a:ext cx="3935455" cy="3934800"/>
          </a:xfrm>
          <a:custGeom>
            <a:avLst/>
            <a:gdLst>
              <a:gd name="connsiteX0" fmla="*/ 246590 w 3365500"/>
              <a:gd name="connsiteY0" fmla="*/ 0 h 3365500"/>
              <a:gd name="connsiteX1" fmla="*/ 3118910 w 3365500"/>
              <a:gd name="connsiteY1" fmla="*/ 0 h 3365500"/>
              <a:gd name="connsiteX2" fmla="*/ 3365500 w 3365500"/>
              <a:gd name="connsiteY2" fmla="*/ 246590 h 3365500"/>
              <a:gd name="connsiteX3" fmla="*/ 3365500 w 3365500"/>
              <a:gd name="connsiteY3" fmla="*/ 3365500 h 3365500"/>
              <a:gd name="connsiteX4" fmla="*/ 3365500 w 3365500"/>
              <a:gd name="connsiteY4" fmla="*/ 3365500 h 3365500"/>
              <a:gd name="connsiteX5" fmla="*/ 0 w 3365500"/>
              <a:gd name="connsiteY5" fmla="*/ 3365500 h 3365500"/>
              <a:gd name="connsiteX6" fmla="*/ 0 w 3365500"/>
              <a:gd name="connsiteY6" fmla="*/ 3365500 h 3365500"/>
              <a:gd name="connsiteX7" fmla="*/ 0 w 3365500"/>
              <a:gd name="connsiteY7" fmla="*/ 246590 h 3365500"/>
              <a:gd name="connsiteX8" fmla="*/ 246590 w 3365500"/>
              <a:gd name="connsiteY8" fmla="*/ 0 h 3365500"/>
              <a:gd name="connsiteX0-1" fmla="*/ 246590 w 3400346"/>
              <a:gd name="connsiteY0-2" fmla="*/ 0 h 3365500"/>
              <a:gd name="connsiteX1-3" fmla="*/ 3328460 w 3400346"/>
              <a:gd name="connsiteY1-4" fmla="*/ 0 h 3365500"/>
              <a:gd name="connsiteX2-5" fmla="*/ 3365500 w 3400346"/>
              <a:gd name="connsiteY2-6" fmla="*/ 246590 h 3365500"/>
              <a:gd name="connsiteX3-7" fmla="*/ 3365500 w 3400346"/>
              <a:gd name="connsiteY3-8" fmla="*/ 3365500 h 3365500"/>
              <a:gd name="connsiteX4-9" fmla="*/ 3365500 w 3400346"/>
              <a:gd name="connsiteY4-10" fmla="*/ 3365500 h 3365500"/>
              <a:gd name="connsiteX5-11" fmla="*/ 0 w 3400346"/>
              <a:gd name="connsiteY5-12" fmla="*/ 3365500 h 3365500"/>
              <a:gd name="connsiteX6-13" fmla="*/ 0 w 3400346"/>
              <a:gd name="connsiteY6-14" fmla="*/ 3365500 h 3365500"/>
              <a:gd name="connsiteX7-15" fmla="*/ 0 w 3400346"/>
              <a:gd name="connsiteY7-16" fmla="*/ 246590 h 3365500"/>
              <a:gd name="connsiteX8-17" fmla="*/ 246590 w 3400346"/>
              <a:gd name="connsiteY8-18" fmla="*/ 0 h 3365500"/>
              <a:gd name="connsiteX0-19" fmla="*/ 246590 w 3413081"/>
              <a:gd name="connsiteY0-20" fmla="*/ 0 h 3365500"/>
              <a:gd name="connsiteX1-21" fmla="*/ 3347510 w 3413081"/>
              <a:gd name="connsiteY1-22" fmla="*/ 0 h 3365500"/>
              <a:gd name="connsiteX2-23" fmla="*/ 3365500 w 3413081"/>
              <a:gd name="connsiteY2-24" fmla="*/ 246590 h 3365500"/>
              <a:gd name="connsiteX3-25" fmla="*/ 3365500 w 3413081"/>
              <a:gd name="connsiteY3-26" fmla="*/ 3365500 h 3365500"/>
              <a:gd name="connsiteX4-27" fmla="*/ 3365500 w 3413081"/>
              <a:gd name="connsiteY4-28" fmla="*/ 3365500 h 3365500"/>
              <a:gd name="connsiteX5-29" fmla="*/ 0 w 3413081"/>
              <a:gd name="connsiteY5-30" fmla="*/ 3365500 h 3365500"/>
              <a:gd name="connsiteX6-31" fmla="*/ 0 w 3413081"/>
              <a:gd name="connsiteY6-32" fmla="*/ 3365500 h 3365500"/>
              <a:gd name="connsiteX7-33" fmla="*/ 0 w 3413081"/>
              <a:gd name="connsiteY7-34" fmla="*/ 246590 h 3365500"/>
              <a:gd name="connsiteX8-35" fmla="*/ 246590 w 3413081"/>
              <a:gd name="connsiteY8-36" fmla="*/ 0 h 3365500"/>
              <a:gd name="connsiteX0-37" fmla="*/ 246590 w 3419838"/>
              <a:gd name="connsiteY0-38" fmla="*/ 0 h 3365500"/>
              <a:gd name="connsiteX1-39" fmla="*/ 3357035 w 3419838"/>
              <a:gd name="connsiteY1-40" fmla="*/ 0 h 3365500"/>
              <a:gd name="connsiteX2-41" fmla="*/ 3365500 w 3419838"/>
              <a:gd name="connsiteY2-42" fmla="*/ 246590 h 3365500"/>
              <a:gd name="connsiteX3-43" fmla="*/ 3365500 w 3419838"/>
              <a:gd name="connsiteY3-44" fmla="*/ 3365500 h 3365500"/>
              <a:gd name="connsiteX4-45" fmla="*/ 3365500 w 3419838"/>
              <a:gd name="connsiteY4-46" fmla="*/ 3365500 h 3365500"/>
              <a:gd name="connsiteX5-47" fmla="*/ 0 w 3419838"/>
              <a:gd name="connsiteY5-48" fmla="*/ 3365500 h 3365500"/>
              <a:gd name="connsiteX6-49" fmla="*/ 0 w 3419838"/>
              <a:gd name="connsiteY6-50" fmla="*/ 3365500 h 3365500"/>
              <a:gd name="connsiteX7-51" fmla="*/ 0 w 3419838"/>
              <a:gd name="connsiteY7-52" fmla="*/ 246590 h 3365500"/>
              <a:gd name="connsiteX8-53" fmla="*/ 246590 w 3419838"/>
              <a:gd name="connsiteY8-54" fmla="*/ 0 h 3365500"/>
              <a:gd name="connsiteX0-55" fmla="*/ 246590 w 3426814"/>
              <a:gd name="connsiteY0-56" fmla="*/ 0 h 3365500"/>
              <a:gd name="connsiteX1-57" fmla="*/ 3366560 w 3426814"/>
              <a:gd name="connsiteY1-58" fmla="*/ 0 h 3365500"/>
              <a:gd name="connsiteX2-59" fmla="*/ 3365500 w 3426814"/>
              <a:gd name="connsiteY2-60" fmla="*/ 246590 h 3365500"/>
              <a:gd name="connsiteX3-61" fmla="*/ 3365500 w 3426814"/>
              <a:gd name="connsiteY3-62" fmla="*/ 3365500 h 3365500"/>
              <a:gd name="connsiteX4-63" fmla="*/ 3365500 w 3426814"/>
              <a:gd name="connsiteY4-64" fmla="*/ 3365500 h 3365500"/>
              <a:gd name="connsiteX5-65" fmla="*/ 0 w 3426814"/>
              <a:gd name="connsiteY5-66" fmla="*/ 3365500 h 3365500"/>
              <a:gd name="connsiteX6-67" fmla="*/ 0 w 3426814"/>
              <a:gd name="connsiteY6-68" fmla="*/ 3365500 h 3365500"/>
              <a:gd name="connsiteX7-69" fmla="*/ 0 w 3426814"/>
              <a:gd name="connsiteY7-70" fmla="*/ 246590 h 3365500"/>
              <a:gd name="connsiteX8-71" fmla="*/ 246590 w 3426814"/>
              <a:gd name="connsiteY8-72" fmla="*/ 0 h 3365500"/>
              <a:gd name="connsiteX0-73" fmla="*/ 246590 w 3426814"/>
              <a:gd name="connsiteY0-74" fmla="*/ 0 h 3365500"/>
              <a:gd name="connsiteX1-75" fmla="*/ 3366560 w 3426814"/>
              <a:gd name="connsiteY1-76" fmla="*/ 0 h 3365500"/>
              <a:gd name="connsiteX2-77" fmla="*/ 3365500 w 3426814"/>
              <a:gd name="connsiteY2-78" fmla="*/ 246590 h 3365500"/>
              <a:gd name="connsiteX3-79" fmla="*/ 3367087 w 3426814"/>
              <a:gd name="connsiteY3-80" fmla="*/ 427037 h 3365500"/>
              <a:gd name="connsiteX4-81" fmla="*/ 3365500 w 3426814"/>
              <a:gd name="connsiteY4-82" fmla="*/ 3365500 h 3365500"/>
              <a:gd name="connsiteX5-83" fmla="*/ 3365500 w 3426814"/>
              <a:gd name="connsiteY5-84" fmla="*/ 3365500 h 3365500"/>
              <a:gd name="connsiteX6-85" fmla="*/ 0 w 3426814"/>
              <a:gd name="connsiteY6-86" fmla="*/ 3365500 h 3365500"/>
              <a:gd name="connsiteX7-87" fmla="*/ 0 w 3426814"/>
              <a:gd name="connsiteY7-88" fmla="*/ 3365500 h 3365500"/>
              <a:gd name="connsiteX8-89" fmla="*/ 0 w 3426814"/>
              <a:gd name="connsiteY8-90" fmla="*/ 246590 h 3365500"/>
              <a:gd name="connsiteX9" fmla="*/ 246590 w 3426814"/>
              <a:gd name="connsiteY9" fmla="*/ 0 h 3365500"/>
              <a:gd name="connsiteX0-91" fmla="*/ 246590 w 3599479"/>
              <a:gd name="connsiteY0-92" fmla="*/ 15825 h 3381325"/>
              <a:gd name="connsiteX1-93" fmla="*/ 3366560 w 3599479"/>
              <a:gd name="connsiteY1-94" fmla="*/ 15825 h 3381325"/>
              <a:gd name="connsiteX2-95" fmla="*/ 3371849 w 3599479"/>
              <a:gd name="connsiteY2-96" fmla="*/ 19000 h 3381325"/>
              <a:gd name="connsiteX3-97" fmla="*/ 3365500 w 3599479"/>
              <a:gd name="connsiteY3-98" fmla="*/ 262415 h 3381325"/>
              <a:gd name="connsiteX4-99" fmla="*/ 3367087 w 3599479"/>
              <a:gd name="connsiteY4-100" fmla="*/ 442862 h 3381325"/>
              <a:gd name="connsiteX5-101" fmla="*/ 3365500 w 3599479"/>
              <a:gd name="connsiteY5-102" fmla="*/ 3381325 h 3381325"/>
              <a:gd name="connsiteX6-103" fmla="*/ 3365500 w 3599479"/>
              <a:gd name="connsiteY6-104" fmla="*/ 3381325 h 3381325"/>
              <a:gd name="connsiteX7-105" fmla="*/ 0 w 3599479"/>
              <a:gd name="connsiteY7-106" fmla="*/ 3381325 h 3381325"/>
              <a:gd name="connsiteX8-107" fmla="*/ 0 w 3599479"/>
              <a:gd name="connsiteY8-108" fmla="*/ 3381325 h 3381325"/>
              <a:gd name="connsiteX9-109" fmla="*/ 0 w 3599479"/>
              <a:gd name="connsiteY9-110" fmla="*/ 262415 h 3381325"/>
              <a:gd name="connsiteX10" fmla="*/ 246590 w 3599479"/>
              <a:gd name="connsiteY10" fmla="*/ 15825 h 3381325"/>
              <a:gd name="connsiteX0-111" fmla="*/ 246590 w 3599419"/>
              <a:gd name="connsiteY0-112" fmla="*/ 29179 h 3394679"/>
              <a:gd name="connsiteX1-113" fmla="*/ 3366560 w 3599419"/>
              <a:gd name="connsiteY1-114" fmla="*/ 29179 h 3394679"/>
              <a:gd name="connsiteX2-115" fmla="*/ 3371849 w 3599419"/>
              <a:gd name="connsiteY2-116" fmla="*/ 32354 h 3394679"/>
              <a:gd name="connsiteX3-117" fmla="*/ 3367087 w 3599419"/>
              <a:gd name="connsiteY3-118" fmla="*/ 456216 h 3394679"/>
              <a:gd name="connsiteX4-119" fmla="*/ 3365500 w 3599419"/>
              <a:gd name="connsiteY4-120" fmla="*/ 3394679 h 3394679"/>
              <a:gd name="connsiteX5-121" fmla="*/ 3365500 w 3599419"/>
              <a:gd name="connsiteY5-122" fmla="*/ 3394679 h 3394679"/>
              <a:gd name="connsiteX6-123" fmla="*/ 0 w 3599419"/>
              <a:gd name="connsiteY6-124" fmla="*/ 3394679 h 3394679"/>
              <a:gd name="connsiteX7-125" fmla="*/ 0 w 3599419"/>
              <a:gd name="connsiteY7-126" fmla="*/ 3394679 h 3394679"/>
              <a:gd name="connsiteX8-127" fmla="*/ 0 w 3599419"/>
              <a:gd name="connsiteY8-128" fmla="*/ 275769 h 3394679"/>
              <a:gd name="connsiteX9-129" fmla="*/ 246590 w 3599419"/>
              <a:gd name="connsiteY9-130" fmla="*/ 29179 h 3394679"/>
              <a:gd name="connsiteX0-131" fmla="*/ 246590 w 3597884"/>
              <a:gd name="connsiteY0-132" fmla="*/ 0 h 3365500"/>
              <a:gd name="connsiteX1-133" fmla="*/ 3366560 w 3597884"/>
              <a:gd name="connsiteY1-134" fmla="*/ 0 h 3365500"/>
              <a:gd name="connsiteX2-135" fmla="*/ 3367087 w 3597884"/>
              <a:gd name="connsiteY2-136" fmla="*/ 427037 h 3365500"/>
              <a:gd name="connsiteX3-137" fmla="*/ 3365500 w 3597884"/>
              <a:gd name="connsiteY3-138" fmla="*/ 3365500 h 3365500"/>
              <a:gd name="connsiteX4-139" fmla="*/ 3365500 w 3597884"/>
              <a:gd name="connsiteY4-140" fmla="*/ 3365500 h 3365500"/>
              <a:gd name="connsiteX5-141" fmla="*/ 0 w 3597884"/>
              <a:gd name="connsiteY5-142" fmla="*/ 3365500 h 3365500"/>
              <a:gd name="connsiteX6-143" fmla="*/ 0 w 3597884"/>
              <a:gd name="connsiteY6-144" fmla="*/ 3365500 h 3365500"/>
              <a:gd name="connsiteX7-145" fmla="*/ 0 w 3597884"/>
              <a:gd name="connsiteY7-146" fmla="*/ 246590 h 3365500"/>
              <a:gd name="connsiteX8-147" fmla="*/ 246590 w 3597884"/>
              <a:gd name="connsiteY8-148" fmla="*/ 0 h 3365500"/>
              <a:gd name="connsiteX0-149" fmla="*/ 246590 w 3377753"/>
              <a:gd name="connsiteY0-150" fmla="*/ 16210 h 3381710"/>
              <a:gd name="connsiteX1-151" fmla="*/ 3366560 w 3377753"/>
              <a:gd name="connsiteY1-152" fmla="*/ 16210 h 3381710"/>
              <a:gd name="connsiteX2-153" fmla="*/ 3367087 w 3377753"/>
              <a:gd name="connsiteY2-154" fmla="*/ 443247 h 3381710"/>
              <a:gd name="connsiteX3-155" fmla="*/ 3365500 w 3377753"/>
              <a:gd name="connsiteY3-156" fmla="*/ 3381710 h 3381710"/>
              <a:gd name="connsiteX4-157" fmla="*/ 3365500 w 3377753"/>
              <a:gd name="connsiteY4-158" fmla="*/ 3381710 h 3381710"/>
              <a:gd name="connsiteX5-159" fmla="*/ 0 w 3377753"/>
              <a:gd name="connsiteY5-160" fmla="*/ 3381710 h 3381710"/>
              <a:gd name="connsiteX6-161" fmla="*/ 0 w 3377753"/>
              <a:gd name="connsiteY6-162" fmla="*/ 3381710 h 3381710"/>
              <a:gd name="connsiteX7-163" fmla="*/ 0 w 3377753"/>
              <a:gd name="connsiteY7-164" fmla="*/ 262800 h 3381710"/>
              <a:gd name="connsiteX8-165" fmla="*/ 246590 w 3377753"/>
              <a:gd name="connsiteY8-166" fmla="*/ 16210 h 3381710"/>
              <a:gd name="connsiteX0-167" fmla="*/ 246590 w 3367127"/>
              <a:gd name="connsiteY0-168" fmla="*/ 0 h 3365500"/>
              <a:gd name="connsiteX1-169" fmla="*/ 3366560 w 3367127"/>
              <a:gd name="connsiteY1-170" fmla="*/ 0 h 3365500"/>
              <a:gd name="connsiteX2-171" fmla="*/ 3367087 w 3367127"/>
              <a:gd name="connsiteY2-172" fmla="*/ 427037 h 3365500"/>
              <a:gd name="connsiteX3-173" fmla="*/ 3365500 w 3367127"/>
              <a:gd name="connsiteY3-174" fmla="*/ 3365500 h 3365500"/>
              <a:gd name="connsiteX4-175" fmla="*/ 3365500 w 3367127"/>
              <a:gd name="connsiteY4-176" fmla="*/ 3365500 h 3365500"/>
              <a:gd name="connsiteX5-177" fmla="*/ 0 w 3367127"/>
              <a:gd name="connsiteY5-178" fmla="*/ 3365500 h 3365500"/>
              <a:gd name="connsiteX6-179" fmla="*/ 0 w 3367127"/>
              <a:gd name="connsiteY6-180" fmla="*/ 3365500 h 3365500"/>
              <a:gd name="connsiteX7-181" fmla="*/ 0 w 3367127"/>
              <a:gd name="connsiteY7-182" fmla="*/ 246590 h 3365500"/>
              <a:gd name="connsiteX8-183" fmla="*/ 246590 w 3367127"/>
              <a:gd name="connsiteY8-184" fmla="*/ 0 h 3365500"/>
              <a:gd name="connsiteX0-185" fmla="*/ 246590 w 3367127"/>
              <a:gd name="connsiteY0-186" fmla="*/ 0 h 3365500"/>
              <a:gd name="connsiteX1-187" fmla="*/ 3366560 w 3367127"/>
              <a:gd name="connsiteY1-188" fmla="*/ 0 h 3365500"/>
              <a:gd name="connsiteX2-189" fmla="*/ 3367087 w 3367127"/>
              <a:gd name="connsiteY2-190" fmla="*/ 427037 h 3365500"/>
              <a:gd name="connsiteX3-191" fmla="*/ 3365500 w 3367127"/>
              <a:gd name="connsiteY3-192" fmla="*/ 3365500 h 3365500"/>
              <a:gd name="connsiteX4-193" fmla="*/ 3365500 w 3367127"/>
              <a:gd name="connsiteY4-194" fmla="*/ 3365500 h 3365500"/>
              <a:gd name="connsiteX5-195" fmla="*/ 0 w 3367127"/>
              <a:gd name="connsiteY5-196" fmla="*/ 3365500 h 3365500"/>
              <a:gd name="connsiteX6-197" fmla="*/ 0 w 3367127"/>
              <a:gd name="connsiteY6-198" fmla="*/ 3365500 h 3365500"/>
              <a:gd name="connsiteX7-199" fmla="*/ 0 w 3367127"/>
              <a:gd name="connsiteY7-200" fmla="*/ 246590 h 3365500"/>
              <a:gd name="connsiteX8-201" fmla="*/ 246590 w 3367127"/>
              <a:gd name="connsiteY8-202" fmla="*/ 0 h 3365500"/>
              <a:gd name="connsiteX0-203" fmla="*/ 246590 w 3597354"/>
              <a:gd name="connsiteY0-204" fmla="*/ 0 h 3365500"/>
              <a:gd name="connsiteX1-205" fmla="*/ 3366560 w 3597354"/>
              <a:gd name="connsiteY1-206" fmla="*/ 0 h 3365500"/>
              <a:gd name="connsiteX2-207" fmla="*/ 3365500 w 3597354"/>
              <a:gd name="connsiteY2-208" fmla="*/ 3365500 h 3365500"/>
              <a:gd name="connsiteX3-209" fmla="*/ 3365500 w 3597354"/>
              <a:gd name="connsiteY3-210" fmla="*/ 3365500 h 3365500"/>
              <a:gd name="connsiteX4-211" fmla="*/ 0 w 3597354"/>
              <a:gd name="connsiteY4-212" fmla="*/ 3365500 h 3365500"/>
              <a:gd name="connsiteX5-213" fmla="*/ 0 w 3597354"/>
              <a:gd name="connsiteY5-214" fmla="*/ 3365500 h 3365500"/>
              <a:gd name="connsiteX6-215" fmla="*/ 0 w 3597354"/>
              <a:gd name="connsiteY6-216" fmla="*/ 246590 h 3365500"/>
              <a:gd name="connsiteX7-217" fmla="*/ 246590 w 3597354"/>
              <a:gd name="connsiteY7-218" fmla="*/ 0 h 3365500"/>
              <a:gd name="connsiteX0-219" fmla="*/ 246590 w 3367119"/>
              <a:gd name="connsiteY0-220" fmla="*/ 0 h 3365500"/>
              <a:gd name="connsiteX1-221" fmla="*/ 3366560 w 3367119"/>
              <a:gd name="connsiteY1-222" fmla="*/ 0 h 3365500"/>
              <a:gd name="connsiteX2-223" fmla="*/ 3365500 w 3367119"/>
              <a:gd name="connsiteY2-224" fmla="*/ 3365500 h 3365500"/>
              <a:gd name="connsiteX3-225" fmla="*/ 3365500 w 3367119"/>
              <a:gd name="connsiteY3-226" fmla="*/ 3365500 h 3365500"/>
              <a:gd name="connsiteX4-227" fmla="*/ 0 w 3367119"/>
              <a:gd name="connsiteY4-228" fmla="*/ 3365500 h 3365500"/>
              <a:gd name="connsiteX5-229" fmla="*/ 0 w 3367119"/>
              <a:gd name="connsiteY5-230" fmla="*/ 3365500 h 3365500"/>
              <a:gd name="connsiteX6-231" fmla="*/ 0 w 3367119"/>
              <a:gd name="connsiteY6-232" fmla="*/ 246590 h 3365500"/>
              <a:gd name="connsiteX7-233" fmla="*/ 246590 w 3367119"/>
              <a:gd name="connsiteY7-234" fmla="*/ 0 h 3365500"/>
              <a:gd name="connsiteX0-235" fmla="*/ 246590 w 3366560"/>
              <a:gd name="connsiteY0-236" fmla="*/ 0 h 3365500"/>
              <a:gd name="connsiteX1-237" fmla="*/ 3366560 w 3366560"/>
              <a:gd name="connsiteY1-238" fmla="*/ 0 h 3365500"/>
              <a:gd name="connsiteX2-239" fmla="*/ 3365500 w 3366560"/>
              <a:gd name="connsiteY2-240" fmla="*/ 3365500 h 3365500"/>
              <a:gd name="connsiteX3-241" fmla="*/ 3365500 w 3366560"/>
              <a:gd name="connsiteY3-242" fmla="*/ 3365500 h 3365500"/>
              <a:gd name="connsiteX4-243" fmla="*/ 0 w 3366560"/>
              <a:gd name="connsiteY4-244" fmla="*/ 3365500 h 3365500"/>
              <a:gd name="connsiteX5-245" fmla="*/ 0 w 3366560"/>
              <a:gd name="connsiteY5-246" fmla="*/ 3365500 h 3365500"/>
              <a:gd name="connsiteX6-247" fmla="*/ 0 w 3366560"/>
              <a:gd name="connsiteY6-248" fmla="*/ 246590 h 3365500"/>
              <a:gd name="connsiteX7-249" fmla="*/ 246590 w 3366560"/>
              <a:gd name="connsiteY7-250" fmla="*/ 0 h 33655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3366560" h="3365500">
                <a:moveTo>
                  <a:pt x="246590" y="0"/>
                </a:moveTo>
                <a:lnTo>
                  <a:pt x="3366560" y="0"/>
                </a:lnTo>
                <a:cubicBezTo>
                  <a:pt x="3363456" y="57044"/>
                  <a:pt x="3365677" y="2804583"/>
                  <a:pt x="3365500" y="3365500"/>
                </a:cubicBezTo>
                <a:lnTo>
                  <a:pt x="3365500" y="3365500"/>
                </a:lnTo>
                <a:lnTo>
                  <a:pt x="0" y="3365500"/>
                </a:lnTo>
                <a:lnTo>
                  <a:pt x="0" y="3365500"/>
                </a:lnTo>
                <a:lnTo>
                  <a:pt x="0" y="246590"/>
                </a:lnTo>
                <a:cubicBezTo>
                  <a:pt x="0" y="110402"/>
                  <a:pt x="110402" y="0"/>
                  <a:pt x="246590" y="0"/>
                </a:cubicBezTo>
                <a:close/>
              </a:path>
            </a:pathLst>
          </a:cu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三栏-三图">
    <p:spTree>
      <p:nvGrpSpPr>
        <p:cNvPr id="1" name=""/>
        <p:cNvGrpSpPr/>
        <p:nvPr/>
      </p:nvGrpSpPr>
      <p:grpSpPr>
        <a:xfrm>
          <a:off x="0" y="0"/>
          <a:ext cx="0" cy="0"/>
          <a:chOff x="0" y="0"/>
          <a:chExt cx="0" cy="0"/>
        </a:xfrm>
      </p:grpSpPr>
      <p:sp>
        <p:nvSpPr>
          <p:cNvPr id="17" name="图片占位符 16"/>
          <p:cNvSpPr>
            <a:spLocks noGrp="1"/>
          </p:cNvSpPr>
          <p:nvPr>
            <p:ph type="pic" sz="quarter" idx="26"/>
          </p:nvPr>
        </p:nvSpPr>
        <p:spPr>
          <a:xfrm>
            <a:off x="7492771" y="1763713"/>
            <a:ext cx="3365500" cy="3365500"/>
          </a:xfrm>
          <a:prstGeom prst="round1Rect">
            <a:avLst>
              <a:gd name="adj" fmla="val 6761"/>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1"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5"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3" name="图片占位符 2"/>
          <p:cNvSpPr>
            <a:spLocks noGrp="1"/>
          </p:cNvSpPr>
          <p:nvPr>
            <p:ph type="pic" sz="quarter" idx="25"/>
          </p:nvPr>
        </p:nvSpPr>
        <p:spPr>
          <a:xfrm>
            <a:off x="4070516" y="1764000"/>
            <a:ext cx="3366000" cy="3366000"/>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19" name="图片占位符 18"/>
          <p:cNvSpPr>
            <a:spLocks noGrp="1"/>
          </p:cNvSpPr>
          <p:nvPr>
            <p:ph type="pic" sz="quarter" idx="27"/>
          </p:nvPr>
        </p:nvSpPr>
        <p:spPr>
          <a:xfrm>
            <a:off x="647700" y="1763713"/>
            <a:ext cx="3366560" cy="3365500"/>
          </a:xfrm>
          <a:custGeom>
            <a:avLst/>
            <a:gdLst>
              <a:gd name="connsiteX0" fmla="*/ 246590 w 3365500"/>
              <a:gd name="connsiteY0" fmla="*/ 0 h 3365500"/>
              <a:gd name="connsiteX1" fmla="*/ 3118910 w 3365500"/>
              <a:gd name="connsiteY1" fmla="*/ 0 h 3365500"/>
              <a:gd name="connsiteX2" fmla="*/ 3365500 w 3365500"/>
              <a:gd name="connsiteY2" fmla="*/ 246590 h 3365500"/>
              <a:gd name="connsiteX3" fmla="*/ 3365500 w 3365500"/>
              <a:gd name="connsiteY3" fmla="*/ 3365500 h 3365500"/>
              <a:gd name="connsiteX4" fmla="*/ 3365500 w 3365500"/>
              <a:gd name="connsiteY4" fmla="*/ 3365500 h 3365500"/>
              <a:gd name="connsiteX5" fmla="*/ 0 w 3365500"/>
              <a:gd name="connsiteY5" fmla="*/ 3365500 h 3365500"/>
              <a:gd name="connsiteX6" fmla="*/ 0 w 3365500"/>
              <a:gd name="connsiteY6" fmla="*/ 3365500 h 3365500"/>
              <a:gd name="connsiteX7" fmla="*/ 0 w 3365500"/>
              <a:gd name="connsiteY7" fmla="*/ 246590 h 3365500"/>
              <a:gd name="connsiteX8" fmla="*/ 246590 w 3365500"/>
              <a:gd name="connsiteY8" fmla="*/ 0 h 3365500"/>
              <a:gd name="connsiteX0-1" fmla="*/ 246590 w 3400346"/>
              <a:gd name="connsiteY0-2" fmla="*/ 0 h 3365500"/>
              <a:gd name="connsiteX1-3" fmla="*/ 3328460 w 3400346"/>
              <a:gd name="connsiteY1-4" fmla="*/ 0 h 3365500"/>
              <a:gd name="connsiteX2-5" fmla="*/ 3365500 w 3400346"/>
              <a:gd name="connsiteY2-6" fmla="*/ 246590 h 3365500"/>
              <a:gd name="connsiteX3-7" fmla="*/ 3365500 w 3400346"/>
              <a:gd name="connsiteY3-8" fmla="*/ 3365500 h 3365500"/>
              <a:gd name="connsiteX4-9" fmla="*/ 3365500 w 3400346"/>
              <a:gd name="connsiteY4-10" fmla="*/ 3365500 h 3365500"/>
              <a:gd name="connsiteX5-11" fmla="*/ 0 w 3400346"/>
              <a:gd name="connsiteY5-12" fmla="*/ 3365500 h 3365500"/>
              <a:gd name="connsiteX6-13" fmla="*/ 0 w 3400346"/>
              <a:gd name="connsiteY6-14" fmla="*/ 3365500 h 3365500"/>
              <a:gd name="connsiteX7-15" fmla="*/ 0 w 3400346"/>
              <a:gd name="connsiteY7-16" fmla="*/ 246590 h 3365500"/>
              <a:gd name="connsiteX8-17" fmla="*/ 246590 w 3400346"/>
              <a:gd name="connsiteY8-18" fmla="*/ 0 h 3365500"/>
              <a:gd name="connsiteX0-19" fmla="*/ 246590 w 3413081"/>
              <a:gd name="connsiteY0-20" fmla="*/ 0 h 3365500"/>
              <a:gd name="connsiteX1-21" fmla="*/ 3347510 w 3413081"/>
              <a:gd name="connsiteY1-22" fmla="*/ 0 h 3365500"/>
              <a:gd name="connsiteX2-23" fmla="*/ 3365500 w 3413081"/>
              <a:gd name="connsiteY2-24" fmla="*/ 246590 h 3365500"/>
              <a:gd name="connsiteX3-25" fmla="*/ 3365500 w 3413081"/>
              <a:gd name="connsiteY3-26" fmla="*/ 3365500 h 3365500"/>
              <a:gd name="connsiteX4-27" fmla="*/ 3365500 w 3413081"/>
              <a:gd name="connsiteY4-28" fmla="*/ 3365500 h 3365500"/>
              <a:gd name="connsiteX5-29" fmla="*/ 0 w 3413081"/>
              <a:gd name="connsiteY5-30" fmla="*/ 3365500 h 3365500"/>
              <a:gd name="connsiteX6-31" fmla="*/ 0 w 3413081"/>
              <a:gd name="connsiteY6-32" fmla="*/ 3365500 h 3365500"/>
              <a:gd name="connsiteX7-33" fmla="*/ 0 w 3413081"/>
              <a:gd name="connsiteY7-34" fmla="*/ 246590 h 3365500"/>
              <a:gd name="connsiteX8-35" fmla="*/ 246590 w 3413081"/>
              <a:gd name="connsiteY8-36" fmla="*/ 0 h 3365500"/>
              <a:gd name="connsiteX0-37" fmla="*/ 246590 w 3419838"/>
              <a:gd name="connsiteY0-38" fmla="*/ 0 h 3365500"/>
              <a:gd name="connsiteX1-39" fmla="*/ 3357035 w 3419838"/>
              <a:gd name="connsiteY1-40" fmla="*/ 0 h 3365500"/>
              <a:gd name="connsiteX2-41" fmla="*/ 3365500 w 3419838"/>
              <a:gd name="connsiteY2-42" fmla="*/ 246590 h 3365500"/>
              <a:gd name="connsiteX3-43" fmla="*/ 3365500 w 3419838"/>
              <a:gd name="connsiteY3-44" fmla="*/ 3365500 h 3365500"/>
              <a:gd name="connsiteX4-45" fmla="*/ 3365500 w 3419838"/>
              <a:gd name="connsiteY4-46" fmla="*/ 3365500 h 3365500"/>
              <a:gd name="connsiteX5-47" fmla="*/ 0 w 3419838"/>
              <a:gd name="connsiteY5-48" fmla="*/ 3365500 h 3365500"/>
              <a:gd name="connsiteX6-49" fmla="*/ 0 w 3419838"/>
              <a:gd name="connsiteY6-50" fmla="*/ 3365500 h 3365500"/>
              <a:gd name="connsiteX7-51" fmla="*/ 0 w 3419838"/>
              <a:gd name="connsiteY7-52" fmla="*/ 246590 h 3365500"/>
              <a:gd name="connsiteX8-53" fmla="*/ 246590 w 3419838"/>
              <a:gd name="connsiteY8-54" fmla="*/ 0 h 3365500"/>
              <a:gd name="connsiteX0-55" fmla="*/ 246590 w 3426814"/>
              <a:gd name="connsiteY0-56" fmla="*/ 0 h 3365500"/>
              <a:gd name="connsiteX1-57" fmla="*/ 3366560 w 3426814"/>
              <a:gd name="connsiteY1-58" fmla="*/ 0 h 3365500"/>
              <a:gd name="connsiteX2-59" fmla="*/ 3365500 w 3426814"/>
              <a:gd name="connsiteY2-60" fmla="*/ 246590 h 3365500"/>
              <a:gd name="connsiteX3-61" fmla="*/ 3365500 w 3426814"/>
              <a:gd name="connsiteY3-62" fmla="*/ 3365500 h 3365500"/>
              <a:gd name="connsiteX4-63" fmla="*/ 3365500 w 3426814"/>
              <a:gd name="connsiteY4-64" fmla="*/ 3365500 h 3365500"/>
              <a:gd name="connsiteX5-65" fmla="*/ 0 w 3426814"/>
              <a:gd name="connsiteY5-66" fmla="*/ 3365500 h 3365500"/>
              <a:gd name="connsiteX6-67" fmla="*/ 0 w 3426814"/>
              <a:gd name="connsiteY6-68" fmla="*/ 3365500 h 3365500"/>
              <a:gd name="connsiteX7-69" fmla="*/ 0 w 3426814"/>
              <a:gd name="connsiteY7-70" fmla="*/ 246590 h 3365500"/>
              <a:gd name="connsiteX8-71" fmla="*/ 246590 w 3426814"/>
              <a:gd name="connsiteY8-72" fmla="*/ 0 h 3365500"/>
              <a:gd name="connsiteX0-73" fmla="*/ 246590 w 3426814"/>
              <a:gd name="connsiteY0-74" fmla="*/ 0 h 3365500"/>
              <a:gd name="connsiteX1-75" fmla="*/ 3366560 w 3426814"/>
              <a:gd name="connsiteY1-76" fmla="*/ 0 h 3365500"/>
              <a:gd name="connsiteX2-77" fmla="*/ 3365500 w 3426814"/>
              <a:gd name="connsiteY2-78" fmla="*/ 246590 h 3365500"/>
              <a:gd name="connsiteX3-79" fmla="*/ 3367087 w 3426814"/>
              <a:gd name="connsiteY3-80" fmla="*/ 427037 h 3365500"/>
              <a:gd name="connsiteX4-81" fmla="*/ 3365500 w 3426814"/>
              <a:gd name="connsiteY4-82" fmla="*/ 3365500 h 3365500"/>
              <a:gd name="connsiteX5-83" fmla="*/ 3365500 w 3426814"/>
              <a:gd name="connsiteY5-84" fmla="*/ 3365500 h 3365500"/>
              <a:gd name="connsiteX6-85" fmla="*/ 0 w 3426814"/>
              <a:gd name="connsiteY6-86" fmla="*/ 3365500 h 3365500"/>
              <a:gd name="connsiteX7-87" fmla="*/ 0 w 3426814"/>
              <a:gd name="connsiteY7-88" fmla="*/ 3365500 h 3365500"/>
              <a:gd name="connsiteX8-89" fmla="*/ 0 w 3426814"/>
              <a:gd name="connsiteY8-90" fmla="*/ 246590 h 3365500"/>
              <a:gd name="connsiteX9" fmla="*/ 246590 w 3426814"/>
              <a:gd name="connsiteY9" fmla="*/ 0 h 3365500"/>
              <a:gd name="connsiteX0-91" fmla="*/ 246590 w 3599479"/>
              <a:gd name="connsiteY0-92" fmla="*/ 15825 h 3381325"/>
              <a:gd name="connsiteX1-93" fmla="*/ 3366560 w 3599479"/>
              <a:gd name="connsiteY1-94" fmla="*/ 15825 h 3381325"/>
              <a:gd name="connsiteX2-95" fmla="*/ 3371849 w 3599479"/>
              <a:gd name="connsiteY2-96" fmla="*/ 19000 h 3381325"/>
              <a:gd name="connsiteX3-97" fmla="*/ 3365500 w 3599479"/>
              <a:gd name="connsiteY3-98" fmla="*/ 262415 h 3381325"/>
              <a:gd name="connsiteX4-99" fmla="*/ 3367087 w 3599479"/>
              <a:gd name="connsiteY4-100" fmla="*/ 442862 h 3381325"/>
              <a:gd name="connsiteX5-101" fmla="*/ 3365500 w 3599479"/>
              <a:gd name="connsiteY5-102" fmla="*/ 3381325 h 3381325"/>
              <a:gd name="connsiteX6-103" fmla="*/ 3365500 w 3599479"/>
              <a:gd name="connsiteY6-104" fmla="*/ 3381325 h 3381325"/>
              <a:gd name="connsiteX7-105" fmla="*/ 0 w 3599479"/>
              <a:gd name="connsiteY7-106" fmla="*/ 3381325 h 3381325"/>
              <a:gd name="connsiteX8-107" fmla="*/ 0 w 3599479"/>
              <a:gd name="connsiteY8-108" fmla="*/ 3381325 h 3381325"/>
              <a:gd name="connsiteX9-109" fmla="*/ 0 w 3599479"/>
              <a:gd name="connsiteY9-110" fmla="*/ 262415 h 3381325"/>
              <a:gd name="connsiteX10" fmla="*/ 246590 w 3599479"/>
              <a:gd name="connsiteY10" fmla="*/ 15825 h 3381325"/>
              <a:gd name="connsiteX0-111" fmla="*/ 246590 w 3599419"/>
              <a:gd name="connsiteY0-112" fmla="*/ 29179 h 3394679"/>
              <a:gd name="connsiteX1-113" fmla="*/ 3366560 w 3599419"/>
              <a:gd name="connsiteY1-114" fmla="*/ 29179 h 3394679"/>
              <a:gd name="connsiteX2-115" fmla="*/ 3371849 w 3599419"/>
              <a:gd name="connsiteY2-116" fmla="*/ 32354 h 3394679"/>
              <a:gd name="connsiteX3-117" fmla="*/ 3367087 w 3599419"/>
              <a:gd name="connsiteY3-118" fmla="*/ 456216 h 3394679"/>
              <a:gd name="connsiteX4-119" fmla="*/ 3365500 w 3599419"/>
              <a:gd name="connsiteY4-120" fmla="*/ 3394679 h 3394679"/>
              <a:gd name="connsiteX5-121" fmla="*/ 3365500 w 3599419"/>
              <a:gd name="connsiteY5-122" fmla="*/ 3394679 h 3394679"/>
              <a:gd name="connsiteX6-123" fmla="*/ 0 w 3599419"/>
              <a:gd name="connsiteY6-124" fmla="*/ 3394679 h 3394679"/>
              <a:gd name="connsiteX7-125" fmla="*/ 0 w 3599419"/>
              <a:gd name="connsiteY7-126" fmla="*/ 3394679 h 3394679"/>
              <a:gd name="connsiteX8-127" fmla="*/ 0 w 3599419"/>
              <a:gd name="connsiteY8-128" fmla="*/ 275769 h 3394679"/>
              <a:gd name="connsiteX9-129" fmla="*/ 246590 w 3599419"/>
              <a:gd name="connsiteY9-130" fmla="*/ 29179 h 3394679"/>
              <a:gd name="connsiteX0-131" fmla="*/ 246590 w 3597884"/>
              <a:gd name="connsiteY0-132" fmla="*/ 0 h 3365500"/>
              <a:gd name="connsiteX1-133" fmla="*/ 3366560 w 3597884"/>
              <a:gd name="connsiteY1-134" fmla="*/ 0 h 3365500"/>
              <a:gd name="connsiteX2-135" fmla="*/ 3367087 w 3597884"/>
              <a:gd name="connsiteY2-136" fmla="*/ 427037 h 3365500"/>
              <a:gd name="connsiteX3-137" fmla="*/ 3365500 w 3597884"/>
              <a:gd name="connsiteY3-138" fmla="*/ 3365500 h 3365500"/>
              <a:gd name="connsiteX4-139" fmla="*/ 3365500 w 3597884"/>
              <a:gd name="connsiteY4-140" fmla="*/ 3365500 h 3365500"/>
              <a:gd name="connsiteX5-141" fmla="*/ 0 w 3597884"/>
              <a:gd name="connsiteY5-142" fmla="*/ 3365500 h 3365500"/>
              <a:gd name="connsiteX6-143" fmla="*/ 0 w 3597884"/>
              <a:gd name="connsiteY6-144" fmla="*/ 3365500 h 3365500"/>
              <a:gd name="connsiteX7-145" fmla="*/ 0 w 3597884"/>
              <a:gd name="connsiteY7-146" fmla="*/ 246590 h 3365500"/>
              <a:gd name="connsiteX8-147" fmla="*/ 246590 w 3597884"/>
              <a:gd name="connsiteY8-148" fmla="*/ 0 h 3365500"/>
              <a:gd name="connsiteX0-149" fmla="*/ 246590 w 3377753"/>
              <a:gd name="connsiteY0-150" fmla="*/ 16210 h 3381710"/>
              <a:gd name="connsiteX1-151" fmla="*/ 3366560 w 3377753"/>
              <a:gd name="connsiteY1-152" fmla="*/ 16210 h 3381710"/>
              <a:gd name="connsiteX2-153" fmla="*/ 3367087 w 3377753"/>
              <a:gd name="connsiteY2-154" fmla="*/ 443247 h 3381710"/>
              <a:gd name="connsiteX3-155" fmla="*/ 3365500 w 3377753"/>
              <a:gd name="connsiteY3-156" fmla="*/ 3381710 h 3381710"/>
              <a:gd name="connsiteX4-157" fmla="*/ 3365500 w 3377753"/>
              <a:gd name="connsiteY4-158" fmla="*/ 3381710 h 3381710"/>
              <a:gd name="connsiteX5-159" fmla="*/ 0 w 3377753"/>
              <a:gd name="connsiteY5-160" fmla="*/ 3381710 h 3381710"/>
              <a:gd name="connsiteX6-161" fmla="*/ 0 w 3377753"/>
              <a:gd name="connsiteY6-162" fmla="*/ 3381710 h 3381710"/>
              <a:gd name="connsiteX7-163" fmla="*/ 0 w 3377753"/>
              <a:gd name="connsiteY7-164" fmla="*/ 262800 h 3381710"/>
              <a:gd name="connsiteX8-165" fmla="*/ 246590 w 3377753"/>
              <a:gd name="connsiteY8-166" fmla="*/ 16210 h 3381710"/>
              <a:gd name="connsiteX0-167" fmla="*/ 246590 w 3367127"/>
              <a:gd name="connsiteY0-168" fmla="*/ 0 h 3365500"/>
              <a:gd name="connsiteX1-169" fmla="*/ 3366560 w 3367127"/>
              <a:gd name="connsiteY1-170" fmla="*/ 0 h 3365500"/>
              <a:gd name="connsiteX2-171" fmla="*/ 3367087 w 3367127"/>
              <a:gd name="connsiteY2-172" fmla="*/ 427037 h 3365500"/>
              <a:gd name="connsiteX3-173" fmla="*/ 3365500 w 3367127"/>
              <a:gd name="connsiteY3-174" fmla="*/ 3365500 h 3365500"/>
              <a:gd name="connsiteX4-175" fmla="*/ 3365500 w 3367127"/>
              <a:gd name="connsiteY4-176" fmla="*/ 3365500 h 3365500"/>
              <a:gd name="connsiteX5-177" fmla="*/ 0 w 3367127"/>
              <a:gd name="connsiteY5-178" fmla="*/ 3365500 h 3365500"/>
              <a:gd name="connsiteX6-179" fmla="*/ 0 w 3367127"/>
              <a:gd name="connsiteY6-180" fmla="*/ 3365500 h 3365500"/>
              <a:gd name="connsiteX7-181" fmla="*/ 0 w 3367127"/>
              <a:gd name="connsiteY7-182" fmla="*/ 246590 h 3365500"/>
              <a:gd name="connsiteX8-183" fmla="*/ 246590 w 3367127"/>
              <a:gd name="connsiteY8-184" fmla="*/ 0 h 3365500"/>
              <a:gd name="connsiteX0-185" fmla="*/ 246590 w 3367127"/>
              <a:gd name="connsiteY0-186" fmla="*/ 0 h 3365500"/>
              <a:gd name="connsiteX1-187" fmla="*/ 3366560 w 3367127"/>
              <a:gd name="connsiteY1-188" fmla="*/ 0 h 3365500"/>
              <a:gd name="connsiteX2-189" fmla="*/ 3367087 w 3367127"/>
              <a:gd name="connsiteY2-190" fmla="*/ 427037 h 3365500"/>
              <a:gd name="connsiteX3-191" fmla="*/ 3365500 w 3367127"/>
              <a:gd name="connsiteY3-192" fmla="*/ 3365500 h 3365500"/>
              <a:gd name="connsiteX4-193" fmla="*/ 3365500 w 3367127"/>
              <a:gd name="connsiteY4-194" fmla="*/ 3365500 h 3365500"/>
              <a:gd name="connsiteX5-195" fmla="*/ 0 w 3367127"/>
              <a:gd name="connsiteY5-196" fmla="*/ 3365500 h 3365500"/>
              <a:gd name="connsiteX6-197" fmla="*/ 0 w 3367127"/>
              <a:gd name="connsiteY6-198" fmla="*/ 3365500 h 3365500"/>
              <a:gd name="connsiteX7-199" fmla="*/ 0 w 3367127"/>
              <a:gd name="connsiteY7-200" fmla="*/ 246590 h 3365500"/>
              <a:gd name="connsiteX8-201" fmla="*/ 246590 w 3367127"/>
              <a:gd name="connsiteY8-202" fmla="*/ 0 h 3365500"/>
              <a:gd name="connsiteX0-203" fmla="*/ 246590 w 3597354"/>
              <a:gd name="connsiteY0-204" fmla="*/ 0 h 3365500"/>
              <a:gd name="connsiteX1-205" fmla="*/ 3366560 w 3597354"/>
              <a:gd name="connsiteY1-206" fmla="*/ 0 h 3365500"/>
              <a:gd name="connsiteX2-207" fmla="*/ 3365500 w 3597354"/>
              <a:gd name="connsiteY2-208" fmla="*/ 3365500 h 3365500"/>
              <a:gd name="connsiteX3-209" fmla="*/ 3365500 w 3597354"/>
              <a:gd name="connsiteY3-210" fmla="*/ 3365500 h 3365500"/>
              <a:gd name="connsiteX4-211" fmla="*/ 0 w 3597354"/>
              <a:gd name="connsiteY4-212" fmla="*/ 3365500 h 3365500"/>
              <a:gd name="connsiteX5-213" fmla="*/ 0 w 3597354"/>
              <a:gd name="connsiteY5-214" fmla="*/ 3365500 h 3365500"/>
              <a:gd name="connsiteX6-215" fmla="*/ 0 w 3597354"/>
              <a:gd name="connsiteY6-216" fmla="*/ 246590 h 3365500"/>
              <a:gd name="connsiteX7-217" fmla="*/ 246590 w 3597354"/>
              <a:gd name="connsiteY7-218" fmla="*/ 0 h 3365500"/>
              <a:gd name="connsiteX0-219" fmla="*/ 246590 w 3367119"/>
              <a:gd name="connsiteY0-220" fmla="*/ 0 h 3365500"/>
              <a:gd name="connsiteX1-221" fmla="*/ 3366560 w 3367119"/>
              <a:gd name="connsiteY1-222" fmla="*/ 0 h 3365500"/>
              <a:gd name="connsiteX2-223" fmla="*/ 3365500 w 3367119"/>
              <a:gd name="connsiteY2-224" fmla="*/ 3365500 h 3365500"/>
              <a:gd name="connsiteX3-225" fmla="*/ 3365500 w 3367119"/>
              <a:gd name="connsiteY3-226" fmla="*/ 3365500 h 3365500"/>
              <a:gd name="connsiteX4-227" fmla="*/ 0 w 3367119"/>
              <a:gd name="connsiteY4-228" fmla="*/ 3365500 h 3365500"/>
              <a:gd name="connsiteX5-229" fmla="*/ 0 w 3367119"/>
              <a:gd name="connsiteY5-230" fmla="*/ 3365500 h 3365500"/>
              <a:gd name="connsiteX6-231" fmla="*/ 0 w 3367119"/>
              <a:gd name="connsiteY6-232" fmla="*/ 246590 h 3365500"/>
              <a:gd name="connsiteX7-233" fmla="*/ 246590 w 3367119"/>
              <a:gd name="connsiteY7-234" fmla="*/ 0 h 3365500"/>
              <a:gd name="connsiteX0-235" fmla="*/ 246590 w 3366560"/>
              <a:gd name="connsiteY0-236" fmla="*/ 0 h 3365500"/>
              <a:gd name="connsiteX1-237" fmla="*/ 3366560 w 3366560"/>
              <a:gd name="connsiteY1-238" fmla="*/ 0 h 3365500"/>
              <a:gd name="connsiteX2-239" fmla="*/ 3365500 w 3366560"/>
              <a:gd name="connsiteY2-240" fmla="*/ 3365500 h 3365500"/>
              <a:gd name="connsiteX3-241" fmla="*/ 3365500 w 3366560"/>
              <a:gd name="connsiteY3-242" fmla="*/ 3365500 h 3365500"/>
              <a:gd name="connsiteX4-243" fmla="*/ 0 w 3366560"/>
              <a:gd name="connsiteY4-244" fmla="*/ 3365500 h 3365500"/>
              <a:gd name="connsiteX5-245" fmla="*/ 0 w 3366560"/>
              <a:gd name="connsiteY5-246" fmla="*/ 3365500 h 3365500"/>
              <a:gd name="connsiteX6-247" fmla="*/ 0 w 3366560"/>
              <a:gd name="connsiteY6-248" fmla="*/ 246590 h 3365500"/>
              <a:gd name="connsiteX7-249" fmla="*/ 246590 w 3366560"/>
              <a:gd name="connsiteY7-250" fmla="*/ 0 h 33655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3366560" h="3365500">
                <a:moveTo>
                  <a:pt x="246590" y="0"/>
                </a:moveTo>
                <a:lnTo>
                  <a:pt x="3366560" y="0"/>
                </a:lnTo>
                <a:cubicBezTo>
                  <a:pt x="3363456" y="57044"/>
                  <a:pt x="3365677" y="2804583"/>
                  <a:pt x="3365500" y="3365500"/>
                </a:cubicBezTo>
                <a:lnTo>
                  <a:pt x="3365500" y="3365500"/>
                </a:lnTo>
                <a:lnTo>
                  <a:pt x="0" y="3365500"/>
                </a:lnTo>
                <a:lnTo>
                  <a:pt x="0" y="3365500"/>
                </a:lnTo>
                <a:lnTo>
                  <a:pt x="0" y="246590"/>
                </a:lnTo>
                <a:cubicBezTo>
                  <a:pt x="0" y="110402"/>
                  <a:pt x="110402" y="0"/>
                  <a:pt x="246590" y="0"/>
                </a:cubicBezTo>
                <a:close/>
              </a:path>
            </a:pathLst>
          </a:cu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两栏-左字右四图">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矩形 13"/>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21"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22"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23" name="图片占位符 26"/>
          <p:cNvSpPr>
            <a:spLocks noGrp="1"/>
          </p:cNvSpPr>
          <p:nvPr>
            <p:ph type="pic" sz="quarter" idx="23"/>
          </p:nvPr>
        </p:nvSpPr>
        <p:spPr>
          <a:xfrm>
            <a:off x="6945807" y="1764001"/>
            <a:ext cx="1937400" cy="1951797"/>
          </a:xfrm>
          <a:custGeom>
            <a:avLst/>
            <a:gdLst>
              <a:gd name="connsiteX0" fmla="*/ 385763 w 1636713"/>
              <a:gd name="connsiteY0" fmla="*/ 0 h 1640417"/>
              <a:gd name="connsiteX1" fmla="*/ 1630363 w 1636713"/>
              <a:gd name="connsiteY1" fmla="*/ 0 h 1640417"/>
              <a:gd name="connsiteX2" fmla="*/ 1630363 w 1636713"/>
              <a:gd name="connsiteY2" fmla="*/ 88946 h 1640417"/>
              <a:gd name="connsiteX3" fmla="*/ 1636713 w 1636713"/>
              <a:gd name="connsiteY3" fmla="*/ 120398 h 1640417"/>
              <a:gd name="connsiteX4" fmla="*/ 1636713 w 1636713"/>
              <a:gd name="connsiteY4" fmla="*/ 1005418 h 1640417"/>
              <a:gd name="connsiteX5" fmla="*/ 1636713 w 1636713"/>
              <a:gd name="connsiteY5" fmla="*/ 1517904 h 1640417"/>
              <a:gd name="connsiteX6" fmla="*/ 1636713 w 1636713"/>
              <a:gd name="connsiteY6" fmla="*/ 1638831 h 1640417"/>
              <a:gd name="connsiteX7" fmla="*/ 1630363 w 1636713"/>
              <a:gd name="connsiteY7" fmla="*/ 1638831 h 1640417"/>
              <a:gd name="connsiteX8" fmla="*/ 1630363 w 1636713"/>
              <a:gd name="connsiteY8" fmla="*/ 1640417 h 1640417"/>
              <a:gd name="connsiteX9" fmla="*/ 385763 w 1636713"/>
              <a:gd name="connsiteY9" fmla="*/ 1640417 h 1640417"/>
              <a:gd name="connsiteX10" fmla="*/ 385763 w 1636713"/>
              <a:gd name="connsiteY10" fmla="*/ 1638831 h 1640417"/>
              <a:gd name="connsiteX11" fmla="*/ 0 w 1636713"/>
              <a:gd name="connsiteY11" fmla="*/ 1638831 h 1640417"/>
              <a:gd name="connsiteX12" fmla="*/ 0 w 1636713"/>
              <a:gd name="connsiteY12" fmla="*/ 1517904 h 1640417"/>
              <a:gd name="connsiteX13" fmla="*/ 0 w 1636713"/>
              <a:gd name="connsiteY13" fmla="*/ 1005418 h 1640417"/>
              <a:gd name="connsiteX14" fmla="*/ 0 w 1636713"/>
              <a:gd name="connsiteY14" fmla="*/ 120398 h 1640417"/>
              <a:gd name="connsiteX15" fmla="*/ 120397 w 1636713"/>
              <a:gd name="connsiteY15" fmla="*/ 1 h 1640417"/>
              <a:gd name="connsiteX16" fmla="*/ 385763 w 1636713"/>
              <a:gd name="connsiteY16" fmla="*/ 1 h 1640417"/>
              <a:gd name="connsiteX0-1" fmla="*/ 385763 w 1636713"/>
              <a:gd name="connsiteY0-2" fmla="*/ 0 h 1640417"/>
              <a:gd name="connsiteX1-3" fmla="*/ 1630363 w 1636713"/>
              <a:gd name="connsiteY1-4" fmla="*/ 0 h 1640417"/>
              <a:gd name="connsiteX2-5" fmla="*/ 1630363 w 1636713"/>
              <a:gd name="connsiteY2-6" fmla="*/ 88946 h 1640417"/>
              <a:gd name="connsiteX3-7" fmla="*/ 1636713 w 1636713"/>
              <a:gd name="connsiteY3-8" fmla="*/ 1005418 h 1640417"/>
              <a:gd name="connsiteX4-9" fmla="*/ 1636713 w 1636713"/>
              <a:gd name="connsiteY4-10" fmla="*/ 1517904 h 1640417"/>
              <a:gd name="connsiteX5-11" fmla="*/ 1636713 w 1636713"/>
              <a:gd name="connsiteY5-12" fmla="*/ 1638831 h 1640417"/>
              <a:gd name="connsiteX6-13" fmla="*/ 1630363 w 1636713"/>
              <a:gd name="connsiteY6-14" fmla="*/ 1638831 h 1640417"/>
              <a:gd name="connsiteX7-15" fmla="*/ 1630363 w 1636713"/>
              <a:gd name="connsiteY7-16" fmla="*/ 1640417 h 1640417"/>
              <a:gd name="connsiteX8-17" fmla="*/ 385763 w 1636713"/>
              <a:gd name="connsiteY8-18" fmla="*/ 1640417 h 1640417"/>
              <a:gd name="connsiteX9-19" fmla="*/ 385763 w 1636713"/>
              <a:gd name="connsiteY9-20" fmla="*/ 1638831 h 1640417"/>
              <a:gd name="connsiteX10-21" fmla="*/ 0 w 1636713"/>
              <a:gd name="connsiteY10-22" fmla="*/ 1638831 h 1640417"/>
              <a:gd name="connsiteX11-23" fmla="*/ 0 w 1636713"/>
              <a:gd name="connsiteY11-24" fmla="*/ 1517904 h 1640417"/>
              <a:gd name="connsiteX12-25" fmla="*/ 0 w 1636713"/>
              <a:gd name="connsiteY12-26" fmla="*/ 1005418 h 1640417"/>
              <a:gd name="connsiteX13-27" fmla="*/ 0 w 1636713"/>
              <a:gd name="connsiteY13-28" fmla="*/ 120398 h 1640417"/>
              <a:gd name="connsiteX14-29" fmla="*/ 120397 w 1636713"/>
              <a:gd name="connsiteY14-30" fmla="*/ 1 h 1640417"/>
              <a:gd name="connsiteX15-31" fmla="*/ 385763 w 1636713"/>
              <a:gd name="connsiteY15-32" fmla="*/ 1 h 1640417"/>
              <a:gd name="connsiteX16-33" fmla="*/ 385763 w 1636713"/>
              <a:gd name="connsiteY16-34" fmla="*/ 0 h 1640417"/>
              <a:gd name="connsiteX0-35" fmla="*/ 385763 w 1636713"/>
              <a:gd name="connsiteY0-36" fmla="*/ 0 h 1640417"/>
              <a:gd name="connsiteX1-37" fmla="*/ 1630363 w 1636713"/>
              <a:gd name="connsiteY1-38" fmla="*/ 0 h 1640417"/>
              <a:gd name="connsiteX2-39" fmla="*/ 1636713 w 1636713"/>
              <a:gd name="connsiteY2-40" fmla="*/ 1005418 h 1640417"/>
              <a:gd name="connsiteX3-41" fmla="*/ 1636713 w 1636713"/>
              <a:gd name="connsiteY3-42" fmla="*/ 1517904 h 1640417"/>
              <a:gd name="connsiteX4-43" fmla="*/ 1636713 w 1636713"/>
              <a:gd name="connsiteY4-44" fmla="*/ 1638831 h 1640417"/>
              <a:gd name="connsiteX5-45" fmla="*/ 1630363 w 1636713"/>
              <a:gd name="connsiteY5-46" fmla="*/ 1638831 h 1640417"/>
              <a:gd name="connsiteX6-47" fmla="*/ 1630363 w 1636713"/>
              <a:gd name="connsiteY6-48" fmla="*/ 1640417 h 1640417"/>
              <a:gd name="connsiteX7-49" fmla="*/ 385763 w 1636713"/>
              <a:gd name="connsiteY7-50" fmla="*/ 1640417 h 1640417"/>
              <a:gd name="connsiteX8-51" fmla="*/ 385763 w 1636713"/>
              <a:gd name="connsiteY8-52" fmla="*/ 1638831 h 1640417"/>
              <a:gd name="connsiteX9-53" fmla="*/ 0 w 1636713"/>
              <a:gd name="connsiteY9-54" fmla="*/ 1638831 h 1640417"/>
              <a:gd name="connsiteX10-55" fmla="*/ 0 w 1636713"/>
              <a:gd name="connsiteY10-56" fmla="*/ 1517904 h 1640417"/>
              <a:gd name="connsiteX11-57" fmla="*/ 0 w 1636713"/>
              <a:gd name="connsiteY11-58" fmla="*/ 1005418 h 1640417"/>
              <a:gd name="connsiteX12-59" fmla="*/ 0 w 1636713"/>
              <a:gd name="connsiteY12-60" fmla="*/ 120398 h 1640417"/>
              <a:gd name="connsiteX13-61" fmla="*/ 120397 w 1636713"/>
              <a:gd name="connsiteY13-62" fmla="*/ 1 h 1640417"/>
              <a:gd name="connsiteX14-63" fmla="*/ 385763 w 1636713"/>
              <a:gd name="connsiteY14-64" fmla="*/ 1 h 1640417"/>
              <a:gd name="connsiteX15-65" fmla="*/ 385763 w 1636713"/>
              <a:gd name="connsiteY15-66" fmla="*/ 0 h 1640417"/>
              <a:gd name="connsiteX0-67" fmla="*/ 385763 w 1653171"/>
              <a:gd name="connsiteY0-68" fmla="*/ 0 h 1640417"/>
              <a:gd name="connsiteX1-69" fmla="*/ 1653018 w 1653171"/>
              <a:gd name="connsiteY1-70" fmla="*/ 0 h 1640417"/>
              <a:gd name="connsiteX2-71" fmla="*/ 1636713 w 1653171"/>
              <a:gd name="connsiteY2-72" fmla="*/ 1005418 h 1640417"/>
              <a:gd name="connsiteX3-73" fmla="*/ 1636713 w 1653171"/>
              <a:gd name="connsiteY3-74" fmla="*/ 1517904 h 1640417"/>
              <a:gd name="connsiteX4-75" fmla="*/ 1636713 w 1653171"/>
              <a:gd name="connsiteY4-76" fmla="*/ 1638831 h 1640417"/>
              <a:gd name="connsiteX5-77" fmla="*/ 1630363 w 1653171"/>
              <a:gd name="connsiteY5-78" fmla="*/ 1638831 h 1640417"/>
              <a:gd name="connsiteX6-79" fmla="*/ 1630363 w 1653171"/>
              <a:gd name="connsiteY6-80" fmla="*/ 1640417 h 1640417"/>
              <a:gd name="connsiteX7-81" fmla="*/ 385763 w 1653171"/>
              <a:gd name="connsiteY7-82" fmla="*/ 1640417 h 1640417"/>
              <a:gd name="connsiteX8-83" fmla="*/ 385763 w 1653171"/>
              <a:gd name="connsiteY8-84" fmla="*/ 1638831 h 1640417"/>
              <a:gd name="connsiteX9-85" fmla="*/ 0 w 1653171"/>
              <a:gd name="connsiteY9-86" fmla="*/ 1638831 h 1640417"/>
              <a:gd name="connsiteX10-87" fmla="*/ 0 w 1653171"/>
              <a:gd name="connsiteY10-88" fmla="*/ 1517904 h 1640417"/>
              <a:gd name="connsiteX11-89" fmla="*/ 0 w 1653171"/>
              <a:gd name="connsiteY11-90" fmla="*/ 1005418 h 1640417"/>
              <a:gd name="connsiteX12-91" fmla="*/ 0 w 1653171"/>
              <a:gd name="connsiteY12-92" fmla="*/ 120398 h 1640417"/>
              <a:gd name="connsiteX13-93" fmla="*/ 120397 w 1653171"/>
              <a:gd name="connsiteY13-94" fmla="*/ 1 h 1640417"/>
              <a:gd name="connsiteX14-95" fmla="*/ 385763 w 1653171"/>
              <a:gd name="connsiteY14-96" fmla="*/ 1 h 1640417"/>
              <a:gd name="connsiteX15-97" fmla="*/ 385763 w 1653171"/>
              <a:gd name="connsiteY15-98" fmla="*/ 0 h 1640417"/>
              <a:gd name="connsiteX0-99" fmla="*/ 385763 w 1638414"/>
              <a:gd name="connsiteY0-100" fmla="*/ 0 h 1640417"/>
              <a:gd name="connsiteX1-101" fmla="*/ 1637915 w 1638414"/>
              <a:gd name="connsiteY1-102" fmla="*/ 0 h 1640417"/>
              <a:gd name="connsiteX2-103" fmla="*/ 1636713 w 1638414"/>
              <a:gd name="connsiteY2-104" fmla="*/ 1005418 h 1640417"/>
              <a:gd name="connsiteX3-105" fmla="*/ 1636713 w 1638414"/>
              <a:gd name="connsiteY3-106" fmla="*/ 1517904 h 1640417"/>
              <a:gd name="connsiteX4-107" fmla="*/ 1636713 w 1638414"/>
              <a:gd name="connsiteY4-108" fmla="*/ 1638831 h 1640417"/>
              <a:gd name="connsiteX5-109" fmla="*/ 1630363 w 1638414"/>
              <a:gd name="connsiteY5-110" fmla="*/ 1638831 h 1640417"/>
              <a:gd name="connsiteX6-111" fmla="*/ 1630363 w 1638414"/>
              <a:gd name="connsiteY6-112" fmla="*/ 1640417 h 1640417"/>
              <a:gd name="connsiteX7-113" fmla="*/ 385763 w 1638414"/>
              <a:gd name="connsiteY7-114" fmla="*/ 1640417 h 1640417"/>
              <a:gd name="connsiteX8-115" fmla="*/ 385763 w 1638414"/>
              <a:gd name="connsiteY8-116" fmla="*/ 1638831 h 1640417"/>
              <a:gd name="connsiteX9-117" fmla="*/ 0 w 1638414"/>
              <a:gd name="connsiteY9-118" fmla="*/ 1638831 h 1640417"/>
              <a:gd name="connsiteX10-119" fmla="*/ 0 w 1638414"/>
              <a:gd name="connsiteY10-120" fmla="*/ 1517904 h 1640417"/>
              <a:gd name="connsiteX11-121" fmla="*/ 0 w 1638414"/>
              <a:gd name="connsiteY11-122" fmla="*/ 1005418 h 1640417"/>
              <a:gd name="connsiteX12-123" fmla="*/ 0 w 1638414"/>
              <a:gd name="connsiteY12-124" fmla="*/ 120398 h 1640417"/>
              <a:gd name="connsiteX13-125" fmla="*/ 120397 w 1638414"/>
              <a:gd name="connsiteY13-126" fmla="*/ 1 h 1640417"/>
              <a:gd name="connsiteX14-127" fmla="*/ 385763 w 1638414"/>
              <a:gd name="connsiteY14-128" fmla="*/ 1 h 1640417"/>
              <a:gd name="connsiteX15-129" fmla="*/ 385763 w 1638414"/>
              <a:gd name="connsiteY15-130" fmla="*/ 0 h 1640417"/>
              <a:gd name="connsiteX0-131" fmla="*/ 385763 w 1636713"/>
              <a:gd name="connsiteY0-132" fmla="*/ 0 h 1640417"/>
              <a:gd name="connsiteX1-133" fmla="*/ 1635309 w 1636713"/>
              <a:gd name="connsiteY1-134" fmla="*/ 0 h 1640417"/>
              <a:gd name="connsiteX2-135" fmla="*/ 1636713 w 1636713"/>
              <a:gd name="connsiteY2-136" fmla="*/ 1005418 h 1640417"/>
              <a:gd name="connsiteX3-137" fmla="*/ 1636713 w 1636713"/>
              <a:gd name="connsiteY3-138" fmla="*/ 1517904 h 1640417"/>
              <a:gd name="connsiteX4-139" fmla="*/ 1636713 w 1636713"/>
              <a:gd name="connsiteY4-140" fmla="*/ 1638831 h 1640417"/>
              <a:gd name="connsiteX5-141" fmla="*/ 1630363 w 1636713"/>
              <a:gd name="connsiteY5-142" fmla="*/ 1638831 h 1640417"/>
              <a:gd name="connsiteX6-143" fmla="*/ 1630363 w 1636713"/>
              <a:gd name="connsiteY6-144" fmla="*/ 1640417 h 1640417"/>
              <a:gd name="connsiteX7-145" fmla="*/ 385763 w 1636713"/>
              <a:gd name="connsiteY7-146" fmla="*/ 1640417 h 1640417"/>
              <a:gd name="connsiteX8-147" fmla="*/ 385763 w 1636713"/>
              <a:gd name="connsiteY8-148" fmla="*/ 1638831 h 1640417"/>
              <a:gd name="connsiteX9-149" fmla="*/ 0 w 1636713"/>
              <a:gd name="connsiteY9-150" fmla="*/ 1638831 h 1640417"/>
              <a:gd name="connsiteX10-151" fmla="*/ 0 w 1636713"/>
              <a:gd name="connsiteY10-152" fmla="*/ 1517904 h 1640417"/>
              <a:gd name="connsiteX11-153" fmla="*/ 0 w 1636713"/>
              <a:gd name="connsiteY11-154" fmla="*/ 1005418 h 1640417"/>
              <a:gd name="connsiteX12-155" fmla="*/ 0 w 1636713"/>
              <a:gd name="connsiteY12-156" fmla="*/ 120398 h 1640417"/>
              <a:gd name="connsiteX13-157" fmla="*/ 120397 w 1636713"/>
              <a:gd name="connsiteY13-158" fmla="*/ 1 h 1640417"/>
              <a:gd name="connsiteX14-159" fmla="*/ 385763 w 1636713"/>
              <a:gd name="connsiteY14-160" fmla="*/ 1 h 1640417"/>
              <a:gd name="connsiteX15-161" fmla="*/ 385763 w 1636713"/>
              <a:gd name="connsiteY15-162" fmla="*/ 0 h 164041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1636713" h="1640417">
                <a:moveTo>
                  <a:pt x="385763" y="0"/>
                </a:moveTo>
                <a:lnTo>
                  <a:pt x="1635309" y="0"/>
                </a:lnTo>
                <a:cubicBezTo>
                  <a:pt x="1637426" y="335139"/>
                  <a:pt x="1634596" y="670279"/>
                  <a:pt x="1636713" y="1005418"/>
                </a:cubicBezTo>
                <a:lnTo>
                  <a:pt x="1636713" y="1517904"/>
                </a:lnTo>
                <a:lnTo>
                  <a:pt x="1636713" y="1638831"/>
                </a:lnTo>
                <a:lnTo>
                  <a:pt x="1630363" y="1638831"/>
                </a:lnTo>
                <a:lnTo>
                  <a:pt x="1630363" y="1640417"/>
                </a:lnTo>
                <a:lnTo>
                  <a:pt x="385763" y="1640417"/>
                </a:lnTo>
                <a:lnTo>
                  <a:pt x="385763" y="1638831"/>
                </a:lnTo>
                <a:lnTo>
                  <a:pt x="0" y="1638831"/>
                </a:lnTo>
                <a:lnTo>
                  <a:pt x="0" y="1517904"/>
                </a:lnTo>
                <a:lnTo>
                  <a:pt x="0" y="1005418"/>
                </a:lnTo>
                <a:lnTo>
                  <a:pt x="0" y="120398"/>
                </a:lnTo>
                <a:cubicBezTo>
                  <a:pt x="0" y="53905"/>
                  <a:pt x="53904" y="1"/>
                  <a:pt x="120397" y="1"/>
                </a:cubicBezTo>
                <a:lnTo>
                  <a:pt x="385763" y="1"/>
                </a:lnTo>
                <a:lnTo>
                  <a:pt x="385763" y="0"/>
                </a:lnTo>
                <a:close/>
              </a:path>
            </a:pathLst>
          </a:custGeom>
        </p:spPr>
        <p:txBody>
          <a:bodyPr wrap="square">
            <a:noAutofit/>
          </a:bodyPr>
          <a:lstStyle>
            <a:lvl1pPr marL="0" marR="0" indent="0" algn="l" defTabSz="914400" rtl="0" eaLnBrk="1" fontAlgn="auto" latinLnBrk="0" hangingPunct="1">
              <a:lnSpc>
                <a:spcPct val="100000"/>
              </a:lnSpc>
              <a:spcBef>
                <a:spcPts val="0"/>
              </a:spcBef>
              <a:spcAft>
                <a:spcPts val="0"/>
              </a:spcAft>
              <a:buClrTx/>
              <a:buSzTx/>
              <a:buFontTx/>
              <a:buNone/>
              <a:defRPr sz="1400">
                <a:solidFill>
                  <a:srgbClr val="323232"/>
                </a:solidFill>
                <a:latin typeface="Microsoft YaHei" panose="020B0503020204020204" pitchFamily="34" charset="-122"/>
                <a:ea typeface="Microsoft YaHei" panose="020B0503020204020204" pitchFamily="34" charset="-122"/>
              </a:defRPr>
            </a:lvl1pPr>
          </a:lstStyle>
          <a:p>
            <a:pPr lvl="0"/>
            <a:endParaRPr lang="zh-CN" altLang="en-US" noProof="0" dirty="0"/>
          </a:p>
        </p:txBody>
      </p:sp>
      <p:sp>
        <p:nvSpPr>
          <p:cNvPr id="24" name="图片占位符 33"/>
          <p:cNvSpPr>
            <a:spLocks noGrp="1"/>
          </p:cNvSpPr>
          <p:nvPr>
            <p:ph type="pic" sz="quarter" idx="21"/>
          </p:nvPr>
        </p:nvSpPr>
        <p:spPr>
          <a:xfrm>
            <a:off x="8920870" y="1763999"/>
            <a:ext cx="1937400" cy="1951799"/>
          </a:xfrm>
          <a:custGeom>
            <a:avLst/>
            <a:gdLst>
              <a:gd name="connsiteX0" fmla="*/ 111918 w 1636713"/>
              <a:gd name="connsiteY0" fmla="*/ 0 h 1639888"/>
              <a:gd name="connsiteX1" fmla="*/ 1524795 w 1636713"/>
              <a:gd name="connsiteY1" fmla="*/ 0 h 1639888"/>
              <a:gd name="connsiteX2" fmla="*/ 1636713 w 1636713"/>
              <a:gd name="connsiteY2" fmla="*/ 111918 h 1639888"/>
              <a:gd name="connsiteX3" fmla="*/ 1636713 w 1636713"/>
              <a:gd name="connsiteY3" fmla="*/ 688047 h 1639888"/>
              <a:gd name="connsiteX4" fmla="*/ 1636713 w 1636713"/>
              <a:gd name="connsiteY4" fmla="*/ 1527970 h 1639888"/>
              <a:gd name="connsiteX5" fmla="*/ 1636713 w 1636713"/>
              <a:gd name="connsiteY5" fmla="*/ 1639888 h 1639888"/>
              <a:gd name="connsiteX6" fmla="*/ 1524795 w 1636713"/>
              <a:gd name="connsiteY6" fmla="*/ 1639888 h 1639888"/>
              <a:gd name="connsiteX7" fmla="*/ 111918 w 1636713"/>
              <a:gd name="connsiteY7" fmla="*/ 1639888 h 1639888"/>
              <a:gd name="connsiteX8" fmla="*/ 0 w 1636713"/>
              <a:gd name="connsiteY8" fmla="*/ 1639888 h 1639888"/>
              <a:gd name="connsiteX9" fmla="*/ 0 w 1636713"/>
              <a:gd name="connsiteY9" fmla="*/ 1527970 h 1639888"/>
              <a:gd name="connsiteX10" fmla="*/ 0 w 1636713"/>
              <a:gd name="connsiteY10" fmla="*/ 1295865 h 1639888"/>
              <a:gd name="connsiteX11" fmla="*/ 0 w 1636713"/>
              <a:gd name="connsiteY11" fmla="*/ 688047 h 1639888"/>
              <a:gd name="connsiteX12" fmla="*/ 0 w 1636713"/>
              <a:gd name="connsiteY12" fmla="*/ 111918 h 1639888"/>
              <a:gd name="connsiteX13" fmla="*/ 0 w 1636713"/>
              <a:gd name="connsiteY13" fmla="*/ 1 h 1639888"/>
              <a:gd name="connsiteX14" fmla="*/ 111913 w 1636713"/>
              <a:gd name="connsiteY14" fmla="*/ 1 h 1639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6713" h="1639888">
                <a:moveTo>
                  <a:pt x="111918" y="0"/>
                </a:moveTo>
                <a:lnTo>
                  <a:pt x="1524795" y="0"/>
                </a:lnTo>
                <a:cubicBezTo>
                  <a:pt x="1586606" y="0"/>
                  <a:pt x="1636713" y="50107"/>
                  <a:pt x="1636713" y="111918"/>
                </a:cubicBezTo>
                <a:lnTo>
                  <a:pt x="1636713" y="688047"/>
                </a:lnTo>
                <a:lnTo>
                  <a:pt x="1636713" y="1527970"/>
                </a:lnTo>
                <a:lnTo>
                  <a:pt x="1636713" y="1639888"/>
                </a:lnTo>
                <a:lnTo>
                  <a:pt x="1524795" y="1639888"/>
                </a:lnTo>
                <a:lnTo>
                  <a:pt x="111918" y="1639888"/>
                </a:lnTo>
                <a:lnTo>
                  <a:pt x="0" y="1639888"/>
                </a:lnTo>
                <a:lnTo>
                  <a:pt x="0" y="1527970"/>
                </a:lnTo>
                <a:lnTo>
                  <a:pt x="0" y="1295865"/>
                </a:lnTo>
                <a:lnTo>
                  <a:pt x="0" y="688047"/>
                </a:lnTo>
                <a:lnTo>
                  <a:pt x="0" y="111918"/>
                </a:lnTo>
                <a:lnTo>
                  <a:pt x="0" y="1"/>
                </a:lnTo>
                <a:lnTo>
                  <a:pt x="111913" y="1"/>
                </a:lnTo>
                <a:close/>
              </a:path>
            </a:pathLst>
          </a:custGeom>
        </p:spPr>
        <p:txBody>
          <a:bodyPr wrap="square">
            <a:noAutofit/>
          </a:bodyPr>
          <a:lstStyle>
            <a:lvl1pPr marL="0" marR="0" indent="0" algn="l" defTabSz="914400" rtl="0" eaLnBrk="1" fontAlgn="auto" latinLnBrk="0" hangingPunct="1">
              <a:lnSpc>
                <a:spcPct val="100000"/>
              </a:lnSpc>
              <a:spcBef>
                <a:spcPts val="0"/>
              </a:spcBef>
              <a:spcAft>
                <a:spcPts val="0"/>
              </a:spcAft>
              <a:buClrTx/>
              <a:buSzTx/>
              <a:buFontTx/>
              <a:buNone/>
              <a:defRPr sz="1400">
                <a:solidFill>
                  <a:srgbClr val="323232"/>
                </a:solidFill>
                <a:latin typeface="Microsoft YaHei" panose="020B0503020204020204" pitchFamily="34" charset="-122"/>
                <a:ea typeface="Microsoft YaHei" panose="020B0503020204020204" pitchFamily="34" charset="-122"/>
              </a:defRPr>
            </a:lvl1pPr>
          </a:lstStyle>
          <a:p>
            <a:pPr lvl="0"/>
            <a:endParaRPr lang="zh-CN" altLang="en-US" noProof="0" dirty="0"/>
          </a:p>
        </p:txBody>
      </p:sp>
      <p:sp>
        <p:nvSpPr>
          <p:cNvPr id="25" name="图片占位符 38"/>
          <p:cNvSpPr>
            <a:spLocks noGrp="1"/>
          </p:cNvSpPr>
          <p:nvPr>
            <p:ph type="pic" sz="quarter" idx="24"/>
          </p:nvPr>
        </p:nvSpPr>
        <p:spPr>
          <a:xfrm>
            <a:off x="6945807" y="3758225"/>
            <a:ext cx="1937400" cy="1941159"/>
          </a:xfrm>
          <a:custGeom>
            <a:avLst/>
            <a:gdLst>
              <a:gd name="connsiteX0" fmla="*/ 1 w 1636713"/>
              <a:gd name="connsiteY0" fmla="*/ 0 h 1639888"/>
              <a:gd name="connsiteX1" fmla="*/ 111918 w 1636713"/>
              <a:gd name="connsiteY1" fmla="*/ 0 h 1639888"/>
              <a:gd name="connsiteX2" fmla="*/ 535891 w 1636713"/>
              <a:gd name="connsiteY2" fmla="*/ 0 h 1639888"/>
              <a:gd name="connsiteX3" fmla="*/ 1524795 w 1636713"/>
              <a:gd name="connsiteY3" fmla="*/ 0 h 1639888"/>
              <a:gd name="connsiteX4" fmla="*/ 1636713 w 1636713"/>
              <a:gd name="connsiteY4" fmla="*/ 0 h 1639888"/>
              <a:gd name="connsiteX5" fmla="*/ 1636713 w 1636713"/>
              <a:gd name="connsiteY5" fmla="*/ 111918 h 1639888"/>
              <a:gd name="connsiteX6" fmla="*/ 1636713 w 1636713"/>
              <a:gd name="connsiteY6" fmla="*/ 1051455 h 1639888"/>
              <a:gd name="connsiteX7" fmla="*/ 1636713 w 1636713"/>
              <a:gd name="connsiteY7" fmla="*/ 1527970 h 1639888"/>
              <a:gd name="connsiteX8" fmla="*/ 1636713 w 1636713"/>
              <a:gd name="connsiteY8" fmla="*/ 1639888 h 1639888"/>
              <a:gd name="connsiteX9" fmla="*/ 1524795 w 1636713"/>
              <a:gd name="connsiteY9" fmla="*/ 1639888 h 1639888"/>
              <a:gd name="connsiteX10" fmla="*/ 535891 w 1636713"/>
              <a:gd name="connsiteY10" fmla="*/ 1639888 h 1639888"/>
              <a:gd name="connsiteX11" fmla="*/ 111918 w 1636713"/>
              <a:gd name="connsiteY11" fmla="*/ 1639888 h 1639888"/>
              <a:gd name="connsiteX12" fmla="*/ 0 w 1636713"/>
              <a:gd name="connsiteY12" fmla="*/ 1527970 h 1639888"/>
              <a:gd name="connsiteX13" fmla="*/ 0 w 1636713"/>
              <a:gd name="connsiteY13" fmla="*/ 111918 h 1639888"/>
              <a:gd name="connsiteX14" fmla="*/ 1 w 1636713"/>
              <a:gd name="connsiteY14" fmla="*/ 111913 h 1639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6713" h="1639888">
                <a:moveTo>
                  <a:pt x="1" y="0"/>
                </a:moveTo>
                <a:lnTo>
                  <a:pt x="111918" y="0"/>
                </a:lnTo>
                <a:lnTo>
                  <a:pt x="535891" y="0"/>
                </a:lnTo>
                <a:lnTo>
                  <a:pt x="1524795" y="0"/>
                </a:lnTo>
                <a:lnTo>
                  <a:pt x="1636713" y="0"/>
                </a:lnTo>
                <a:lnTo>
                  <a:pt x="1636713" y="111918"/>
                </a:lnTo>
                <a:lnTo>
                  <a:pt x="1636713" y="1051455"/>
                </a:lnTo>
                <a:lnTo>
                  <a:pt x="1636713" y="1527970"/>
                </a:lnTo>
                <a:lnTo>
                  <a:pt x="1636713" y="1639888"/>
                </a:lnTo>
                <a:lnTo>
                  <a:pt x="1524795" y="1639888"/>
                </a:lnTo>
                <a:lnTo>
                  <a:pt x="535891" y="1639888"/>
                </a:lnTo>
                <a:lnTo>
                  <a:pt x="111918" y="1639888"/>
                </a:lnTo>
                <a:cubicBezTo>
                  <a:pt x="50107" y="1639888"/>
                  <a:pt x="0" y="1589781"/>
                  <a:pt x="0" y="1527970"/>
                </a:cubicBezTo>
                <a:lnTo>
                  <a:pt x="0" y="111918"/>
                </a:lnTo>
                <a:lnTo>
                  <a:pt x="1" y="111913"/>
                </a:lnTo>
                <a:close/>
              </a:path>
            </a:pathLst>
          </a:custGeom>
        </p:spPr>
        <p:txBody>
          <a:bodyPr wrap="square">
            <a:noAutofit/>
          </a:bodyPr>
          <a:lstStyle>
            <a:lvl1pPr marL="0" marR="0" indent="0" algn="l" defTabSz="914400" rtl="0" eaLnBrk="1" fontAlgn="auto" latinLnBrk="0" hangingPunct="1">
              <a:lnSpc>
                <a:spcPct val="100000"/>
              </a:lnSpc>
              <a:spcBef>
                <a:spcPts val="0"/>
              </a:spcBef>
              <a:spcAft>
                <a:spcPts val="0"/>
              </a:spcAft>
              <a:buClrTx/>
              <a:buSzTx/>
              <a:buFontTx/>
              <a:buNone/>
              <a:defRPr sz="1400">
                <a:solidFill>
                  <a:srgbClr val="323232"/>
                </a:solidFill>
                <a:latin typeface="Microsoft YaHei" panose="020B0503020204020204" pitchFamily="34" charset="-122"/>
                <a:ea typeface="Microsoft YaHei" panose="020B0503020204020204" pitchFamily="34" charset="-122"/>
              </a:defRPr>
            </a:lvl1pPr>
          </a:lstStyle>
          <a:p>
            <a:pPr lvl="0"/>
            <a:endParaRPr lang="zh-CN" altLang="en-US" noProof="0" dirty="0"/>
          </a:p>
        </p:txBody>
      </p:sp>
      <p:sp>
        <p:nvSpPr>
          <p:cNvPr id="26" name="图片占位符 48"/>
          <p:cNvSpPr>
            <a:spLocks noGrp="1"/>
          </p:cNvSpPr>
          <p:nvPr>
            <p:ph type="pic" sz="quarter" idx="27"/>
          </p:nvPr>
        </p:nvSpPr>
        <p:spPr>
          <a:xfrm>
            <a:off x="8920867" y="3758225"/>
            <a:ext cx="1937403" cy="1941159"/>
          </a:xfrm>
          <a:custGeom>
            <a:avLst/>
            <a:gdLst>
              <a:gd name="connsiteX0" fmla="*/ 0 w 1636714"/>
              <a:gd name="connsiteY0" fmla="*/ 0 h 1639888"/>
              <a:gd name="connsiteX1" fmla="*/ 111918 w 1636714"/>
              <a:gd name="connsiteY1" fmla="*/ 0 h 1639888"/>
              <a:gd name="connsiteX2" fmla="*/ 1524795 w 1636714"/>
              <a:gd name="connsiteY2" fmla="*/ 0 h 1639888"/>
              <a:gd name="connsiteX3" fmla="*/ 1636714 w 1636714"/>
              <a:gd name="connsiteY3" fmla="*/ 0 h 1639888"/>
              <a:gd name="connsiteX4" fmla="*/ 1636714 w 1636714"/>
              <a:gd name="connsiteY4" fmla="*/ 784485 h 1639888"/>
              <a:gd name="connsiteX5" fmla="*/ 1636713 w 1636714"/>
              <a:gd name="connsiteY5" fmla="*/ 784485 h 1639888"/>
              <a:gd name="connsiteX6" fmla="*/ 1636713 w 1636714"/>
              <a:gd name="connsiteY6" fmla="*/ 1527970 h 1639888"/>
              <a:gd name="connsiteX7" fmla="*/ 1524795 w 1636714"/>
              <a:gd name="connsiteY7" fmla="*/ 1639888 h 1639888"/>
              <a:gd name="connsiteX8" fmla="*/ 1122891 w 1636714"/>
              <a:gd name="connsiteY8" fmla="*/ 1639888 h 1639888"/>
              <a:gd name="connsiteX9" fmla="*/ 111918 w 1636714"/>
              <a:gd name="connsiteY9" fmla="*/ 1639888 h 1639888"/>
              <a:gd name="connsiteX10" fmla="*/ 0 w 1636714"/>
              <a:gd name="connsiteY10" fmla="*/ 1639888 h 1639888"/>
              <a:gd name="connsiteX11" fmla="*/ 0 w 1636714"/>
              <a:gd name="connsiteY11" fmla="*/ 1527970 h 1639888"/>
              <a:gd name="connsiteX12" fmla="*/ 0 w 1636714"/>
              <a:gd name="connsiteY12" fmla="*/ 831845 h 1639888"/>
              <a:gd name="connsiteX13" fmla="*/ 0 w 1636714"/>
              <a:gd name="connsiteY13" fmla="*/ 784485 h 1639888"/>
              <a:gd name="connsiteX14" fmla="*/ 0 w 1636714"/>
              <a:gd name="connsiteY14" fmla="*/ 111918 h 1639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6714" h="1639888">
                <a:moveTo>
                  <a:pt x="0" y="0"/>
                </a:moveTo>
                <a:lnTo>
                  <a:pt x="111918" y="0"/>
                </a:lnTo>
                <a:lnTo>
                  <a:pt x="1524795" y="0"/>
                </a:lnTo>
                <a:lnTo>
                  <a:pt x="1636714" y="0"/>
                </a:lnTo>
                <a:lnTo>
                  <a:pt x="1636714" y="784485"/>
                </a:lnTo>
                <a:lnTo>
                  <a:pt x="1636713" y="784485"/>
                </a:lnTo>
                <a:lnTo>
                  <a:pt x="1636713" y="1527970"/>
                </a:lnTo>
                <a:cubicBezTo>
                  <a:pt x="1636713" y="1589781"/>
                  <a:pt x="1586606" y="1639888"/>
                  <a:pt x="1524795" y="1639888"/>
                </a:cubicBezTo>
                <a:lnTo>
                  <a:pt x="1122891" y="1639888"/>
                </a:lnTo>
                <a:lnTo>
                  <a:pt x="111918" y="1639888"/>
                </a:lnTo>
                <a:lnTo>
                  <a:pt x="0" y="1639888"/>
                </a:lnTo>
                <a:lnTo>
                  <a:pt x="0" y="1527970"/>
                </a:lnTo>
                <a:lnTo>
                  <a:pt x="0" y="831845"/>
                </a:lnTo>
                <a:lnTo>
                  <a:pt x="0" y="784485"/>
                </a:lnTo>
                <a:lnTo>
                  <a:pt x="0" y="111918"/>
                </a:lnTo>
                <a:close/>
              </a:path>
            </a:pathLst>
          </a:custGeom>
        </p:spPr>
        <p:txBody>
          <a:bodyPr wrap="square">
            <a:noAutofit/>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pPr lvl="0"/>
            <a:endParaRPr lang="zh-CN" altLang="en-US" noProof="0" dirty="0"/>
          </a:p>
        </p:txBody>
      </p:sp>
      <p:sp>
        <p:nvSpPr>
          <p:cNvPr id="27" name="文本占位符 11"/>
          <p:cNvSpPr>
            <a:spLocks noGrp="1"/>
          </p:cNvSpPr>
          <p:nvPr>
            <p:ph type="body" sz="quarter" idx="22" hasCustomPrompt="1"/>
          </p:nvPr>
        </p:nvSpPr>
        <p:spPr>
          <a:xfrm>
            <a:off x="648000" y="1764000"/>
            <a:ext cx="5854400"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左字右表">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6"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7" name="图表占位符 13"/>
          <p:cNvSpPr>
            <a:spLocks noGrp="1"/>
          </p:cNvSpPr>
          <p:nvPr>
            <p:ph type="chart" sz="quarter" idx="15"/>
          </p:nvPr>
        </p:nvSpPr>
        <p:spPr>
          <a:xfrm>
            <a:off x="6945807" y="1764000"/>
            <a:ext cx="3912464" cy="3935384"/>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18" name="文本占位符 11"/>
          <p:cNvSpPr>
            <a:spLocks noGrp="1"/>
          </p:cNvSpPr>
          <p:nvPr>
            <p:ph type="body" sz="quarter" idx="22" hasCustomPrompt="1"/>
          </p:nvPr>
        </p:nvSpPr>
        <p:spPr>
          <a:xfrm>
            <a:off x="648000" y="1764000"/>
            <a:ext cx="5854400"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左表右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6"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7" name="文本占位符 11"/>
          <p:cNvSpPr>
            <a:spLocks noGrp="1"/>
          </p:cNvSpPr>
          <p:nvPr>
            <p:ph type="body" sz="quarter" idx="22" hasCustomPrompt="1"/>
          </p:nvPr>
        </p:nvSpPr>
        <p:spPr>
          <a:xfrm>
            <a:off x="5023527" y="1764000"/>
            <a:ext cx="5834744"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8" name="图表占位符 13"/>
          <p:cNvSpPr>
            <a:spLocks noGrp="1"/>
          </p:cNvSpPr>
          <p:nvPr>
            <p:ph type="chart" sz="quarter" idx="15"/>
          </p:nvPr>
        </p:nvSpPr>
        <p:spPr>
          <a:xfrm>
            <a:off x="648000" y="1764000"/>
            <a:ext cx="3969915" cy="3935384"/>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上表下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9"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4"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5" name="图表占位符 13"/>
          <p:cNvSpPr>
            <a:spLocks noGrp="1"/>
          </p:cNvSpPr>
          <p:nvPr>
            <p:ph type="chart" sz="quarter" idx="15"/>
          </p:nvPr>
        </p:nvSpPr>
        <p:spPr>
          <a:xfrm>
            <a:off x="648000" y="1764000"/>
            <a:ext cx="10210270" cy="3935384"/>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双表下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7"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19" name="图表占位符 13"/>
          <p:cNvSpPr>
            <a:spLocks noGrp="1"/>
          </p:cNvSpPr>
          <p:nvPr>
            <p:ph type="chart" sz="quarter" idx="15"/>
          </p:nvPr>
        </p:nvSpPr>
        <p:spPr>
          <a:xfrm>
            <a:off x="648000" y="1764000"/>
            <a:ext cx="5003272" cy="2774928"/>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0" name="图表占位符 13"/>
          <p:cNvSpPr>
            <a:spLocks noGrp="1"/>
          </p:cNvSpPr>
          <p:nvPr>
            <p:ph type="chart" sz="quarter" idx="23"/>
          </p:nvPr>
        </p:nvSpPr>
        <p:spPr>
          <a:xfrm>
            <a:off x="5930900" y="1764000"/>
            <a:ext cx="4927370" cy="2774928"/>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1" name="文本占位符 11"/>
          <p:cNvSpPr>
            <a:spLocks noGrp="1"/>
          </p:cNvSpPr>
          <p:nvPr>
            <p:ph type="body" sz="quarter" idx="26" hasCustomPrompt="1"/>
          </p:nvPr>
        </p:nvSpPr>
        <p:spPr>
          <a:xfrm>
            <a:off x="648000" y="4838526"/>
            <a:ext cx="10210270" cy="860858"/>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三表下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9"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20" name="图表占位符 13"/>
          <p:cNvSpPr>
            <a:spLocks noGrp="1"/>
          </p:cNvSpPr>
          <p:nvPr>
            <p:ph type="chart" sz="quarter" idx="15"/>
          </p:nvPr>
        </p:nvSpPr>
        <p:spPr>
          <a:xfrm>
            <a:off x="648001" y="1764000"/>
            <a:ext cx="6654500" cy="2774928"/>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1" name="图表占位符 13"/>
          <p:cNvSpPr>
            <a:spLocks noGrp="1"/>
          </p:cNvSpPr>
          <p:nvPr>
            <p:ph type="chart" sz="quarter" idx="23"/>
          </p:nvPr>
        </p:nvSpPr>
        <p:spPr>
          <a:xfrm>
            <a:off x="7607072" y="1764000"/>
            <a:ext cx="3251199" cy="1236375"/>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2" name="图表占位符 13"/>
          <p:cNvSpPr>
            <a:spLocks noGrp="1"/>
          </p:cNvSpPr>
          <p:nvPr>
            <p:ph type="chart" sz="quarter" idx="25"/>
          </p:nvPr>
        </p:nvSpPr>
        <p:spPr>
          <a:xfrm>
            <a:off x="7607072" y="3299973"/>
            <a:ext cx="3251199" cy="1238955"/>
          </a:xfrm>
          <a:prstGeom prst="rect">
            <a:avLst/>
          </a:prstGeom>
        </p:spPr>
        <p:txBody>
          <a:bodyPr/>
          <a:lstStyle>
            <a:lvl1pPr marL="0" indent="0">
              <a:lnSpc>
                <a:spcPct val="100000"/>
              </a:lnSpc>
              <a:spcBef>
                <a:spcPts val="0"/>
              </a:spcBef>
              <a:buFontTx/>
              <a:buNone/>
              <a:defRPr sz="1400">
                <a:solidFill>
                  <a:srgbClr val="323232"/>
                </a:solidFill>
                <a:latin typeface="Microsoft YaHei" panose="020B0503020204020204" pitchFamily="34" charset="-122"/>
                <a:ea typeface="Microsoft YaHei" panose="020B0503020204020204" pitchFamily="34" charset="-122"/>
              </a:defRPr>
            </a:lvl1pPr>
          </a:lstStyle>
          <a:p>
            <a:endParaRPr lang="zh-CN" altLang="en-US" dirty="0"/>
          </a:p>
        </p:txBody>
      </p:sp>
      <p:sp>
        <p:nvSpPr>
          <p:cNvPr id="23" name="文本占位符 11"/>
          <p:cNvSpPr>
            <a:spLocks noGrp="1"/>
          </p:cNvSpPr>
          <p:nvPr>
            <p:ph type="body" sz="quarter" idx="26" hasCustomPrompt="1"/>
          </p:nvPr>
        </p:nvSpPr>
        <p:spPr>
          <a:xfrm>
            <a:off x="648000" y="4838526"/>
            <a:ext cx="10210270" cy="860858"/>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三表下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9" name="文本占位符 11"/>
          <p:cNvSpPr>
            <a:spLocks noGrp="1"/>
          </p:cNvSpPr>
          <p:nvPr>
            <p:ph type="body" sz="quarter" idx="14" hasCustomPrompt="1"/>
          </p:nvPr>
        </p:nvSpPr>
        <p:spPr>
          <a:xfrm>
            <a:off x="648000" y="1116000"/>
            <a:ext cx="10210271"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grpSp>
        <p:nvGrpSpPr>
          <p:cNvPr id="45" name="组合 44"/>
          <p:cNvGrpSpPr/>
          <p:nvPr userDrawn="1"/>
        </p:nvGrpSpPr>
        <p:grpSpPr>
          <a:xfrm>
            <a:off x="9109729" y="2112864"/>
            <a:ext cx="1762683" cy="1762683"/>
            <a:chOff x="5074007" y="2605210"/>
            <a:chExt cx="1376915" cy="1376915"/>
          </a:xfrm>
        </p:grpSpPr>
        <p:sp>
          <p:nvSpPr>
            <p:cNvPr id="46" name="矩形 45"/>
            <p:cNvSpPr/>
            <p:nvPr/>
          </p:nvSpPr>
          <p:spPr>
            <a:xfrm>
              <a:off x="5074007" y="2605210"/>
              <a:ext cx="1376915" cy="1376915"/>
            </a:xfrm>
            <a:prstGeom prst="rect">
              <a:avLst/>
            </a:prstGeom>
            <a:solidFill>
              <a:srgbClr val="6294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sp>
          <p:nvSpPr>
            <p:cNvPr id="47" name="Freeform 19"/>
            <p:cNvSpPr/>
            <p:nvPr/>
          </p:nvSpPr>
          <p:spPr bwMode="auto">
            <a:xfrm>
              <a:off x="6145159" y="3078509"/>
              <a:ext cx="150832" cy="145379"/>
            </a:xfrm>
            <a:custGeom>
              <a:avLst/>
              <a:gdLst>
                <a:gd name="T0" fmla="*/ 83 w 83"/>
                <a:gd name="T1" fmla="*/ 26 h 80"/>
                <a:gd name="T2" fmla="*/ 57 w 83"/>
                <a:gd name="T3" fmla="*/ 26 h 80"/>
                <a:gd name="T4" fmla="*/ 57 w 83"/>
                <a:gd name="T5" fmla="*/ 0 h 80"/>
                <a:gd name="T6" fmla="*/ 29 w 83"/>
                <a:gd name="T7" fmla="*/ 0 h 80"/>
                <a:gd name="T8" fmla="*/ 29 w 83"/>
                <a:gd name="T9" fmla="*/ 26 h 80"/>
                <a:gd name="T10" fmla="*/ 0 w 83"/>
                <a:gd name="T11" fmla="*/ 26 h 80"/>
                <a:gd name="T12" fmla="*/ 0 w 83"/>
                <a:gd name="T13" fmla="*/ 54 h 80"/>
                <a:gd name="T14" fmla="*/ 29 w 83"/>
                <a:gd name="T15" fmla="*/ 54 h 80"/>
                <a:gd name="T16" fmla="*/ 29 w 83"/>
                <a:gd name="T17" fmla="*/ 80 h 80"/>
                <a:gd name="T18" fmla="*/ 57 w 83"/>
                <a:gd name="T19" fmla="*/ 80 h 80"/>
                <a:gd name="T20" fmla="*/ 57 w 83"/>
                <a:gd name="T21" fmla="*/ 54 h 80"/>
                <a:gd name="T22" fmla="*/ 83 w 83"/>
                <a:gd name="T23" fmla="*/ 54 h 80"/>
                <a:gd name="T24" fmla="*/ 83 w 83"/>
                <a:gd name="T25" fmla="*/ 2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80">
                  <a:moveTo>
                    <a:pt x="83" y="26"/>
                  </a:moveTo>
                  <a:lnTo>
                    <a:pt x="57" y="26"/>
                  </a:lnTo>
                  <a:lnTo>
                    <a:pt x="57" y="0"/>
                  </a:lnTo>
                  <a:lnTo>
                    <a:pt x="29" y="0"/>
                  </a:lnTo>
                  <a:lnTo>
                    <a:pt x="29" y="26"/>
                  </a:lnTo>
                  <a:lnTo>
                    <a:pt x="0" y="26"/>
                  </a:lnTo>
                  <a:lnTo>
                    <a:pt x="0" y="54"/>
                  </a:lnTo>
                  <a:lnTo>
                    <a:pt x="29" y="54"/>
                  </a:lnTo>
                  <a:lnTo>
                    <a:pt x="29" y="80"/>
                  </a:lnTo>
                  <a:lnTo>
                    <a:pt x="57" y="80"/>
                  </a:lnTo>
                  <a:lnTo>
                    <a:pt x="57" y="54"/>
                  </a:lnTo>
                  <a:lnTo>
                    <a:pt x="83" y="54"/>
                  </a:lnTo>
                  <a:lnTo>
                    <a:pt x="83" y="26"/>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48" name="Freeform 20"/>
            <p:cNvSpPr/>
            <p:nvPr/>
          </p:nvSpPr>
          <p:spPr bwMode="auto">
            <a:xfrm>
              <a:off x="6099726" y="3274770"/>
              <a:ext cx="143562" cy="243510"/>
            </a:xfrm>
            <a:custGeom>
              <a:avLst/>
              <a:gdLst>
                <a:gd name="T0" fmla="*/ 17 w 25"/>
                <a:gd name="T1" fmla="*/ 25 h 42"/>
                <a:gd name="T2" fmla="*/ 8 w 25"/>
                <a:gd name="T3" fmla="*/ 34 h 42"/>
                <a:gd name="T4" fmla="*/ 5 w 25"/>
                <a:gd name="T5" fmla="*/ 34 h 42"/>
                <a:gd name="T6" fmla="*/ 0 w 25"/>
                <a:gd name="T7" fmla="*/ 38 h 42"/>
                <a:gd name="T8" fmla="*/ 5 w 25"/>
                <a:gd name="T9" fmla="*/ 42 h 42"/>
                <a:gd name="T10" fmla="*/ 8 w 25"/>
                <a:gd name="T11" fmla="*/ 42 h 42"/>
                <a:gd name="T12" fmla="*/ 25 w 25"/>
                <a:gd name="T13" fmla="*/ 25 h 42"/>
                <a:gd name="T14" fmla="*/ 25 w 25"/>
                <a:gd name="T15" fmla="*/ 0 h 42"/>
                <a:gd name="T16" fmla="*/ 17 w 25"/>
                <a:gd name="T17" fmla="*/ 0 h 42"/>
                <a:gd name="T18" fmla="*/ 17 w 25"/>
                <a:gd name="T19"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42">
                  <a:moveTo>
                    <a:pt x="17" y="25"/>
                  </a:moveTo>
                  <a:cubicBezTo>
                    <a:pt x="17" y="30"/>
                    <a:pt x="13" y="34"/>
                    <a:pt x="8" y="34"/>
                  </a:cubicBezTo>
                  <a:cubicBezTo>
                    <a:pt x="5" y="34"/>
                    <a:pt x="5" y="34"/>
                    <a:pt x="5" y="34"/>
                  </a:cubicBezTo>
                  <a:cubicBezTo>
                    <a:pt x="2" y="34"/>
                    <a:pt x="0" y="36"/>
                    <a:pt x="0" y="38"/>
                  </a:cubicBezTo>
                  <a:cubicBezTo>
                    <a:pt x="0" y="41"/>
                    <a:pt x="2" y="42"/>
                    <a:pt x="5" y="42"/>
                  </a:cubicBezTo>
                  <a:cubicBezTo>
                    <a:pt x="8" y="42"/>
                    <a:pt x="8" y="42"/>
                    <a:pt x="8" y="42"/>
                  </a:cubicBezTo>
                  <a:cubicBezTo>
                    <a:pt x="18" y="42"/>
                    <a:pt x="25" y="35"/>
                    <a:pt x="25" y="25"/>
                  </a:cubicBezTo>
                  <a:cubicBezTo>
                    <a:pt x="25" y="0"/>
                    <a:pt x="25" y="0"/>
                    <a:pt x="25" y="0"/>
                  </a:cubicBezTo>
                  <a:cubicBezTo>
                    <a:pt x="17" y="0"/>
                    <a:pt x="17" y="0"/>
                    <a:pt x="17" y="0"/>
                  </a:cubicBezTo>
                  <a:lnTo>
                    <a:pt x="17" y="25"/>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49" name="Freeform 21"/>
            <p:cNvSpPr/>
            <p:nvPr/>
          </p:nvSpPr>
          <p:spPr bwMode="auto">
            <a:xfrm>
              <a:off x="5076621" y="2847719"/>
              <a:ext cx="1166668" cy="179908"/>
            </a:xfrm>
            <a:custGeom>
              <a:avLst/>
              <a:gdLst>
                <a:gd name="T0" fmla="*/ 186 w 203"/>
                <a:gd name="T1" fmla="*/ 0 h 31"/>
                <a:gd name="T2" fmla="*/ 0 w 203"/>
                <a:gd name="T3" fmla="*/ 0 h 31"/>
                <a:gd name="T4" fmla="*/ 0 w 203"/>
                <a:gd name="T5" fmla="*/ 9 h 31"/>
                <a:gd name="T6" fmla="*/ 186 w 203"/>
                <a:gd name="T7" fmla="*/ 9 h 31"/>
                <a:gd name="T8" fmla="*/ 195 w 203"/>
                <a:gd name="T9" fmla="*/ 17 h 31"/>
                <a:gd name="T10" fmla="*/ 195 w 203"/>
                <a:gd name="T11" fmla="*/ 31 h 31"/>
                <a:gd name="T12" fmla="*/ 203 w 203"/>
                <a:gd name="T13" fmla="*/ 31 h 31"/>
                <a:gd name="T14" fmla="*/ 203 w 203"/>
                <a:gd name="T15" fmla="*/ 17 h 31"/>
                <a:gd name="T16" fmla="*/ 186 w 20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 h="31">
                  <a:moveTo>
                    <a:pt x="186" y="0"/>
                  </a:moveTo>
                  <a:cubicBezTo>
                    <a:pt x="0" y="0"/>
                    <a:pt x="0" y="0"/>
                    <a:pt x="0" y="0"/>
                  </a:cubicBezTo>
                  <a:cubicBezTo>
                    <a:pt x="0" y="9"/>
                    <a:pt x="0" y="9"/>
                    <a:pt x="0" y="9"/>
                  </a:cubicBezTo>
                  <a:cubicBezTo>
                    <a:pt x="186" y="9"/>
                    <a:pt x="186" y="9"/>
                    <a:pt x="186" y="9"/>
                  </a:cubicBezTo>
                  <a:cubicBezTo>
                    <a:pt x="191" y="9"/>
                    <a:pt x="195" y="13"/>
                    <a:pt x="195" y="17"/>
                  </a:cubicBezTo>
                  <a:cubicBezTo>
                    <a:pt x="195" y="31"/>
                    <a:pt x="195" y="31"/>
                    <a:pt x="195" y="31"/>
                  </a:cubicBezTo>
                  <a:cubicBezTo>
                    <a:pt x="203" y="31"/>
                    <a:pt x="203" y="31"/>
                    <a:pt x="203" y="31"/>
                  </a:cubicBezTo>
                  <a:cubicBezTo>
                    <a:pt x="203" y="17"/>
                    <a:pt x="203" y="17"/>
                    <a:pt x="203" y="17"/>
                  </a:cubicBezTo>
                  <a:cubicBezTo>
                    <a:pt x="203" y="8"/>
                    <a:pt x="196" y="0"/>
                    <a:pt x="186"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0" name="Freeform 22"/>
            <p:cNvSpPr>
              <a:spLocks noEditPoints="1"/>
            </p:cNvSpPr>
            <p:nvPr/>
          </p:nvSpPr>
          <p:spPr bwMode="auto">
            <a:xfrm>
              <a:off x="5278335" y="3580066"/>
              <a:ext cx="648756" cy="278039"/>
            </a:xfrm>
            <a:custGeom>
              <a:avLst/>
              <a:gdLst>
                <a:gd name="T0" fmla="*/ 113 w 113"/>
                <a:gd name="T1" fmla="*/ 31 h 48"/>
                <a:gd name="T2" fmla="*/ 95 w 113"/>
                <a:gd name="T3" fmla="*/ 12 h 48"/>
                <a:gd name="T4" fmla="*/ 70 w 113"/>
                <a:gd name="T5" fmla="*/ 2 h 48"/>
                <a:gd name="T6" fmla="*/ 55 w 113"/>
                <a:gd name="T7" fmla="*/ 0 h 48"/>
                <a:gd name="T8" fmla="*/ 42 w 113"/>
                <a:gd name="T9" fmla="*/ 2 h 48"/>
                <a:gd name="T10" fmla="*/ 18 w 113"/>
                <a:gd name="T11" fmla="*/ 12 h 48"/>
                <a:gd name="T12" fmla="*/ 0 w 113"/>
                <a:gd name="T13" fmla="*/ 31 h 48"/>
                <a:gd name="T14" fmla="*/ 1 w 113"/>
                <a:gd name="T15" fmla="*/ 34 h 48"/>
                <a:gd name="T16" fmla="*/ 58 w 113"/>
                <a:gd name="T17" fmla="*/ 48 h 48"/>
                <a:gd name="T18" fmla="*/ 110 w 113"/>
                <a:gd name="T19" fmla="*/ 38 h 48"/>
                <a:gd name="T20" fmla="*/ 113 w 113"/>
                <a:gd name="T21" fmla="*/ 32 h 48"/>
                <a:gd name="T22" fmla="*/ 113 w 113"/>
                <a:gd name="T23" fmla="*/ 31 h 48"/>
                <a:gd name="T24" fmla="*/ 58 w 113"/>
                <a:gd name="T25" fmla="*/ 40 h 48"/>
                <a:gd name="T26" fmla="*/ 9 w 113"/>
                <a:gd name="T27" fmla="*/ 31 h 48"/>
                <a:gd name="T28" fmla="*/ 22 w 113"/>
                <a:gd name="T29" fmla="*/ 19 h 48"/>
                <a:gd name="T30" fmla="*/ 44 w 113"/>
                <a:gd name="T31" fmla="*/ 10 h 48"/>
                <a:gd name="T32" fmla="*/ 45 w 113"/>
                <a:gd name="T33" fmla="*/ 10 h 48"/>
                <a:gd name="T34" fmla="*/ 55 w 113"/>
                <a:gd name="T35" fmla="*/ 9 h 48"/>
                <a:gd name="T36" fmla="*/ 69 w 113"/>
                <a:gd name="T37" fmla="*/ 10 h 48"/>
                <a:gd name="T38" fmla="*/ 90 w 113"/>
                <a:gd name="T39" fmla="*/ 19 h 48"/>
                <a:gd name="T40" fmla="*/ 104 w 113"/>
                <a:gd name="T41" fmla="*/ 32 h 48"/>
                <a:gd name="T42" fmla="*/ 58 w 113"/>
                <a:gd name="T43" fmla="*/ 4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3" h="48">
                  <a:moveTo>
                    <a:pt x="113" y="31"/>
                  </a:moveTo>
                  <a:cubicBezTo>
                    <a:pt x="111" y="24"/>
                    <a:pt x="105" y="18"/>
                    <a:pt x="95" y="12"/>
                  </a:cubicBezTo>
                  <a:cubicBezTo>
                    <a:pt x="86" y="6"/>
                    <a:pt x="75" y="3"/>
                    <a:pt x="70" y="2"/>
                  </a:cubicBezTo>
                  <a:cubicBezTo>
                    <a:pt x="65" y="1"/>
                    <a:pt x="60" y="0"/>
                    <a:pt x="55" y="0"/>
                  </a:cubicBezTo>
                  <a:cubicBezTo>
                    <a:pt x="48" y="0"/>
                    <a:pt x="43" y="1"/>
                    <a:pt x="42" y="2"/>
                  </a:cubicBezTo>
                  <a:cubicBezTo>
                    <a:pt x="37" y="3"/>
                    <a:pt x="27" y="7"/>
                    <a:pt x="18" y="12"/>
                  </a:cubicBezTo>
                  <a:cubicBezTo>
                    <a:pt x="8" y="18"/>
                    <a:pt x="2" y="24"/>
                    <a:pt x="0" y="31"/>
                  </a:cubicBezTo>
                  <a:cubicBezTo>
                    <a:pt x="0" y="32"/>
                    <a:pt x="0" y="33"/>
                    <a:pt x="1" y="34"/>
                  </a:cubicBezTo>
                  <a:cubicBezTo>
                    <a:pt x="2" y="36"/>
                    <a:pt x="10" y="48"/>
                    <a:pt x="58" y="48"/>
                  </a:cubicBezTo>
                  <a:cubicBezTo>
                    <a:pt x="86" y="48"/>
                    <a:pt x="104" y="45"/>
                    <a:pt x="110" y="38"/>
                  </a:cubicBezTo>
                  <a:cubicBezTo>
                    <a:pt x="113" y="35"/>
                    <a:pt x="113" y="32"/>
                    <a:pt x="113" y="32"/>
                  </a:cubicBezTo>
                  <a:cubicBezTo>
                    <a:pt x="113" y="31"/>
                    <a:pt x="113" y="31"/>
                    <a:pt x="113" y="31"/>
                  </a:cubicBezTo>
                  <a:close/>
                  <a:moveTo>
                    <a:pt x="58" y="40"/>
                  </a:moveTo>
                  <a:cubicBezTo>
                    <a:pt x="24" y="40"/>
                    <a:pt x="13" y="34"/>
                    <a:pt x="9" y="31"/>
                  </a:cubicBezTo>
                  <a:cubicBezTo>
                    <a:pt x="11" y="28"/>
                    <a:pt x="14" y="24"/>
                    <a:pt x="22" y="19"/>
                  </a:cubicBezTo>
                  <a:cubicBezTo>
                    <a:pt x="31" y="14"/>
                    <a:pt x="41" y="10"/>
                    <a:pt x="44" y="10"/>
                  </a:cubicBezTo>
                  <a:cubicBezTo>
                    <a:pt x="44" y="10"/>
                    <a:pt x="44" y="10"/>
                    <a:pt x="45" y="10"/>
                  </a:cubicBezTo>
                  <a:cubicBezTo>
                    <a:pt x="45" y="10"/>
                    <a:pt x="48" y="9"/>
                    <a:pt x="55" y="9"/>
                  </a:cubicBezTo>
                  <a:cubicBezTo>
                    <a:pt x="59" y="9"/>
                    <a:pt x="64" y="9"/>
                    <a:pt x="69" y="10"/>
                  </a:cubicBezTo>
                  <a:cubicBezTo>
                    <a:pt x="72" y="11"/>
                    <a:pt x="82" y="14"/>
                    <a:pt x="90" y="19"/>
                  </a:cubicBezTo>
                  <a:cubicBezTo>
                    <a:pt x="99" y="25"/>
                    <a:pt x="103" y="29"/>
                    <a:pt x="104" y="32"/>
                  </a:cubicBezTo>
                  <a:cubicBezTo>
                    <a:pt x="102" y="34"/>
                    <a:pt x="94" y="40"/>
                    <a:pt x="58" y="4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1" name="Freeform 23"/>
            <p:cNvSpPr>
              <a:spLocks noEditPoints="1"/>
            </p:cNvSpPr>
            <p:nvPr/>
          </p:nvSpPr>
          <p:spPr bwMode="auto">
            <a:xfrm>
              <a:off x="5450971" y="3263867"/>
              <a:ext cx="298027" cy="305295"/>
            </a:xfrm>
            <a:custGeom>
              <a:avLst/>
              <a:gdLst>
                <a:gd name="T0" fmla="*/ 0 w 52"/>
                <a:gd name="T1" fmla="*/ 26 h 53"/>
                <a:gd name="T2" fmla="*/ 26 w 52"/>
                <a:gd name="T3" fmla="*/ 53 h 53"/>
                <a:gd name="T4" fmla="*/ 52 w 52"/>
                <a:gd name="T5" fmla="*/ 26 h 53"/>
                <a:gd name="T6" fmla="*/ 26 w 52"/>
                <a:gd name="T7" fmla="*/ 0 h 53"/>
                <a:gd name="T8" fmla="*/ 0 w 52"/>
                <a:gd name="T9" fmla="*/ 26 h 53"/>
                <a:gd name="T10" fmla="*/ 26 w 52"/>
                <a:gd name="T11" fmla="*/ 9 h 53"/>
                <a:gd name="T12" fmla="*/ 44 w 52"/>
                <a:gd name="T13" fmla="*/ 26 h 53"/>
                <a:gd name="T14" fmla="*/ 26 w 52"/>
                <a:gd name="T15" fmla="*/ 44 h 53"/>
                <a:gd name="T16" fmla="*/ 9 w 52"/>
                <a:gd name="T17" fmla="*/ 26 h 53"/>
                <a:gd name="T18" fmla="*/ 26 w 52"/>
                <a:gd name="T19"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53">
                  <a:moveTo>
                    <a:pt x="0" y="26"/>
                  </a:moveTo>
                  <a:cubicBezTo>
                    <a:pt x="0" y="41"/>
                    <a:pt x="12" y="53"/>
                    <a:pt x="26" y="53"/>
                  </a:cubicBezTo>
                  <a:cubicBezTo>
                    <a:pt x="41" y="53"/>
                    <a:pt x="52" y="41"/>
                    <a:pt x="52" y="26"/>
                  </a:cubicBezTo>
                  <a:cubicBezTo>
                    <a:pt x="52" y="12"/>
                    <a:pt x="41" y="0"/>
                    <a:pt x="26" y="0"/>
                  </a:cubicBezTo>
                  <a:cubicBezTo>
                    <a:pt x="12" y="0"/>
                    <a:pt x="0" y="12"/>
                    <a:pt x="0" y="26"/>
                  </a:cubicBezTo>
                  <a:close/>
                  <a:moveTo>
                    <a:pt x="26" y="9"/>
                  </a:moveTo>
                  <a:cubicBezTo>
                    <a:pt x="36" y="9"/>
                    <a:pt x="44" y="17"/>
                    <a:pt x="44" y="26"/>
                  </a:cubicBezTo>
                  <a:cubicBezTo>
                    <a:pt x="44" y="36"/>
                    <a:pt x="36" y="44"/>
                    <a:pt x="26" y="44"/>
                  </a:cubicBezTo>
                  <a:cubicBezTo>
                    <a:pt x="17" y="44"/>
                    <a:pt x="9" y="36"/>
                    <a:pt x="9" y="26"/>
                  </a:cubicBezTo>
                  <a:cubicBezTo>
                    <a:pt x="9" y="17"/>
                    <a:pt x="17" y="9"/>
                    <a:pt x="26" y="9"/>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2" name="Freeform 24"/>
            <p:cNvSpPr>
              <a:spLocks noEditPoints="1"/>
            </p:cNvSpPr>
            <p:nvPr/>
          </p:nvSpPr>
          <p:spPr bwMode="auto">
            <a:xfrm>
              <a:off x="5076621" y="3229341"/>
              <a:ext cx="408879" cy="461578"/>
            </a:xfrm>
            <a:custGeom>
              <a:avLst/>
              <a:gdLst>
                <a:gd name="T0" fmla="*/ 69 w 71"/>
                <a:gd name="T1" fmla="*/ 53 h 80"/>
                <a:gd name="T2" fmla="*/ 46 w 71"/>
                <a:gd name="T3" fmla="*/ 43 h 80"/>
                <a:gd name="T4" fmla="*/ 38 w 71"/>
                <a:gd name="T5" fmla="*/ 42 h 80"/>
                <a:gd name="T6" fmla="*/ 56 w 71"/>
                <a:gd name="T7" fmla="*/ 21 h 80"/>
                <a:gd name="T8" fmla="*/ 36 w 71"/>
                <a:gd name="T9" fmla="*/ 0 h 80"/>
                <a:gd name="T10" fmla="*/ 15 w 71"/>
                <a:gd name="T11" fmla="*/ 21 h 80"/>
                <a:gd name="T12" fmla="*/ 33 w 71"/>
                <a:gd name="T13" fmla="*/ 42 h 80"/>
                <a:gd name="T14" fmla="*/ 25 w 71"/>
                <a:gd name="T15" fmla="*/ 43 h 80"/>
                <a:gd name="T16" fmla="*/ 6 w 71"/>
                <a:gd name="T17" fmla="*/ 51 h 80"/>
                <a:gd name="T18" fmla="*/ 0 w 71"/>
                <a:gd name="T19" fmla="*/ 55 h 80"/>
                <a:gd name="T20" fmla="*/ 0 w 71"/>
                <a:gd name="T21" fmla="*/ 74 h 80"/>
                <a:gd name="T22" fmla="*/ 38 w 71"/>
                <a:gd name="T23" fmla="*/ 80 h 80"/>
                <a:gd name="T24" fmla="*/ 42 w 71"/>
                <a:gd name="T25" fmla="*/ 76 h 80"/>
                <a:gd name="T26" fmla="*/ 38 w 71"/>
                <a:gd name="T27" fmla="*/ 71 h 80"/>
                <a:gd name="T28" fmla="*/ 2 w 71"/>
                <a:gd name="T29" fmla="*/ 66 h 80"/>
                <a:gd name="T30" fmla="*/ 11 w 71"/>
                <a:gd name="T31" fmla="*/ 58 h 80"/>
                <a:gd name="T32" fmla="*/ 26 w 71"/>
                <a:gd name="T33" fmla="*/ 51 h 80"/>
                <a:gd name="T34" fmla="*/ 27 w 71"/>
                <a:gd name="T35" fmla="*/ 51 h 80"/>
                <a:gd name="T36" fmla="*/ 45 w 71"/>
                <a:gd name="T37" fmla="*/ 51 h 80"/>
                <a:gd name="T38" fmla="*/ 64 w 71"/>
                <a:gd name="T39" fmla="*/ 60 h 80"/>
                <a:gd name="T40" fmla="*/ 70 w 71"/>
                <a:gd name="T41" fmla="*/ 59 h 80"/>
                <a:gd name="T42" fmla="*/ 69 w 71"/>
                <a:gd name="T43" fmla="*/ 53 h 80"/>
                <a:gd name="T44" fmla="*/ 23 w 71"/>
                <a:gd name="T45" fmla="*/ 21 h 80"/>
                <a:gd name="T46" fmla="*/ 36 w 71"/>
                <a:gd name="T47" fmla="*/ 9 h 80"/>
                <a:gd name="T48" fmla="*/ 48 w 71"/>
                <a:gd name="T49" fmla="*/ 21 h 80"/>
                <a:gd name="T50" fmla="*/ 36 w 71"/>
                <a:gd name="T51" fmla="*/ 33 h 80"/>
                <a:gd name="T52" fmla="*/ 23 w 71"/>
                <a:gd name="T53" fmla="*/ 2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 h="80">
                  <a:moveTo>
                    <a:pt x="69" y="53"/>
                  </a:moveTo>
                  <a:cubicBezTo>
                    <a:pt x="61" y="48"/>
                    <a:pt x="50" y="43"/>
                    <a:pt x="46" y="43"/>
                  </a:cubicBezTo>
                  <a:cubicBezTo>
                    <a:pt x="43" y="42"/>
                    <a:pt x="40" y="42"/>
                    <a:pt x="38" y="42"/>
                  </a:cubicBezTo>
                  <a:cubicBezTo>
                    <a:pt x="48" y="41"/>
                    <a:pt x="56" y="32"/>
                    <a:pt x="56" y="21"/>
                  </a:cubicBezTo>
                  <a:cubicBezTo>
                    <a:pt x="56" y="10"/>
                    <a:pt x="47" y="0"/>
                    <a:pt x="36" y="0"/>
                  </a:cubicBezTo>
                  <a:cubicBezTo>
                    <a:pt x="24" y="0"/>
                    <a:pt x="15" y="10"/>
                    <a:pt x="15" y="21"/>
                  </a:cubicBezTo>
                  <a:cubicBezTo>
                    <a:pt x="15" y="32"/>
                    <a:pt x="23" y="40"/>
                    <a:pt x="33" y="42"/>
                  </a:cubicBezTo>
                  <a:cubicBezTo>
                    <a:pt x="29" y="42"/>
                    <a:pt x="26" y="42"/>
                    <a:pt x="25" y="43"/>
                  </a:cubicBezTo>
                  <a:cubicBezTo>
                    <a:pt x="21" y="43"/>
                    <a:pt x="13" y="47"/>
                    <a:pt x="6" y="51"/>
                  </a:cubicBezTo>
                  <a:cubicBezTo>
                    <a:pt x="4" y="52"/>
                    <a:pt x="1" y="54"/>
                    <a:pt x="0" y="55"/>
                  </a:cubicBezTo>
                  <a:cubicBezTo>
                    <a:pt x="0" y="74"/>
                    <a:pt x="0" y="74"/>
                    <a:pt x="0" y="74"/>
                  </a:cubicBezTo>
                  <a:cubicBezTo>
                    <a:pt x="6" y="77"/>
                    <a:pt x="17" y="80"/>
                    <a:pt x="38" y="80"/>
                  </a:cubicBezTo>
                  <a:cubicBezTo>
                    <a:pt x="40" y="80"/>
                    <a:pt x="42" y="78"/>
                    <a:pt x="42" y="76"/>
                  </a:cubicBezTo>
                  <a:cubicBezTo>
                    <a:pt x="42" y="73"/>
                    <a:pt x="40" y="71"/>
                    <a:pt x="38" y="71"/>
                  </a:cubicBezTo>
                  <a:cubicBezTo>
                    <a:pt x="14" y="71"/>
                    <a:pt x="5" y="68"/>
                    <a:pt x="2" y="66"/>
                  </a:cubicBezTo>
                  <a:cubicBezTo>
                    <a:pt x="3" y="64"/>
                    <a:pt x="5" y="61"/>
                    <a:pt x="11" y="58"/>
                  </a:cubicBezTo>
                  <a:cubicBezTo>
                    <a:pt x="17" y="54"/>
                    <a:pt x="24" y="51"/>
                    <a:pt x="26" y="51"/>
                  </a:cubicBezTo>
                  <a:cubicBezTo>
                    <a:pt x="27" y="51"/>
                    <a:pt x="27" y="51"/>
                    <a:pt x="27" y="51"/>
                  </a:cubicBezTo>
                  <a:cubicBezTo>
                    <a:pt x="27" y="51"/>
                    <a:pt x="33" y="49"/>
                    <a:pt x="45" y="51"/>
                  </a:cubicBezTo>
                  <a:cubicBezTo>
                    <a:pt x="47" y="51"/>
                    <a:pt x="57" y="55"/>
                    <a:pt x="64" y="60"/>
                  </a:cubicBezTo>
                  <a:cubicBezTo>
                    <a:pt x="66" y="61"/>
                    <a:pt x="69" y="61"/>
                    <a:pt x="70" y="59"/>
                  </a:cubicBezTo>
                  <a:cubicBezTo>
                    <a:pt x="71" y="57"/>
                    <a:pt x="71" y="54"/>
                    <a:pt x="69" y="53"/>
                  </a:cubicBezTo>
                  <a:close/>
                  <a:moveTo>
                    <a:pt x="23" y="21"/>
                  </a:moveTo>
                  <a:cubicBezTo>
                    <a:pt x="23" y="14"/>
                    <a:pt x="29" y="9"/>
                    <a:pt x="36" y="9"/>
                  </a:cubicBezTo>
                  <a:cubicBezTo>
                    <a:pt x="42" y="9"/>
                    <a:pt x="48" y="14"/>
                    <a:pt x="48" y="21"/>
                  </a:cubicBezTo>
                  <a:cubicBezTo>
                    <a:pt x="48" y="28"/>
                    <a:pt x="42" y="33"/>
                    <a:pt x="36" y="33"/>
                  </a:cubicBezTo>
                  <a:cubicBezTo>
                    <a:pt x="29" y="33"/>
                    <a:pt x="23" y="28"/>
                    <a:pt x="23" y="21"/>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3" name="Freeform 25"/>
            <p:cNvSpPr>
              <a:spLocks noEditPoints="1"/>
            </p:cNvSpPr>
            <p:nvPr/>
          </p:nvSpPr>
          <p:spPr bwMode="auto">
            <a:xfrm>
              <a:off x="5738096" y="3229341"/>
              <a:ext cx="425234" cy="461578"/>
            </a:xfrm>
            <a:custGeom>
              <a:avLst/>
              <a:gdLst>
                <a:gd name="T0" fmla="*/ 60 w 74"/>
                <a:gd name="T1" fmla="*/ 51 h 80"/>
                <a:gd name="T2" fmla="*/ 42 w 74"/>
                <a:gd name="T3" fmla="*/ 43 h 80"/>
                <a:gd name="T4" fmla="*/ 33 w 74"/>
                <a:gd name="T5" fmla="*/ 42 h 80"/>
                <a:gd name="T6" fmla="*/ 51 w 74"/>
                <a:gd name="T7" fmla="*/ 21 h 80"/>
                <a:gd name="T8" fmla="*/ 31 w 74"/>
                <a:gd name="T9" fmla="*/ 0 h 80"/>
                <a:gd name="T10" fmla="*/ 10 w 74"/>
                <a:gd name="T11" fmla="*/ 21 h 80"/>
                <a:gd name="T12" fmla="*/ 28 w 74"/>
                <a:gd name="T13" fmla="*/ 42 h 80"/>
                <a:gd name="T14" fmla="*/ 20 w 74"/>
                <a:gd name="T15" fmla="*/ 43 h 80"/>
                <a:gd name="T16" fmla="*/ 2 w 74"/>
                <a:gd name="T17" fmla="*/ 50 h 80"/>
                <a:gd name="T18" fmla="*/ 1 w 74"/>
                <a:gd name="T19" fmla="*/ 56 h 80"/>
                <a:gd name="T20" fmla="*/ 7 w 74"/>
                <a:gd name="T21" fmla="*/ 57 h 80"/>
                <a:gd name="T22" fmla="*/ 21 w 74"/>
                <a:gd name="T23" fmla="*/ 51 h 80"/>
                <a:gd name="T24" fmla="*/ 39 w 74"/>
                <a:gd name="T25" fmla="*/ 51 h 80"/>
                <a:gd name="T26" fmla="*/ 40 w 74"/>
                <a:gd name="T27" fmla="*/ 51 h 80"/>
                <a:gd name="T28" fmla="*/ 56 w 74"/>
                <a:gd name="T29" fmla="*/ 58 h 80"/>
                <a:gd name="T30" fmla="*/ 65 w 74"/>
                <a:gd name="T31" fmla="*/ 66 h 80"/>
                <a:gd name="T32" fmla="*/ 35 w 74"/>
                <a:gd name="T33" fmla="*/ 71 h 80"/>
                <a:gd name="T34" fmla="*/ 31 w 74"/>
                <a:gd name="T35" fmla="*/ 76 h 80"/>
                <a:gd name="T36" fmla="*/ 35 w 74"/>
                <a:gd name="T37" fmla="*/ 80 h 80"/>
                <a:gd name="T38" fmla="*/ 35 w 74"/>
                <a:gd name="T39" fmla="*/ 80 h 80"/>
                <a:gd name="T40" fmla="*/ 74 w 74"/>
                <a:gd name="T41" fmla="*/ 68 h 80"/>
                <a:gd name="T42" fmla="*/ 74 w 74"/>
                <a:gd name="T43" fmla="*/ 65 h 80"/>
                <a:gd name="T44" fmla="*/ 60 w 74"/>
                <a:gd name="T45" fmla="*/ 51 h 80"/>
                <a:gd name="T46" fmla="*/ 18 w 74"/>
                <a:gd name="T47" fmla="*/ 21 h 80"/>
                <a:gd name="T48" fmla="*/ 31 w 74"/>
                <a:gd name="T49" fmla="*/ 9 h 80"/>
                <a:gd name="T50" fmla="*/ 43 w 74"/>
                <a:gd name="T51" fmla="*/ 21 h 80"/>
                <a:gd name="T52" fmla="*/ 31 w 74"/>
                <a:gd name="T53" fmla="*/ 33 h 80"/>
                <a:gd name="T54" fmla="*/ 18 w 74"/>
                <a:gd name="T55" fmla="*/ 2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80">
                  <a:moveTo>
                    <a:pt x="60" y="51"/>
                  </a:moveTo>
                  <a:cubicBezTo>
                    <a:pt x="53" y="47"/>
                    <a:pt x="45" y="43"/>
                    <a:pt x="42" y="43"/>
                  </a:cubicBezTo>
                  <a:cubicBezTo>
                    <a:pt x="40" y="42"/>
                    <a:pt x="38" y="42"/>
                    <a:pt x="33" y="42"/>
                  </a:cubicBezTo>
                  <a:cubicBezTo>
                    <a:pt x="43" y="40"/>
                    <a:pt x="51" y="32"/>
                    <a:pt x="51" y="21"/>
                  </a:cubicBezTo>
                  <a:cubicBezTo>
                    <a:pt x="51" y="10"/>
                    <a:pt x="42" y="0"/>
                    <a:pt x="31" y="0"/>
                  </a:cubicBezTo>
                  <a:cubicBezTo>
                    <a:pt x="19" y="0"/>
                    <a:pt x="10" y="10"/>
                    <a:pt x="10" y="21"/>
                  </a:cubicBezTo>
                  <a:cubicBezTo>
                    <a:pt x="10" y="32"/>
                    <a:pt x="18" y="41"/>
                    <a:pt x="28" y="42"/>
                  </a:cubicBezTo>
                  <a:cubicBezTo>
                    <a:pt x="26" y="42"/>
                    <a:pt x="23" y="42"/>
                    <a:pt x="20" y="43"/>
                  </a:cubicBezTo>
                  <a:cubicBezTo>
                    <a:pt x="17" y="43"/>
                    <a:pt x="10" y="46"/>
                    <a:pt x="2" y="50"/>
                  </a:cubicBezTo>
                  <a:cubicBezTo>
                    <a:pt x="0" y="51"/>
                    <a:pt x="0" y="54"/>
                    <a:pt x="1" y="56"/>
                  </a:cubicBezTo>
                  <a:cubicBezTo>
                    <a:pt x="2" y="58"/>
                    <a:pt x="5" y="59"/>
                    <a:pt x="7" y="57"/>
                  </a:cubicBezTo>
                  <a:cubicBezTo>
                    <a:pt x="13" y="54"/>
                    <a:pt x="19" y="51"/>
                    <a:pt x="21" y="51"/>
                  </a:cubicBezTo>
                  <a:cubicBezTo>
                    <a:pt x="33" y="49"/>
                    <a:pt x="39" y="51"/>
                    <a:pt x="39" y="51"/>
                  </a:cubicBezTo>
                  <a:cubicBezTo>
                    <a:pt x="39" y="51"/>
                    <a:pt x="40" y="51"/>
                    <a:pt x="40" y="51"/>
                  </a:cubicBezTo>
                  <a:cubicBezTo>
                    <a:pt x="42" y="51"/>
                    <a:pt x="49" y="54"/>
                    <a:pt x="56" y="58"/>
                  </a:cubicBezTo>
                  <a:cubicBezTo>
                    <a:pt x="61" y="61"/>
                    <a:pt x="64" y="64"/>
                    <a:pt x="65" y="66"/>
                  </a:cubicBezTo>
                  <a:cubicBezTo>
                    <a:pt x="62" y="67"/>
                    <a:pt x="55" y="71"/>
                    <a:pt x="35" y="71"/>
                  </a:cubicBezTo>
                  <a:cubicBezTo>
                    <a:pt x="32" y="71"/>
                    <a:pt x="31" y="73"/>
                    <a:pt x="31" y="76"/>
                  </a:cubicBezTo>
                  <a:cubicBezTo>
                    <a:pt x="31" y="78"/>
                    <a:pt x="32" y="80"/>
                    <a:pt x="35" y="80"/>
                  </a:cubicBezTo>
                  <a:cubicBezTo>
                    <a:pt x="35" y="80"/>
                    <a:pt x="35" y="80"/>
                    <a:pt x="35" y="80"/>
                  </a:cubicBezTo>
                  <a:cubicBezTo>
                    <a:pt x="68" y="79"/>
                    <a:pt x="73" y="70"/>
                    <a:pt x="74" y="68"/>
                  </a:cubicBezTo>
                  <a:cubicBezTo>
                    <a:pt x="74" y="67"/>
                    <a:pt x="74" y="66"/>
                    <a:pt x="74" y="65"/>
                  </a:cubicBezTo>
                  <a:cubicBezTo>
                    <a:pt x="72" y="60"/>
                    <a:pt x="68" y="55"/>
                    <a:pt x="60" y="51"/>
                  </a:cubicBezTo>
                  <a:close/>
                  <a:moveTo>
                    <a:pt x="18" y="21"/>
                  </a:moveTo>
                  <a:cubicBezTo>
                    <a:pt x="18" y="14"/>
                    <a:pt x="24" y="9"/>
                    <a:pt x="31" y="9"/>
                  </a:cubicBezTo>
                  <a:cubicBezTo>
                    <a:pt x="37" y="9"/>
                    <a:pt x="43" y="14"/>
                    <a:pt x="43" y="21"/>
                  </a:cubicBezTo>
                  <a:cubicBezTo>
                    <a:pt x="43" y="28"/>
                    <a:pt x="37" y="33"/>
                    <a:pt x="31" y="33"/>
                  </a:cubicBezTo>
                  <a:cubicBezTo>
                    <a:pt x="24" y="33"/>
                    <a:pt x="18" y="28"/>
                    <a:pt x="18" y="21"/>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grpSp>
      <p:grpSp>
        <p:nvGrpSpPr>
          <p:cNvPr id="54" name="组合 53"/>
          <p:cNvGrpSpPr/>
          <p:nvPr userDrawn="1"/>
        </p:nvGrpSpPr>
        <p:grpSpPr>
          <a:xfrm>
            <a:off x="6325263" y="2118575"/>
            <a:ext cx="1762683" cy="1762683"/>
            <a:chOff x="7254587" y="2605210"/>
            <a:chExt cx="1376915" cy="1376915"/>
          </a:xfrm>
        </p:grpSpPr>
        <p:sp>
          <p:nvSpPr>
            <p:cNvPr id="55" name="矩形 54"/>
            <p:cNvSpPr/>
            <p:nvPr/>
          </p:nvSpPr>
          <p:spPr>
            <a:xfrm>
              <a:off x="7254587" y="2605210"/>
              <a:ext cx="1376915" cy="1376915"/>
            </a:xfrm>
            <a:prstGeom prst="rect">
              <a:avLst/>
            </a:prstGeom>
            <a:solidFill>
              <a:srgbClr val="A1A1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grpSp>
          <p:nvGrpSpPr>
            <p:cNvPr id="56" name="组合 55"/>
            <p:cNvGrpSpPr/>
            <p:nvPr/>
          </p:nvGrpSpPr>
          <p:grpSpPr>
            <a:xfrm>
              <a:off x="7254587" y="2789568"/>
              <a:ext cx="1090344" cy="1010387"/>
              <a:chOff x="7255368" y="2789568"/>
              <a:chExt cx="1090344" cy="1010387"/>
            </a:xfrm>
          </p:grpSpPr>
          <p:sp>
            <p:nvSpPr>
              <p:cNvPr id="57" name="Freeform 11"/>
              <p:cNvSpPr/>
              <p:nvPr/>
            </p:nvSpPr>
            <p:spPr bwMode="auto">
              <a:xfrm>
                <a:off x="7255368" y="3547358"/>
                <a:ext cx="556074" cy="67239"/>
              </a:xfrm>
              <a:custGeom>
                <a:avLst/>
                <a:gdLst>
                  <a:gd name="T0" fmla="*/ 75 w 75"/>
                  <a:gd name="T1" fmla="*/ 9 h 9"/>
                  <a:gd name="T2" fmla="*/ 75 w 75"/>
                  <a:gd name="T3" fmla="*/ 1 h 9"/>
                  <a:gd name="T4" fmla="*/ 7 w 75"/>
                  <a:gd name="T5" fmla="*/ 1 h 9"/>
                  <a:gd name="T6" fmla="*/ 0 w 75"/>
                  <a:gd name="T7" fmla="*/ 0 h 9"/>
                  <a:gd name="T8" fmla="*/ 0 w 75"/>
                  <a:gd name="T9" fmla="*/ 7 h 9"/>
                  <a:gd name="T10" fmla="*/ 7 w 75"/>
                  <a:gd name="T11" fmla="*/ 9 h 9"/>
                  <a:gd name="T12" fmla="*/ 75 w 75"/>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75" h="9">
                    <a:moveTo>
                      <a:pt x="75" y="9"/>
                    </a:moveTo>
                    <a:cubicBezTo>
                      <a:pt x="75" y="1"/>
                      <a:pt x="75" y="1"/>
                      <a:pt x="75" y="1"/>
                    </a:cubicBezTo>
                    <a:cubicBezTo>
                      <a:pt x="7" y="1"/>
                      <a:pt x="7" y="1"/>
                      <a:pt x="7" y="1"/>
                    </a:cubicBezTo>
                    <a:cubicBezTo>
                      <a:pt x="4" y="1"/>
                      <a:pt x="2" y="1"/>
                      <a:pt x="0" y="0"/>
                    </a:cubicBezTo>
                    <a:cubicBezTo>
                      <a:pt x="0" y="7"/>
                      <a:pt x="0" y="7"/>
                      <a:pt x="0" y="7"/>
                    </a:cubicBezTo>
                    <a:cubicBezTo>
                      <a:pt x="2" y="8"/>
                      <a:pt x="4" y="9"/>
                      <a:pt x="7" y="9"/>
                    </a:cubicBezTo>
                    <a:lnTo>
                      <a:pt x="75" y="9"/>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8" name="Freeform 12"/>
              <p:cNvSpPr>
                <a:spLocks noEditPoints="1"/>
              </p:cNvSpPr>
              <p:nvPr/>
            </p:nvSpPr>
            <p:spPr bwMode="auto">
              <a:xfrm>
                <a:off x="7582471" y="3027628"/>
                <a:ext cx="318017" cy="356178"/>
              </a:xfrm>
              <a:custGeom>
                <a:avLst/>
                <a:gdLst>
                  <a:gd name="T0" fmla="*/ 43 w 43"/>
                  <a:gd name="T1" fmla="*/ 23 h 48"/>
                  <a:gd name="T2" fmla="*/ 43 w 43"/>
                  <a:gd name="T3" fmla="*/ 22 h 48"/>
                  <a:gd name="T4" fmla="*/ 43 w 43"/>
                  <a:gd name="T5" fmla="*/ 22 h 48"/>
                  <a:gd name="T6" fmla="*/ 42 w 43"/>
                  <a:gd name="T7" fmla="*/ 22 h 48"/>
                  <a:gd name="T8" fmla="*/ 42 w 43"/>
                  <a:gd name="T9" fmla="*/ 21 h 48"/>
                  <a:gd name="T10" fmla="*/ 42 w 43"/>
                  <a:gd name="T11" fmla="*/ 21 h 48"/>
                  <a:gd name="T12" fmla="*/ 5 w 43"/>
                  <a:gd name="T13" fmla="*/ 0 h 48"/>
                  <a:gd name="T14" fmla="*/ 5 w 43"/>
                  <a:gd name="T15" fmla="*/ 0 h 48"/>
                  <a:gd name="T16" fmla="*/ 4 w 43"/>
                  <a:gd name="T17" fmla="*/ 0 h 48"/>
                  <a:gd name="T18" fmla="*/ 3 w 43"/>
                  <a:gd name="T19" fmla="*/ 0 h 48"/>
                  <a:gd name="T20" fmla="*/ 3 w 43"/>
                  <a:gd name="T21" fmla="*/ 0 h 48"/>
                  <a:gd name="T22" fmla="*/ 3 w 43"/>
                  <a:gd name="T23" fmla="*/ 0 h 48"/>
                  <a:gd name="T24" fmla="*/ 2 w 43"/>
                  <a:gd name="T25" fmla="*/ 0 h 48"/>
                  <a:gd name="T26" fmla="*/ 1 w 43"/>
                  <a:gd name="T27" fmla="*/ 0 h 48"/>
                  <a:gd name="T28" fmla="*/ 1 w 43"/>
                  <a:gd name="T29" fmla="*/ 1 h 48"/>
                  <a:gd name="T30" fmla="*/ 0 w 43"/>
                  <a:gd name="T31" fmla="*/ 1 h 48"/>
                  <a:gd name="T32" fmla="*/ 0 w 43"/>
                  <a:gd name="T33" fmla="*/ 2 h 48"/>
                  <a:gd name="T34" fmla="*/ 0 w 43"/>
                  <a:gd name="T35" fmla="*/ 2 h 48"/>
                  <a:gd name="T36" fmla="*/ 0 w 43"/>
                  <a:gd name="T37" fmla="*/ 2 h 48"/>
                  <a:gd name="T38" fmla="*/ 0 w 43"/>
                  <a:gd name="T39" fmla="*/ 3 h 48"/>
                  <a:gd name="T40" fmla="*/ 0 w 43"/>
                  <a:gd name="T41" fmla="*/ 3 h 48"/>
                  <a:gd name="T42" fmla="*/ 0 w 43"/>
                  <a:gd name="T43" fmla="*/ 45 h 48"/>
                  <a:gd name="T44" fmla="*/ 0 w 43"/>
                  <a:gd name="T45" fmla="*/ 45 h 48"/>
                  <a:gd name="T46" fmla="*/ 0 w 43"/>
                  <a:gd name="T47" fmla="*/ 46 h 48"/>
                  <a:gd name="T48" fmla="*/ 0 w 43"/>
                  <a:gd name="T49" fmla="*/ 46 h 48"/>
                  <a:gd name="T50" fmla="*/ 0 w 43"/>
                  <a:gd name="T51" fmla="*/ 47 h 48"/>
                  <a:gd name="T52" fmla="*/ 2 w 43"/>
                  <a:gd name="T53" fmla="*/ 48 h 48"/>
                  <a:gd name="T54" fmla="*/ 2 w 43"/>
                  <a:gd name="T55" fmla="*/ 48 h 48"/>
                  <a:gd name="T56" fmla="*/ 3 w 43"/>
                  <a:gd name="T57" fmla="*/ 48 h 48"/>
                  <a:gd name="T58" fmla="*/ 3 w 43"/>
                  <a:gd name="T59" fmla="*/ 48 h 48"/>
                  <a:gd name="T60" fmla="*/ 3 w 43"/>
                  <a:gd name="T61" fmla="*/ 48 h 48"/>
                  <a:gd name="T62" fmla="*/ 3 w 43"/>
                  <a:gd name="T63" fmla="*/ 48 h 48"/>
                  <a:gd name="T64" fmla="*/ 4 w 43"/>
                  <a:gd name="T65" fmla="*/ 48 h 48"/>
                  <a:gd name="T66" fmla="*/ 5 w 43"/>
                  <a:gd name="T67" fmla="*/ 48 h 48"/>
                  <a:gd name="T68" fmla="*/ 5 w 43"/>
                  <a:gd name="T69" fmla="*/ 48 h 48"/>
                  <a:gd name="T70" fmla="*/ 42 w 43"/>
                  <a:gd name="T71" fmla="*/ 27 h 48"/>
                  <a:gd name="T72" fmla="*/ 42 w 43"/>
                  <a:gd name="T73" fmla="*/ 27 h 48"/>
                  <a:gd name="T74" fmla="*/ 43 w 43"/>
                  <a:gd name="T75" fmla="*/ 26 h 48"/>
                  <a:gd name="T76" fmla="*/ 43 w 43"/>
                  <a:gd name="T77" fmla="*/ 26 h 48"/>
                  <a:gd name="T78" fmla="*/ 43 w 43"/>
                  <a:gd name="T79" fmla="*/ 26 h 48"/>
                  <a:gd name="T80" fmla="*/ 43 w 43"/>
                  <a:gd name="T81" fmla="*/ 25 h 48"/>
                  <a:gd name="T82" fmla="*/ 43 w 43"/>
                  <a:gd name="T83" fmla="*/ 25 h 48"/>
                  <a:gd name="T84" fmla="*/ 43 w 43"/>
                  <a:gd name="T85" fmla="*/ 24 h 48"/>
                  <a:gd name="T86" fmla="*/ 43 w 43"/>
                  <a:gd name="T87" fmla="*/ 23 h 48"/>
                  <a:gd name="T88" fmla="*/ 43 w 43"/>
                  <a:gd name="T89" fmla="*/ 23 h 48"/>
                  <a:gd name="T90" fmla="*/ 7 w 43"/>
                  <a:gd name="T91" fmla="*/ 39 h 48"/>
                  <a:gd name="T92" fmla="*/ 7 w 43"/>
                  <a:gd name="T93" fmla="*/ 9 h 48"/>
                  <a:gd name="T94" fmla="*/ 33 w 43"/>
                  <a:gd name="T95" fmla="*/ 24 h 48"/>
                  <a:gd name="T96" fmla="*/ 7 w 43"/>
                  <a:gd name="T97" fmla="*/ 3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3" h="48">
                    <a:moveTo>
                      <a:pt x="43" y="23"/>
                    </a:moveTo>
                    <a:cubicBezTo>
                      <a:pt x="43" y="23"/>
                      <a:pt x="43" y="22"/>
                      <a:pt x="43" y="22"/>
                    </a:cubicBezTo>
                    <a:cubicBezTo>
                      <a:pt x="43" y="22"/>
                      <a:pt x="43" y="22"/>
                      <a:pt x="43" y="22"/>
                    </a:cubicBezTo>
                    <a:cubicBezTo>
                      <a:pt x="43" y="22"/>
                      <a:pt x="43" y="22"/>
                      <a:pt x="42" y="22"/>
                    </a:cubicBezTo>
                    <a:cubicBezTo>
                      <a:pt x="42" y="21"/>
                      <a:pt x="42" y="21"/>
                      <a:pt x="42" y="21"/>
                    </a:cubicBezTo>
                    <a:cubicBezTo>
                      <a:pt x="42" y="21"/>
                      <a:pt x="42" y="21"/>
                      <a:pt x="42" y="21"/>
                    </a:cubicBezTo>
                    <a:cubicBezTo>
                      <a:pt x="5" y="0"/>
                      <a:pt x="5" y="0"/>
                      <a:pt x="5" y="0"/>
                    </a:cubicBezTo>
                    <a:cubicBezTo>
                      <a:pt x="5" y="0"/>
                      <a:pt x="5" y="0"/>
                      <a:pt x="5" y="0"/>
                    </a:cubicBezTo>
                    <a:cubicBezTo>
                      <a:pt x="5" y="0"/>
                      <a:pt x="4" y="0"/>
                      <a:pt x="4" y="0"/>
                    </a:cubicBezTo>
                    <a:cubicBezTo>
                      <a:pt x="4" y="0"/>
                      <a:pt x="4" y="0"/>
                      <a:pt x="3" y="0"/>
                    </a:cubicBezTo>
                    <a:cubicBezTo>
                      <a:pt x="3" y="0"/>
                      <a:pt x="3" y="0"/>
                      <a:pt x="3" y="0"/>
                    </a:cubicBezTo>
                    <a:cubicBezTo>
                      <a:pt x="3" y="0"/>
                      <a:pt x="3" y="0"/>
                      <a:pt x="3" y="0"/>
                    </a:cubicBezTo>
                    <a:cubicBezTo>
                      <a:pt x="3" y="0"/>
                      <a:pt x="2" y="0"/>
                      <a:pt x="2" y="0"/>
                    </a:cubicBezTo>
                    <a:cubicBezTo>
                      <a:pt x="2" y="0"/>
                      <a:pt x="2" y="0"/>
                      <a:pt x="1" y="0"/>
                    </a:cubicBezTo>
                    <a:cubicBezTo>
                      <a:pt x="1" y="0"/>
                      <a:pt x="1" y="0"/>
                      <a:pt x="1" y="1"/>
                    </a:cubicBezTo>
                    <a:cubicBezTo>
                      <a:pt x="1" y="1"/>
                      <a:pt x="1" y="1"/>
                      <a:pt x="0" y="1"/>
                    </a:cubicBezTo>
                    <a:cubicBezTo>
                      <a:pt x="0" y="1"/>
                      <a:pt x="0" y="1"/>
                      <a:pt x="0" y="2"/>
                    </a:cubicBezTo>
                    <a:cubicBezTo>
                      <a:pt x="0" y="2"/>
                      <a:pt x="0" y="2"/>
                      <a:pt x="0" y="2"/>
                    </a:cubicBezTo>
                    <a:cubicBezTo>
                      <a:pt x="0" y="2"/>
                      <a:pt x="0" y="2"/>
                      <a:pt x="0" y="2"/>
                    </a:cubicBezTo>
                    <a:cubicBezTo>
                      <a:pt x="0" y="3"/>
                      <a:pt x="0" y="3"/>
                      <a:pt x="0" y="3"/>
                    </a:cubicBezTo>
                    <a:cubicBezTo>
                      <a:pt x="0" y="3"/>
                      <a:pt x="0" y="3"/>
                      <a:pt x="0" y="3"/>
                    </a:cubicBezTo>
                    <a:cubicBezTo>
                      <a:pt x="0" y="45"/>
                      <a:pt x="0" y="45"/>
                      <a:pt x="0" y="45"/>
                    </a:cubicBezTo>
                    <a:cubicBezTo>
                      <a:pt x="0" y="45"/>
                      <a:pt x="0" y="45"/>
                      <a:pt x="0" y="45"/>
                    </a:cubicBezTo>
                    <a:cubicBezTo>
                      <a:pt x="0" y="45"/>
                      <a:pt x="0" y="45"/>
                      <a:pt x="0" y="46"/>
                    </a:cubicBezTo>
                    <a:cubicBezTo>
                      <a:pt x="0" y="46"/>
                      <a:pt x="0" y="46"/>
                      <a:pt x="0" y="46"/>
                    </a:cubicBezTo>
                    <a:cubicBezTo>
                      <a:pt x="0" y="46"/>
                      <a:pt x="0" y="46"/>
                      <a:pt x="0" y="47"/>
                    </a:cubicBezTo>
                    <a:cubicBezTo>
                      <a:pt x="1" y="47"/>
                      <a:pt x="1" y="48"/>
                      <a:pt x="2" y="48"/>
                    </a:cubicBezTo>
                    <a:cubicBezTo>
                      <a:pt x="2" y="48"/>
                      <a:pt x="2" y="48"/>
                      <a:pt x="2" y="48"/>
                    </a:cubicBezTo>
                    <a:cubicBezTo>
                      <a:pt x="2" y="48"/>
                      <a:pt x="3" y="48"/>
                      <a:pt x="3" y="48"/>
                    </a:cubicBezTo>
                    <a:cubicBezTo>
                      <a:pt x="3" y="48"/>
                      <a:pt x="3" y="48"/>
                      <a:pt x="3" y="48"/>
                    </a:cubicBezTo>
                    <a:cubicBezTo>
                      <a:pt x="3" y="48"/>
                      <a:pt x="3" y="48"/>
                      <a:pt x="3" y="48"/>
                    </a:cubicBezTo>
                    <a:cubicBezTo>
                      <a:pt x="3" y="48"/>
                      <a:pt x="3" y="48"/>
                      <a:pt x="3" y="48"/>
                    </a:cubicBezTo>
                    <a:cubicBezTo>
                      <a:pt x="4" y="48"/>
                      <a:pt x="4" y="48"/>
                      <a:pt x="4" y="48"/>
                    </a:cubicBezTo>
                    <a:cubicBezTo>
                      <a:pt x="5" y="48"/>
                      <a:pt x="5" y="48"/>
                      <a:pt x="5" y="48"/>
                    </a:cubicBezTo>
                    <a:cubicBezTo>
                      <a:pt x="5" y="48"/>
                      <a:pt x="5" y="48"/>
                      <a:pt x="5" y="48"/>
                    </a:cubicBezTo>
                    <a:cubicBezTo>
                      <a:pt x="42" y="27"/>
                      <a:pt x="42" y="27"/>
                      <a:pt x="42" y="27"/>
                    </a:cubicBezTo>
                    <a:cubicBezTo>
                      <a:pt x="42" y="27"/>
                      <a:pt x="42" y="27"/>
                      <a:pt x="42" y="27"/>
                    </a:cubicBezTo>
                    <a:cubicBezTo>
                      <a:pt x="42" y="27"/>
                      <a:pt x="42" y="27"/>
                      <a:pt x="43" y="26"/>
                    </a:cubicBezTo>
                    <a:cubicBezTo>
                      <a:pt x="43" y="26"/>
                      <a:pt x="43" y="26"/>
                      <a:pt x="43" y="26"/>
                    </a:cubicBezTo>
                    <a:cubicBezTo>
                      <a:pt x="43" y="26"/>
                      <a:pt x="43" y="26"/>
                      <a:pt x="43" y="26"/>
                    </a:cubicBezTo>
                    <a:cubicBezTo>
                      <a:pt x="43" y="26"/>
                      <a:pt x="43" y="26"/>
                      <a:pt x="43" y="25"/>
                    </a:cubicBezTo>
                    <a:cubicBezTo>
                      <a:pt x="43" y="25"/>
                      <a:pt x="43" y="25"/>
                      <a:pt x="43" y="25"/>
                    </a:cubicBezTo>
                    <a:cubicBezTo>
                      <a:pt x="43" y="24"/>
                      <a:pt x="43" y="24"/>
                      <a:pt x="43" y="24"/>
                    </a:cubicBezTo>
                    <a:cubicBezTo>
                      <a:pt x="43" y="24"/>
                      <a:pt x="43" y="24"/>
                      <a:pt x="43" y="23"/>
                    </a:cubicBezTo>
                    <a:cubicBezTo>
                      <a:pt x="43" y="23"/>
                      <a:pt x="43" y="23"/>
                      <a:pt x="43" y="23"/>
                    </a:cubicBezTo>
                    <a:close/>
                    <a:moveTo>
                      <a:pt x="7" y="39"/>
                    </a:moveTo>
                    <a:cubicBezTo>
                      <a:pt x="7" y="9"/>
                      <a:pt x="7" y="9"/>
                      <a:pt x="7" y="9"/>
                    </a:cubicBezTo>
                    <a:cubicBezTo>
                      <a:pt x="33" y="24"/>
                      <a:pt x="33" y="24"/>
                      <a:pt x="33" y="24"/>
                    </a:cubicBezTo>
                    <a:lnTo>
                      <a:pt x="7" y="39"/>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9" name="Freeform 13"/>
              <p:cNvSpPr/>
              <p:nvPr/>
            </p:nvSpPr>
            <p:spPr bwMode="auto">
              <a:xfrm>
                <a:off x="7277177" y="3739985"/>
                <a:ext cx="928609" cy="59970"/>
              </a:xfrm>
              <a:custGeom>
                <a:avLst/>
                <a:gdLst>
                  <a:gd name="T0" fmla="*/ 121 w 125"/>
                  <a:gd name="T1" fmla="*/ 0 h 8"/>
                  <a:gd name="T2" fmla="*/ 4 w 125"/>
                  <a:gd name="T3" fmla="*/ 0 h 8"/>
                  <a:gd name="T4" fmla="*/ 0 w 125"/>
                  <a:gd name="T5" fmla="*/ 4 h 8"/>
                  <a:gd name="T6" fmla="*/ 4 w 125"/>
                  <a:gd name="T7" fmla="*/ 8 h 8"/>
                  <a:gd name="T8" fmla="*/ 121 w 125"/>
                  <a:gd name="T9" fmla="*/ 8 h 8"/>
                  <a:gd name="T10" fmla="*/ 125 w 125"/>
                  <a:gd name="T11" fmla="*/ 4 h 8"/>
                  <a:gd name="T12" fmla="*/ 121 w 125"/>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5" h="8">
                    <a:moveTo>
                      <a:pt x="121" y="0"/>
                    </a:moveTo>
                    <a:cubicBezTo>
                      <a:pt x="4" y="0"/>
                      <a:pt x="4" y="0"/>
                      <a:pt x="4" y="0"/>
                    </a:cubicBezTo>
                    <a:cubicBezTo>
                      <a:pt x="2" y="0"/>
                      <a:pt x="0" y="2"/>
                      <a:pt x="0" y="4"/>
                    </a:cubicBezTo>
                    <a:cubicBezTo>
                      <a:pt x="0" y="6"/>
                      <a:pt x="2" y="8"/>
                      <a:pt x="4" y="8"/>
                    </a:cubicBezTo>
                    <a:cubicBezTo>
                      <a:pt x="121" y="8"/>
                      <a:pt x="121" y="8"/>
                      <a:pt x="121" y="8"/>
                    </a:cubicBezTo>
                    <a:cubicBezTo>
                      <a:pt x="123" y="8"/>
                      <a:pt x="125" y="6"/>
                      <a:pt x="125" y="4"/>
                    </a:cubicBezTo>
                    <a:cubicBezTo>
                      <a:pt x="125" y="2"/>
                      <a:pt x="123" y="0"/>
                      <a:pt x="121"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60" name="Freeform 14"/>
              <p:cNvSpPr/>
              <p:nvPr/>
            </p:nvSpPr>
            <p:spPr bwMode="auto">
              <a:xfrm>
                <a:off x="7864145" y="3501926"/>
                <a:ext cx="154466" cy="163552"/>
              </a:xfrm>
              <a:custGeom>
                <a:avLst/>
                <a:gdLst>
                  <a:gd name="T0" fmla="*/ 28 w 85"/>
                  <a:gd name="T1" fmla="*/ 0 h 90"/>
                  <a:gd name="T2" fmla="*/ 28 w 85"/>
                  <a:gd name="T3" fmla="*/ 29 h 90"/>
                  <a:gd name="T4" fmla="*/ 0 w 85"/>
                  <a:gd name="T5" fmla="*/ 29 h 90"/>
                  <a:gd name="T6" fmla="*/ 0 w 85"/>
                  <a:gd name="T7" fmla="*/ 29 h 90"/>
                  <a:gd name="T8" fmla="*/ 0 w 85"/>
                  <a:gd name="T9" fmla="*/ 58 h 90"/>
                  <a:gd name="T10" fmla="*/ 0 w 85"/>
                  <a:gd name="T11" fmla="*/ 62 h 90"/>
                  <a:gd name="T12" fmla="*/ 28 w 85"/>
                  <a:gd name="T13" fmla="*/ 62 h 90"/>
                  <a:gd name="T14" fmla="*/ 28 w 85"/>
                  <a:gd name="T15" fmla="*/ 90 h 90"/>
                  <a:gd name="T16" fmla="*/ 57 w 85"/>
                  <a:gd name="T17" fmla="*/ 90 h 90"/>
                  <a:gd name="T18" fmla="*/ 57 w 85"/>
                  <a:gd name="T19" fmla="*/ 62 h 90"/>
                  <a:gd name="T20" fmla="*/ 85 w 85"/>
                  <a:gd name="T21" fmla="*/ 62 h 90"/>
                  <a:gd name="T22" fmla="*/ 85 w 85"/>
                  <a:gd name="T23" fmla="*/ 58 h 90"/>
                  <a:gd name="T24" fmla="*/ 85 w 85"/>
                  <a:gd name="T25" fmla="*/ 29 h 90"/>
                  <a:gd name="T26" fmla="*/ 85 w 85"/>
                  <a:gd name="T27" fmla="*/ 29 h 90"/>
                  <a:gd name="T28" fmla="*/ 57 w 85"/>
                  <a:gd name="T29" fmla="*/ 29 h 90"/>
                  <a:gd name="T30" fmla="*/ 57 w 85"/>
                  <a:gd name="T31" fmla="*/ 0 h 90"/>
                  <a:gd name="T32" fmla="*/ 28 w 85"/>
                  <a:gd name="T33"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90">
                    <a:moveTo>
                      <a:pt x="28" y="0"/>
                    </a:moveTo>
                    <a:lnTo>
                      <a:pt x="28" y="29"/>
                    </a:lnTo>
                    <a:lnTo>
                      <a:pt x="0" y="29"/>
                    </a:lnTo>
                    <a:lnTo>
                      <a:pt x="0" y="29"/>
                    </a:lnTo>
                    <a:lnTo>
                      <a:pt x="0" y="58"/>
                    </a:lnTo>
                    <a:lnTo>
                      <a:pt x="0" y="62"/>
                    </a:lnTo>
                    <a:lnTo>
                      <a:pt x="28" y="62"/>
                    </a:lnTo>
                    <a:lnTo>
                      <a:pt x="28" y="90"/>
                    </a:lnTo>
                    <a:lnTo>
                      <a:pt x="57" y="90"/>
                    </a:lnTo>
                    <a:lnTo>
                      <a:pt x="57" y="62"/>
                    </a:lnTo>
                    <a:lnTo>
                      <a:pt x="85" y="62"/>
                    </a:lnTo>
                    <a:lnTo>
                      <a:pt x="85" y="58"/>
                    </a:lnTo>
                    <a:lnTo>
                      <a:pt x="85" y="29"/>
                    </a:lnTo>
                    <a:lnTo>
                      <a:pt x="85" y="29"/>
                    </a:lnTo>
                    <a:lnTo>
                      <a:pt x="57" y="29"/>
                    </a:lnTo>
                    <a:lnTo>
                      <a:pt x="57" y="0"/>
                    </a:lnTo>
                    <a:lnTo>
                      <a:pt x="28" y="0"/>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61" name="Freeform 15"/>
              <p:cNvSpPr/>
              <p:nvPr/>
            </p:nvSpPr>
            <p:spPr bwMode="auto">
              <a:xfrm>
                <a:off x="7255368" y="2789568"/>
                <a:ext cx="1090344" cy="825027"/>
              </a:xfrm>
              <a:custGeom>
                <a:avLst/>
                <a:gdLst>
                  <a:gd name="T0" fmla="*/ 125 w 147"/>
                  <a:gd name="T1" fmla="*/ 0 h 111"/>
                  <a:gd name="T2" fmla="*/ 125 w 147"/>
                  <a:gd name="T3" fmla="*/ 0 h 111"/>
                  <a:gd name="T4" fmla="*/ 7 w 147"/>
                  <a:gd name="T5" fmla="*/ 0 h 111"/>
                  <a:gd name="T6" fmla="*/ 0 w 147"/>
                  <a:gd name="T7" fmla="*/ 1 h 111"/>
                  <a:gd name="T8" fmla="*/ 0 w 147"/>
                  <a:gd name="T9" fmla="*/ 9 h 111"/>
                  <a:gd name="T10" fmla="*/ 7 w 147"/>
                  <a:gd name="T11" fmla="*/ 7 h 111"/>
                  <a:gd name="T12" fmla="*/ 124 w 147"/>
                  <a:gd name="T13" fmla="*/ 7 h 111"/>
                  <a:gd name="T14" fmla="*/ 140 w 147"/>
                  <a:gd name="T15" fmla="*/ 23 h 111"/>
                  <a:gd name="T16" fmla="*/ 140 w 147"/>
                  <a:gd name="T17" fmla="*/ 88 h 111"/>
                  <a:gd name="T18" fmla="*/ 124 w 147"/>
                  <a:gd name="T19" fmla="*/ 103 h 111"/>
                  <a:gd name="T20" fmla="*/ 111 w 147"/>
                  <a:gd name="T21" fmla="*/ 103 h 111"/>
                  <a:gd name="T22" fmla="*/ 111 w 147"/>
                  <a:gd name="T23" fmla="*/ 111 h 111"/>
                  <a:gd name="T24" fmla="*/ 125 w 147"/>
                  <a:gd name="T25" fmla="*/ 111 h 111"/>
                  <a:gd name="T26" fmla="*/ 125 w 147"/>
                  <a:gd name="T27" fmla="*/ 110 h 111"/>
                  <a:gd name="T28" fmla="*/ 147 w 147"/>
                  <a:gd name="T29" fmla="*/ 88 h 111"/>
                  <a:gd name="T30" fmla="*/ 147 w 147"/>
                  <a:gd name="T31" fmla="*/ 23 h 111"/>
                  <a:gd name="T32" fmla="*/ 125 w 147"/>
                  <a:gd name="T3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7" h="111">
                    <a:moveTo>
                      <a:pt x="125" y="0"/>
                    </a:moveTo>
                    <a:cubicBezTo>
                      <a:pt x="125" y="0"/>
                      <a:pt x="125" y="0"/>
                      <a:pt x="125" y="0"/>
                    </a:cubicBezTo>
                    <a:cubicBezTo>
                      <a:pt x="7" y="0"/>
                      <a:pt x="7" y="0"/>
                      <a:pt x="7" y="0"/>
                    </a:cubicBezTo>
                    <a:cubicBezTo>
                      <a:pt x="4" y="0"/>
                      <a:pt x="2" y="1"/>
                      <a:pt x="0" y="1"/>
                    </a:cubicBezTo>
                    <a:cubicBezTo>
                      <a:pt x="0" y="9"/>
                      <a:pt x="0" y="9"/>
                      <a:pt x="0" y="9"/>
                    </a:cubicBezTo>
                    <a:cubicBezTo>
                      <a:pt x="2" y="8"/>
                      <a:pt x="4" y="7"/>
                      <a:pt x="7" y="7"/>
                    </a:cubicBezTo>
                    <a:cubicBezTo>
                      <a:pt x="124" y="7"/>
                      <a:pt x="124" y="7"/>
                      <a:pt x="124" y="7"/>
                    </a:cubicBezTo>
                    <a:cubicBezTo>
                      <a:pt x="133" y="7"/>
                      <a:pt x="140" y="14"/>
                      <a:pt x="140" y="23"/>
                    </a:cubicBezTo>
                    <a:cubicBezTo>
                      <a:pt x="140" y="88"/>
                      <a:pt x="140" y="88"/>
                      <a:pt x="140" y="88"/>
                    </a:cubicBezTo>
                    <a:cubicBezTo>
                      <a:pt x="140" y="96"/>
                      <a:pt x="133" y="103"/>
                      <a:pt x="124" y="103"/>
                    </a:cubicBezTo>
                    <a:cubicBezTo>
                      <a:pt x="111" y="103"/>
                      <a:pt x="111" y="103"/>
                      <a:pt x="111" y="103"/>
                    </a:cubicBezTo>
                    <a:cubicBezTo>
                      <a:pt x="111" y="111"/>
                      <a:pt x="111" y="111"/>
                      <a:pt x="111" y="111"/>
                    </a:cubicBezTo>
                    <a:cubicBezTo>
                      <a:pt x="125" y="111"/>
                      <a:pt x="125" y="111"/>
                      <a:pt x="125" y="111"/>
                    </a:cubicBezTo>
                    <a:cubicBezTo>
                      <a:pt x="125" y="110"/>
                      <a:pt x="125" y="110"/>
                      <a:pt x="125" y="110"/>
                    </a:cubicBezTo>
                    <a:cubicBezTo>
                      <a:pt x="137" y="110"/>
                      <a:pt x="147" y="100"/>
                      <a:pt x="147" y="88"/>
                    </a:cubicBezTo>
                    <a:cubicBezTo>
                      <a:pt x="147" y="23"/>
                      <a:pt x="147" y="23"/>
                      <a:pt x="147" y="23"/>
                    </a:cubicBezTo>
                    <a:cubicBezTo>
                      <a:pt x="147" y="11"/>
                      <a:pt x="137" y="1"/>
                      <a:pt x="125"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grpSp>
      </p:grpSp>
      <p:grpSp>
        <p:nvGrpSpPr>
          <p:cNvPr id="62" name="组合 61"/>
          <p:cNvGrpSpPr/>
          <p:nvPr userDrawn="1"/>
        </p:nvGrpSpPr>
        <p:grpSpPr>
          <a:xfrm>
            <a:off x="756325" y="2112864"/>
            <a:ext cx="1762686" cy="1762683"/>
            <a:chOff x="1507108" y="2100648"/>
            <a:chExt cx="1627763" cy="1627761"/>
          </a:xfrm>
        </p:grpSpPr>
        <p:sp>
          <p:nvSpPr>
            <p:cNvPr id="63" name="矩形 62"/>
            <p:cNvSpPr/>
            <p:nvPr/>
          </p:nvSpPr>
          <p:spPr>
            <a:xfrm>
              <a:off x="1507110" y="2100648"/>
              <a:ext cx="1627761" cy="1627761"/>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grpSp>
          <p:nvGrpSpPr>
            <p:cNvPr id="64" name="组合 63"/>
            <p:cNvGrpSpPr/>
            <p:nvPr/>
          </p:nvGrpSpPr>
          <p:grpSpPr>
            <a:xfrm>
              <a:off x="1507108" y="2201164"/>
              <a:ext cx="1384865" cy="1466956"/>
              <a:chOff x="1550988" y="1668463"/>
              <a:chExt cx="615950" cy="652462"/>
            </a:xfrm>
          </p:grpSpPr>
          <p:sp>
            <p:nvSpPr>
              <p:cNvPr id="65" name="Freeform 5"/>
              <p:cNvSpPr/>
              <p:nvPr/>
            </p:nvSpPr>
            <p:spPr bwMode="auto">
              <a:xfrm>
                <a:off x="1550988" y="1962150"/>
                <a:ext cx="585788" cy="358775"/>
              </a:xfrm>
              <a:custGeom>
                <a:avLst/>
                <a:gdLst>
                  <a:gd name="T0" fmla="*/ 62 w 153"/>
                  <a:gd name="T1" fmla="*/ 94 h 94"/>
                  <a:gd name="T2" fmla="*/ 69 w 153"/>
                  <a:gd name="T3" fmla="*/ 91 h 94"/>
                  <a:gd name="T4" fmla="*/ 139 w 153"/>
                  <a:gd name="T5" fmla="*/ 22 h 94"/>
                  <a:gd name="T6" fmla="*/ 153 w 153"/>
                  <a:gd name="T7" fmla="*/ 0 h 94"/>
                  <a:gd name="T8" fmla="*/ 145 w 153"/>
                  <a:gd name="T9" fmla="*/ 0 h 94"/>
                  <a:gd name="T10" fmla="*/ 134 w 153"/>
                  <a:gd name="T11" fmla="*/ 16 h 94"/>
                  <a:gd name="T12" fmla="*/ 64 w 153"/>
                  <a:gd name="T13" fmla="*/ 86 h 94"/>
                  <a:gd name="T14" fmla="*/ 62 w 153"/>
                  <a:gd name="T15" fmla="*/ 87 h 94"/>
                  <a:gd name="T16" fmla="*/ 59 w 153"/>
                  <a:gd name="T17" fmla="*/ 86 h 94"/>
                  <a:gd name="T18" fmla="*/ 0 w 153"/>
                  <a:gd name="T19" fmla="*/ 27 h 94"/>
                  <a:gd name="T20" fmla="*/ 0 w 153"/>
                  <a:gd name="T21" fmla="*/ 36 h 94"/>
                  <a:gd name="T22" fmla="*/ 54 w 153"/>
                  <a:gd name="T23" fmla="*/ 91 h 94"/>
                  <a:gd name="T24" fmla="*/ 62 w 153"/>
                  <a:gd name="T25"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 h="94">
                    <a:moveTo>
                      <a:pt x="62" y="94"/>
                    </a:moveTo>
                    <a:cubicBezTo>
                      <a:pt x="64" y="94"/>
                      <a:pt x="67" y="93"/>
                      <a:pt x="69" y="91"/>
                    </a:cubicBezTo>
                    <a:cubicBezTo>
                      <a:pt x="139" y="22"/>
                      <a:pt x="139" y="22"/>
                      <a:pt x="139" y="22"/>
                    </a:cubicBezTo>
                    <a:cubicBezTo>
                      <a:pt x="145" y="15"/>
                      <a:pt x="150" y="8"/>
                      <a:pt x="153" y="0"/>
                    </a:cubicBezTo>
                    <a:cubicBezTo>
                      <a:pt x="145" y="0"/>
                      <a:pt x="145" y="0"/>
                      <a:pt x="145" y="0"/>
                    </a:cubicBezTo>
                    <a:cubicBezTo>
                      <a:pt x="142" y="6"/>
                      <a:pt x="139" y="12"/>
                      <a:pt x="134" y="16"/>
                    </a:cubicBezTo>
                    <a:cubicBezTo>
                      <a:pt x="64" y="86"/>
                      <a:pt x="64" y="86"/>
                      <a:pt x="64" y="86"/>
                    </a:cubicBezTo>
                    <a:cubicBezTo>
                      <a:pt x="63" y="87"/>
                      <a:pt x="62" y="87"/>
                      <a:pt x="62" y="87"/>
                    </a:cubicBezTo>
                    <a:cubicBezTo>
                      <a:pt x="61" y="87"/>
                      <a:pt x="60" y="87"/>
                      <a:pt x="59" y="86"/>
                    </a:cubicBezTo>
                    <a:cubicBezTo>
                      <a:pt x="0" y="27"/>
                      <a:pt x="0" y="27"/>
                      <a:pt x="0" y="27"/>
                    </a:cubicBezTo>
                    <a:cubicBezTo>
                      <a:pt x="0" y="36"/>
                      <a:pt x="0" y="36"/>
                      <a:pt x="0" y="36"/>
                    </a:cubicBezTo>
                    <a:cubicBezTo>
                      <a:pt x="54" y="91"/>
                      <a:pt x="54" y="91"/>
                      <a:pt x="54" y="91"/>
                    </a:cubicBezTo>
                    <a:cubicBezTo>
                      <a:pt x="56" y="93"/>
                      <a:pt x="59" y="94"/>
                      <a:pt x="62" y="9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797" tIns="45899" rIns="91797" bIns="45899" numCol="1" anchor="t" anchorCtr="0" compatLnSpc="1"/>
              <a:lstStyle/>
              <a:p>
                <a:endParaRPr lang="zh-CN" altLang="en-US" sz="1805">
                  <a:solidFill>
                    <a:prstClr val="black"/>
                  </a:solidFill>
                </a:endParaRPr>
              </a:p>
            </p:txBody>
          </p:sp>
          <p:sp>
            <p:nvSpPr>
              <p:cNvPr id="66" name="Freeform 6"/>
              <p:cNvSpPr/>
              <p:nvPr/>
            </p:nvSpPr>
            <p:spPr bwMode="auto">
              <a:xfrm>
                <a:off x="1550988" y="1668463"/>
                <a:ext cx="588963" cy="160337"/>
              </a:xfrm>
              <a:custGeom>
                <a:avLst/>
                <a:gdLst>
                  <a:gd name="T0" fmla="*/ 139 w 154"/>
                  <a:gd name="T1" fmla="*/ 18 h 42"/>
                  <a:gd name="T2" fmla="*/ 114 w 154"/>
                  <a:gd name="T3" fmla="*/ 3 h 42"/>
                  <a:gd name="T4" fmla="*/ 83 w 154"/>
                  <a:gd name="T5" fmla="*/ 3 h 42"/>
                  <a:gd name="T6" fmla="*/ 62 w 154"/>
                  <a:gd name="T7" fmla="*/ 13 h 42"/>
                  <a:gd name="T8" fmla="*/ 40 w 154"/>
                  <a:gd name="T9" fmla="*/ 3 h 42"/>
                  <a:gd name="T10" fmla="*/ 9 w 154"/>
                  <a:gd name="T11" fmla="*/ 3 h 42"/>
                  <a:gd name="T12" fmla="*/ 0 w 154"/>
                  <a:gd name="T13" fmla="*/ 7 h 42"/>
                  <a:gd name="T14" fmla="*/ 0 w 154"/>
                  <a:gd name="T15" fmla="*/ 15 h 42"/>
                  <a:gd name="T16" fmla="*/ 11 w 154"/>
                  <a:gd name="T17" fmla="*/ 10 h 42"/>
                  <a:gd name="T18" fmla="*/ 26 w 154"/>
                  <a:gd name="T19" fmla="*/ 8 h 42"/>
                  <a:gd name="T20" fmla="*/ 38 w 154"/>
                  <a:gd name="T21" fmla="*/ 9 h 42"/>
                  <a:gd name="T22" fmla="*/ 59 w 154"/>
                  <a:gd name="T23" fmla="*/ 21 h 42"/>
                  <a:gd name="T24" fmla="*/ 62 w 154"/>
                  <a:gd name="T25" fmla="*/ 22 h 42"/>
                  <a:gd name="T26" fmla="*/ 64 w 154"/>
                  <a:gd name="T27" fmla="*/ 21 h 42"/>
                  <a:gd name="T28" fmla="*/ 85 w 154"/>
                  <a:gd name="T29" fmla="*/ 9 h 42"/>
                  <a:gd name="T30" fmla="*/ 112 w 154"/>
                  <a:gd name="T31" fmla="*/ 10 h 42"/>
                  <a:gd name="T32" fmla="*/ 134 w 154"/>
                  <a:gd name="T33" fmla="*/ 23 h 42"/>
                  <a:gd name="T34" fmla="*/ 146 w 154"/>
                  <a:gd name="T35" fmla="*/ 42 h 42"/>
                  <a:gd name="T36" fmla="*/ 154 w 154"/>
                  <a:gd name="T37" fmla="*/ 42 h 42"/>
                  <a:gd name="T38" fmla="*/ 153 w 154"/>
                  <a:gd name="T39" fmla="*/ 42 h 42"/>
                  <a:gd name="T40" fmla="*/ 139 w 154"/>
                  <a:gd name="T41"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4" h="42">
                    <a:moveTo>
                      <a:pt x="139" y="18"/>
                    </a:moveTo>
                    <a:cubicBezTo>
                      <a:pt x="132" y="11"/>
                      <a:pt x="123" y="6"/>
                      <a:pt x="114" y="3"/>
                    </a:cubicBezTo>
                    <a:cubicBezTo>
                      <a:pt x="104" y="0"/>
                      <a:pt x="94" y="0"/>
                      <a:pt x="83" y="3"/>
                    </a:cubicBezTo>
                    <a:cubicBezTo>
                      <a:pt x="76" y="5"/>
                      <a:pt x="68" y="8"/>
                      <a:pt x="62" y="13"/>
                    </a:cubicBezTo>
                    <a:cubicBezTo>
                      <a:pt x="55" y="8"/>
                      <a:pt x="48" y="5"/>
                      <a:pt x="40" y="3"/>
                    </a:cubicBezTo>
                    <a:cubicBezTo>
                      <a:pt x="29" y="0"/>
                      <a:pt x="19" y="0"/>
                      <a:pt x="9" y="3"/>
                    </a:cubicBezTo>
                    <a:cubicBezTo>
                      <a:pt x="6" y="4"/>
                      <a:pt x="3" y="6"/>
                      <a:pt x="0" y="7"/>
                    </a:cubicBezTo>
                    <a:cubicBezTo>
                      <a:pt x="0" y="15"/>
                      <a:pt x="0" y="15"/>
                      <a:pt x="0" y="15"/>
                    </a:cubicBezTo>
                    <a:cubicBezTo>
                      <a:pt x="3" y="13"/>
                      <a:pt x="7" y="11"/>
                      <a:pt x="11" y="10"/>
                    </a:cubicBezTo>
                    <a:cubicBezTo>
                      <a:pt x="16" y="9"/>
                      <a:pt x="21" y="8"/>
                      <a:pt x="26" y="8"/>
                    </a:cubicBezTo>
                    <a:cubicBezTo>
                      <a:pt x="30" y="8"/>
                      <a:pt x="34" y="8"/>
                      <a:pt x="38" y="9"/>
                    </a:cubicBezTo>
                    <a:cubicBezTo>
                      <a:pt x="46" y="11"/>
                      <a:pt x="53" y="15"/>
                      <a:pt x="59" y="21"/>
                    </a:cubicBezTo>
                    <a:cubicBezTo>
                      <a:pt x="62" y="22"/>
                      <a:pt x="62" y="22"/>
                      <a:pt x="62" y="22"/>
                    </a:cubicBezTo>
                    <a:cubicBezTo>
                      <a:pt x="64" y="21"/>
                      <a:pt x="64" y="21"/>
                      <a:pt x="64" y="21"/>
                    </a:cubicBezTo>
                    <a:cubicBezTo>
                      <a:pt x="70" y="15"/>
                      <a:pt x="78" y="11"/>
                      <a:pt x="85" y="9"/>
                    </a:cubicBezTo>
                    <a:cubicBezTo>
                      <a:pt x="94" y="7"/>
                      <a:pt x="103" y="7"/>
                      <a:pt x="112" y="10"/>
                    </a:cubicBezTo>
                    <a:cubicBezTo>
                      <a:pt x="120" y="13"/>
                      <a:pt x="128" y="17"/>
                      <a:pt x="134" y="23"/>
                    </a:cubicBezTo>
                    <a:cubicBezTo>
                      <a:pt x="139" y="28"/>
                      <a:pt x="143" y="35"/>
                      <a:pt x="146" y="42"/>
                    </a:cubicBezTo>
                    <a:cubicBezTo>
                      <a:pt x="154" y="42"/>
                      <a:pt x="154" y="42"/>
                      <a:pt x="154" y="42"/>
                    </a:cubicBezTo>
                    <a:cubicBezTo>
                      <a:pt x="153" y="42"/>
                      <a:pt x="153" y="42"/>
                      <a:pt x="153" y="42"/>
                    </a:cubicBezTo>
                    <a:cubicBezTo>
                      <a:pt x="150" y="33"/>
                      <a:pt x="145" y="25"/>
                      <a:pt x="139" y="1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797" tIns="45899" rIns="91797" bIns="45899" numCol="1" anchor="t" anchorCtr="0" compatLnSpc="1"/>
              <a:lstStyle/>
              <a:p>
                <a:endParaRPr lang="zh-CN" altLang="en-US" sz="1805">
                  <a:solidFill>
                    <a:prstClr val="black"/>
                  </a:solidFill>
                </a:endParaRPr>
              </a:p>
            </p:txBody>
          </p:sp>
          <p:sp>
            <p:nvSpPr>
              <p:cNvPr id="67" name="Freeform 7"/>
              <p:cNvSpPr/>
              <p:nvPr/>
            </p:nvSpPr>
            <p:spPr bwMode="auto">
              <a:xfrm>
                <a:off x="2087563" y="1855788"/>
                <a:ext cx="79375" cy="79375"/>
              </a:xfrm>
              <a:custGeom>
                <a:avLst/>
                <a:gdLst>
                  <a:gd name="T0" fmla="*/ 50 w 50"/>
                  <a:gd name="T1" fmla="*/ 17 h 50"/>
                  <a:gd name="T2" fmla="*/ 33 w 50"/>
                  <a:gd name="T3" fmla="*/ 17 h 50"/>
                  <a:gd name="T4" fmla="*/ 33 w 50"/>
                  <a:gd name="T5" fmla="*/ 0 h 50"/>
                  <a:gd name="T6" fmla="*/ 16 w 50"/>
                  <a:gd name="T7" fmla="*/ 0 h 50"/>
                  <a:gd name="T8" fmla="*/ 16 w 50"/>
                  <a:gd name="T9" fmla="*/ 17 h 50"/>
                  <a:gd name="T10" fmla="*/ 0 w 50"/>
                  <a:gd name="T11" fmla="*/ 17 h 50"/>
                  <a:gd name="T12" fmla="*/ 0 w 50"/>
                  <a:gd name="T13" fmla="*/ 33 h 50"/>
                  <a:gd name="T14" fmla="*/ 16 w 50"/>
                  <a:gd name="T15" fmla="*/ 33 h 50"/>
                  <a:gd name="T16" fmla="*/ 16 w 50"/>
                  <a:gd name="T17" fmla="*/ 50 h 50"/>
                  <a:gd name="T18" fmla="*/ 33 w 50"/>
                  <a:gd name="T19" fmla="*/ 50 h 50"/>
                  <a:gd name="T20" fmla="*/ 33 w 50"/>
                  <a:gd name="T21" fmla="*/ 33 h 50"/>
                  <a:gd name="T22" fmla="*/ 50 w 50"/>
                  <a:gd name="T23" fmla="*/ 33 h 50"/>
                  <a:gd name="T24" fmla="*/ 50 w 50"/>
                  <a:gd name="T25"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50">
                    <a:moveTo>
                      <a:pt x="50" y="17"/>
                    </a:moveTo>
                    <a:lnTo>
                      <a:pt x="33" y="17"/>
                    </a:lnTo>
                    <a:lnTo>
                      <a:pt x="33" y="0"/>
                    </a:lnTo>
                    <a:lnTo>
                      <a:pt x="16" y="0"/>
                    </a:lnTo>
                    <a:lnTo>
                      <a:pt x="16" y="17"/>
                    </a:lnTo>
                    <a:lnTo>
                      <a:pt x="0" y="17"/>
                    </a:lnTo>
                    <a:lnTo>
                      <a:pt x="0" y="33"/>
                    </a:lnTo>
                    <a:lnTo>
                      <a:pt x="16" y="33"/>
                    </a:lnTo>
                    <a:lnTo>
                      <a:pt x="16" y="50"/>
                    </a:lnTo>
                    <a:lnTo>
                      <a:pt x="33" y="50"/>
                    </a:lnTo>
                    <a:lnTo>
                      <a:pt x="33" y="33"/>
                    </a:lnTo>
                    <a:lnTo>
                      <a:pt x="50" y="33"/>
                    </a:lnTo>
                    <a:lnTo>
                      <a:pt x="50"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797" tIns="45899" rIns="91797" bIns="45899" numCol="1" anchor="t" anchorCtr="0" compatLnSpc="1"/>
              <a:lstStyle/>
              <a:p>
                <a:endParaRPr lang="zh-CN" altLang="en-US" sz="1805">
                  <a:solidFill>
                    <a:prstClr val="black"/>
                  </a:solidFill>
                </a:endParaRPr>
              </a:p>
            </p:txBody>
          </p:sp>
        </p:grpSp>
      </p:grpSp>
      <p:grpSp>
        <p:nvGrpSpPr>
          <p:cNvPr id="68" name="组合 67"/>
          <p:cNvGrpSpPr/>
          <p:nvPr userDrawn="1"/>
        </p:nvGrpSpPr>
        <p:grpSpPr>
          <a:xfrm>
            <a:off x="3540794" y="2112864"/>
            <a:ext cx="1762686" cy="1762683"/>
            <a:chOff x="4146320" y="2100648"/>
            <a:chExt cx="1627764" cy="1627761"/>
          </a:xfrm>
        </p:grpSpPr>
        <p:sp>
          <p:nvSpPr>
            <p:cNvPr id="69" name="矩形 68"/>
            <p:cNvSpPr/>
            <p:nvPr/>
          </p:nvSpPr>
          <p:spPr>
            <a:xfrm>
              <a:off x="4146323" y="2100648"/>
              <a:ext cx="1627761" cy="1627761"/>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pic>
          <p:nvPicPr>
            <p:cNvPr id="70" name="图片 69"/>
            <p:cNvPicPr>
              <a:picLocks noChangeAspect="1"/>
            </p:cNvPicPr>
            <p:nvPr/>
          </p:nvPicPr>
          <p:blipFill>
            <a:blip r:embed="rId2" cstate="print"/>
            <a:stretch>
              <a:fillRect/>
            </a:stretch>
          </p:blipFill>
          <p:spPr>
            <a:xfrm>
              <a:off x="4146320" y="2201164"/>
              <a:ext cx="1472700" cy="1527245"/>
            </a:xfrm>
            <a:prstGeom prst="rect">
              <a:avLst/>
            </a:prstGeom>
          </p:spPr>
        </p:pic>
      </p:grpSp>
      <p:sp>
        <p:nvSpPr>
          <p:cNvPr id="75" name="文本占位符 11"/>
          <p:cNvSpPr>
            <a:spLocks noGrp="1"/>
          </p:cNvSpPr>
          <p:nvPr>
            <p:ph type="body" sz="quarter" idx="16" hasCustomPrompt="1"/>
          </p:nvPr>
        </p:nvSpPr>
        <p:spPr>
          <a:xfrm>
            <a:off x="888171" y="4116313"/>
            <a:ext cx="1496307" cy="1257992"/>
          </a:xfrm>
          <a:prstGeom prst="rect">
            <a:avLst/>
          </a:prstGeom>
        </p:spPr>
        <p:txBody>
          <a:bodyPr>
            <a:normAutofit/>
          </a:bodyPr>
          <a:lstStyle>
            <a:lvl1pPr marL="0" indent="0" algn="ctr">
              <a:lnSpc>
                <a:spcPct val="100000"/>
              </a:lnSpc>
              <a:spcBef>
                <a:spcPts val="0"/>
              </a:spcBef>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6" name="文本占位符 11"/>
          <p:cNvSpPr>
            <a:spLocks noGrp="1"/>
          </p:cNvSpPr>
          <p:nvPr>
            <p:ph type="body" sz="quarter" idx="17" hasCustomPrompt="1"/>
          </p:nvPr>
        </p:nvSpPr>
        <p:spPr>
          <a:xfrm>
            <a:off x="3677711" y="4116313"/>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7" name="文本占位符 11"/>
          <p:cNvSpPr>
            <a:spLocks noGrp="1"/>
          </p:cNvSpPr>
          <p:nvPr>
            <p:ph type="body" sz="quarter" idx="18" hasCustomPrompt="1"/>
          </p:nvPr>
        </p:nvSpPr>
        <p:spPr>
          <a:xfrm>
            <a:off x="6453376" y="4116313"/>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8" name="文本占位符 11"/>
          <p:cNvSpPr>
            <a:spLocks noGrp="1"/>
          </p:cNvSpPr>
          <p:nvPr>
            <p:ph type="body" sz="quarter" idx="19" hasCustomPrompt="1"/>
          </p:nvPr>
        </p:nvSpPr>
        <p:spPr>
          <a:xfrm>
            <a:off x="9242916" y="4126576"/>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三表下字">
    <p:spTree>
      <p:nvGrpSpPr>
        <p:cNvPr id="1" name=""/>
        <p:cNvGrpSpPr/>
        <p:nvPr/>
      </p:nvGrpSpPr>
      <p:grpSpPr>
        <a:xfrm>
          <a:off x="0" y="0"/>
          <a:ext cx="0" cy="0"/>
          <a:chOff x="0" y="0"/>
          <a:chExt cx="0" cy="0"/>
        </a:xfrm>
      </p:grpSpPr>
      <p:sp>
        <p:nvSpPr>
          <p:cNvPr id="38" name="矩形 37"/>
          <p:cNvSpPr/>
          <p:nvPr userDrawn="1"/>
        </p:nvSpPr>
        <p:spPr>
          <a:xfrm>
            <a:off x="5833319" y="4488866"/>
            <a:ext cx="1590584" cy="1596283"/>
          </a:xfrm>
          <a:prstGeom prst="rect">
            <a:avLst/>
          </a:prstGeom>
          <a:solidFill>
            <a:srgbClr val="A1A1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39" name="矩形 38"/>
          <p:cNvSpPr/>
          <p:nvPr userDrawn="1"/>
        </p:nvSpPr>
        <p:spPr>
          <a:xfrm>
            <a:off x="7556186" y="2788373"/>
            <a:ext cx="1593434" cy="1593434"/>
          </a:xfrm>
          <a:prstGeom prst="rect">
            <a:avLst/>
          </a:prstGeom>
          <a:solidFill>
            <a:srgbClr val="005CA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dirty="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40" name="矩形 39"/>
          <p:cNvSpPr/>
          <p:nvPr userDrawn="1"/>
        </p:nvSpPr>
        <p:spPr>
          <a:xfrm>
            <a:off x="4107600" y="4488866"/>
            <a:ext cx="1593435" cy="1593434"/>
          </a:xfrm>
          <a:prstGeom prst="rect">
            <a:avLst/>
          </a:prstGeom>
          <a:solidFill>
            <a:srgbClr val="005CA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41" name="矩形 40"/>
          <p:cNvSpPr/>
          <p:nvPr userDrawn="1"/>
        </p:nvSpPr>
        <p:spPr>
          <a:xfrm>
            <a:off x="4102487" y="2788373"/>
            <a:ext cx="1593435" cy="1596283"/>
          </a:xfrm>
          <a:prstGeom prst="rect">
            <a:avLst/>
          </a:prstGeom>
          <a:solidFill>
            <a:srgbClr val="A1A1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42" name="矩形 41"/>
          <p:cNvSpPr/>
          <p:nvPr userDrawn="1"/>
        </p:nvSpPr>
        <p:spPr>
          <a:xfrm>
            <a:off x="634711" y="2788373"/>
            <a:ext cx="1618240" cy="1593434"/>
          </a:xfrm>
          <a:prstGeom prst="rect">
            <a:avLst/>
          </a:prstGeom>
          <a:solidFill>
            <a:srgbClr val="005CA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43" name="矩形 42"/>
          <p:cNvSpPr/>
          <p:nvPr userDrawn="1"/>
        </p:nvSpPr>
        <p:spPr>
          <a:xfrm>
            <a:off x="7556186" y="4491718"/>
            <a:ext cx="1593434" cy="1593434"/>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71" name="矩形 70"/>
          <p:cNvSpPr/>
          <p:nvPr userDrawn="1"/>
        </p:nvSpPr>
        <p:spPr>
          <a:xfrm>
            <a:off x="2381002" y="2800168"/>
            <a:ext cx="1593434" cy="1593434"/>
          </a:xfrm>
          <a:prstGeom prst="rect">
            <a:avLst/>
          </a:prstGeom>
          <a:solidFill>
            <a:srgbClr val="629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72" name="矩形 71"/>
          <p:cNvSpPr/>
          <p:nvPr userDrawn="1"/>
        </p:nvSpPr>
        <p:spPr>
          <a:xfrm>
            <a:off x="634711" y="4485035"/>
            <a:ext cx="1604161" cy="1604161"/>
          </a:xfrm>
          <a:prstGeom prst="rect">
            <a:avLst/>
          </a:prstGeom>
          <a:solidFill>
            <a:srgbClr val="6294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userDrawn="1"/>
        </p:nvSpPr>
        <p:spPr>
          <a:xfrm>
            <a:off x="2371156" y="4478138"/>
            <a:ext cx="1604161" cy="1604161"/>
          </a:xfrm>
          <a:prstGeom prst="rect">
            <a:avLst/>
          </a:prstGeom>
          <a:solidFill>
            <a:srgbClr val="1737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userDrawn="1"/>
        </p:nvSpPr>
        <p:spPr>
          <a:xfrm>
            <a:off x="5823973" y="2788373"/>
            <a:ext cx="1604161" cy="1604161"/>
          </a:xfrm>
          <a:prstGeom prst="rect">
            <a:avLst/>
          </a:prstGeom>
          <a:solidFill>
            <a:srgbClr val="6294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userDrawn="1"/>
        </p:nvSpPr>
        <p:spPr>
          <a:xfrm>
            <a:off x="9264836" y="2800168"/>
            <a:ext cx="1593434" cy="1593434"/>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dirty="0">
              <a:solidFill>
                <a:prstClr val="white"/>
              </a:solidFill>
              <a:latin typeface="Verdana" panose="020B0604030504040204" charset="0"/>
              <a:ea typeface="Microsoft YaHei" panose="020B0503020204020204" pitchFamily="34" charset="-122"/>
              <a:cs typeface="Verdana" panose="020B0604030504040204" charset="0"/>
            </a:endParaRPr>
          </a:p>
        </p:txBody>
      </p:sp>
      <p:sp>
        <p:nvSpPr>
          <p:cNvPr id="91" name="矩形 90"/>
          <p:cNvSpPr/>
          <p:nvPr userDrawn="1"/>
        </p:nvSpPr>
        <p:spPr>
          <a:xfrm>
            <a:off x="9264836" y="4503513"/>
            <a:ext cx="1593434" cy="1593434"/>
          </a:xfrm>
          <a:prstGeom prst="rect">
            <a:avLst/>
          </a:prstGeom>
          <a:solidFill>
            <a:srgbClr val="A1A1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lang="zh-CN" sz="1050">
              <a:solidFill>
                <a:prstClr val="white"/>
              </a:solidFill>
              <a:latin typeface="Verdana" panose="020B0604030504040204" charset="0"/>
              <a:ea typeface="Microsoft YaHei" panose="020B0503020204020204" pitchFamily="34" charset="-122"/>
              <a:cs typeface="Verdana" panose="020B0604030504040204" charset="0"/>
            </a:endParaRPr>
          </a:p>
        </p:txBody>
      </p:sp>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5" name="文本占位符 11"/>
          <p:cNvSpPr>
            <a:spLocks noGrp="1"/>
          </p:cNvSpPr>
          <p:nvPr userDrawn="1">
            <p:ph type="body" sz="quarter" idx="13" hasCustomPrompt="1"/>
          </p:nvPr>
        </p:nvSpPr>
        <p:spPr>
          <a:xfrm>
            <a:off x="648000" y="432000"/>
            <a:ext cx="10210270" cy="572828"/>
          </a:xfrm>
          <a:prstGeom prst="rect">
            <a:avLst/>
          </a:prstGeom>
        </p:spPr>
        <p:txBody>
          <a:bodyPr>
            <a:normAutofit/>
          </a:bodyPr>
          <a:lstStyle>
            <a:lvl1pPr marL="0" indent="0">
              <a:lnSpc>
                <a:spcPct val="100000"/>
              </a:lnSpc>
              <a:spcBef>
                <a:spcPts val="0"/>
              </a:spcBef>
              <a:buNone/>
              <a:defRPr sz="32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 </a:t>
            </a:r>
            <a:endParaRPr lang="zh-CN" altLang="en-US" dirty="0"/>
          </a:p>
        </p:txBody>
      </p:sp>
      <p:sp>
        <p:nvSpPr>
          <p:cNvPr id="19" name="文本占位符 11"/>
          <p:cNvSpPr>
            <a:spLocks noGrp="1"/>
          </p:cNvSpPr>
          <p:nvPr userDrawn="1">
            <p:ph type="body" sz="quarter" idx="14" hasCustomPrompt="1"/>
          </p:nvPr>
        </p:nvSpPr>
        <p:spPr>
          <a:xfrm>
            <a:off x="648001" y="1116000"/>
            <a:ext cx="10210269" cy="348401"/>
          </a:xfrm>
          <a:prstGeom prst="rect">
            <a:avLst/>
          </a:prstGeom>
        </p:spPr>
        <p:txBody>
          <a:bodyPr>
            <a:noAutofit/>
          </a:bodyPr>
          <a:lstStyle>
            <a:lvl1pPr marL="0" indent="0">
              <a:lnSpc>
                <a:spcPct val="100000"/>
              </a:lnSpc>
              <a:spcBef>
                <a:spcPts val="0"/>
              </a:spcBef>
              <a:buNone/>
              <a:defRPr sz="1800" baseline="0">
                <a:solidFill>
                  <a:srgbClr val="00B3EA"/>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18pt </a:t>
            </a:r>
            <a:endParaRPr lang="zh-CN" altLang="en-US" dirty="0"/>
          </a:p>
        </p:txBody>
      </p:sp>
      <p:sp>
        <p:nvSpPr>
          <p:cNvPr id="79" name="文本占位符 11"/>
          <p:cNvSpPr>
            <a:spLocks noGrp="1"/>
          </p:cNvSpPr>
          <p:nvPr userDrawn="1">
            <p:ph type="body" sz="quarter" idx="16" hasCustomPrompt="1"/>
          </p:nvPr>
        </p:nvSpPr>
        <p:spPr>
          <a:xfrm>
            <a:off x="715744" y="2845716"/>
            <a:ext cx="1466122" cy="1468832"/>
          </a:xfrm>
          <a:prstGeom prst="rect">
            <a:avLst/>
          </a:prstGeom>
        </p:spPr>
        <p:txBody>
          <a:bodyPr>
            <a:normAutofit/>
          </a:bodyPr>
          <a:lstStyle>
            <a:lvl1pPr marL="0" indent="0" algn="l" defTabSz="914400" rtl="0" eaLnBrk="1" latinLnBrk="0" hangingPunct="1">
              <a:lnSpc>
                <a:spcPct val="100000"/>
              </a:lnSpc>
              <a:spcBef>
                <a:spcPts val="0"/>
              </a:spcBef>
              <a:buFont typeface="Arial" panose="020B0604020202020204" pitchFamily="34" charset="0"/>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lvl="0"/>
            <a:r>
              <a:rPr lang="zh-CN" altLang="en-US" dirty="0"/>
              <a:t>正文 </a:t>
            </a:r>
            <a:r>
              <a:rPr lang="en-US" altLang="zh-CN" dirty="0"/>
              <a:t>14pt </a:t>
            </a:r>
            <a:r>
              <a:rPr lang="zh-CN" altLang="en-US" dirty="0"/>
              <a:t>微软雅黑，单击此处添加正文</a:t>
            </a:r>
            <a:endParaRPr lang="en-US" altLang="zh-CN" dirty="0"/>
          </a:p>
        </p:txBody>
      </p:sp>
      <p:sp>
        <p:nvSpPr>
          <p:cNvPr id="80" name="文本占位符 11"/>
          <p:cNvSpPr>
            <a:spLocks noGrp="1"/>
          </p:cNvSpPr>
          <p:nvPr userDrawn="1">
            <p:ph type="body" sz="quarter" idx="17" hasCustomPrompt="1"/>
          </p:nvPr>
        </p:nvSpPr>
        <p:spPr>
          <a:xfrm>
            <a:off x="2438294" y="2845716"/>
            <a:ext cx="1466122" cy="14688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1" name="文本占位符 11"/>
          <p:cNvSpPr>
            <a:spLocks noGrp="1"/>
          </p:cNvSpPr>
          <p:nvPr userDrawn="1">
            <p:ph type="body" sz="quarter" idx="18" hasCustomPrompt="1"/>
          </p:nvPr>
        </p:nvSpPr>
        <p:spPr>
          <a:xfrm>
            <a:off x="4160844" y="2845716"/>
            <a:ext cx="1466122" cy="14688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2" name="文本占位符 11"/>
          <p:cNvSpPr>
            <a:spLocks noGrp="1"/>
          </p:cNvSpPr>
          <p:nvPr userDrawn="1">
            <p:ph type="body" sz="quarter" idx="19" hasCustomPrompt="1"/>
          </p:nvPr>
        </p:nvSpPr>
        <p:spPr>
          <a:xfrm>
            <a:off x="5883394" y="2845716"/>
            <a:ext cx="1466122" cy="14688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3" name="文本占位符 11"/>
          <p:cNvSpPr>
            <a:spLocks noGrp="1"/>
          </p:cNvSpPr>
          <p:nvPr userDrawn="1">
            <p:ph type="body" sz="quarter" idx="20" hasCustomPrompt="1"/>
          </p:nvPr>
        </p:nvSpPr>
        <p:spPr>
          <a:xfrm>
            <a:off x="7605944" y="2845716"/>
            <a:ext cx="1466122" cy="14688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4" name="文本占位符 11"/>
          <p:cNvSpPr>
            <a:spLocks noGrp="1"/>
          </p:cNvSpPr>
          <p:nvPr userDrawn="1">
            <p:ph type="body" sz="quarter" idx="21" hasCustomPrompt="1"/>
          </p:nvPr>
        </p:nvSpPr>
        <p:spPr>
          <a:xfrm>
            <a:off x="715744" y="4544373"/>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5" name="文本占位符 11"/>
          <p:cNvSpPr>
            <a:spLocks noGrp="1"/>
          </p:cNvSpPr>
          <p:nvPr userDrawn="1">
            <p:ph type="body" sz="quarter" idx="22" hasCustomPrompt="1"/>
          </p:nvPr>
        </p:nvSpPr>
        <p:spPr>
          <a:xfrm>
            <a:off x="2438294" y="4544373"/>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6" name="文本占位符 11"/>
          <p:cNvSpPr>
            <a:spLocks noGrp="1"/>
          </p:cNvSpPr>
          <p:nvPr userDrawn="1">
            <p:ph type="body" sz="quarter" idx="23" hasCustomPrompt="1"/>
          </p:nvPr>
        </p:nvSpPr>
        <p:spPr>
          <a:xfrm>
            <a:off x="4160844" y="4544373"/>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7" name="文本占位符 11"/>
          <p:cNvSpPr>
            <a:spLocks noGrp="1"/>
          </p:cNvSpPr>
          <p:nvPr userDrawn="1">
            <p:ph type="body" sz="quarter" idx="24" hasCustomPrompt="1"/>
          </p:nvPr>
        </p:nvSpPr>
        <p:spPr>
          <a:xfrm>
            <a:off x="5883394" y="4544373"/>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8" name="文本占位符 11"/>
          <p:cNvSpPr>
            <a:spLocks noGrp="1"/>
          </p:cNvSpPr>
          <p:nvPr userDrawn="1">
            <p:ph type="body" sz="quarter" idx="25" hasCustomPrompt="1"/>
          </p:nvPr>
        </p:nvSpPr>
        <p:spPr>
          <a:xfrm>
            <a:off x="7605944" y="4544373"/>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89" name="文本占位符 11"/>
          <p:cNvSpPr>
            <a:spLocks noGrp="1"/>
          </p:cNvSpPr>
          <p:nvPr userDrawn="1">
            <p:ph type="body" sz="quarter" idx="15" hasCustomPrompt="1"/>
          </p:nvPr>
        </p:nvSpPr>
        <p:spPr>
          <a:xfrm>
            <a:off x="648000" y="1764000"/>
            <a:ext cx="10210270" cy="889625"/>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pPr lvl="0"/>
            <a:r>
              <a:rPr lang="zh-CN" altLang="en-US" dirty="0"/>
              <a:t>单击此处添加正文</a:t>
            </a:r>
            <a:endParaRPr lang="en-US" altLang="zh-CN" dirty="0"/>
          </a:p>
        </p:txBody>
      </p:sp>
      <p:sp>
        <p:nvSpPr>
          <p:cNvPr id="92" name="文本占位符 11"/>
          <p:cNvSpPr>
            <a:spLocks noGrp="1"/>
          </p:cNvSpPr>
          <p:nvPr userDrawn="1">
            <p:ph type="body" sz="quarter" idx="26" hasCustomPrompt="1"/>
          </p:nvPr>
        </p:nvSpPr>
        <p:spPr>
          <a:xfrm>
            <a:off x="9328492" y="2856562"/>
            <a:ext cx="1466122" cy="14688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
        <p:nvSpPr>
          <p:cNvPr id="93" name="文本占位符 11"/>
          <p:cNvSpPr>
            <a:spLocks noGrp="1"/>
          </p:cNvSpPr>
          <p:nvPr userDrawn="1">
            <p:ph type="body" sz="quarter" idx="27" hasCustomPrompt="1"/>
          </p:nvPr>
        </p:nvSpPr>
        <p:spPr>
          <a:xfrm>
            <a:off x="9328492" y="4555219"/>
            <a:ext cx="1466122" cy="1456932"/>
          </a:xfrm>
          <a:prstGeom prst="rect">
            <a:avLst/>
          </a:prstGeom>
        </p:spPr>
        <p:txBody>
          <a:bodyPr>
            <a:normAutofit/>
          </a:bodyPr>
          <a:lstStyle>
            <a:lvl1pPr marL="0" indent="0">
              <a:lnSpc>
                <a:spcPct val="100000"/>
              </a:lnSpc>
              <a:spcBef>
                <a:spcPts val="0"/>
              </a:spcBef>
              <a:buNone/>
              <a:defRPr lang="en-US" altLang="zh-CN" sz="1400" kern="1200" baseline="0" dirty="0" smtClean="0">
                <a:solidFill>
                  <a:schemeClr val="bg1"/>
                </a:solidFill>
                <a:latin typeface="Verdana" panose="020B0604030504040204" charset="0"/>
                <a:ea typeface="Microsoft YaHei" panose="020B0503020204020204" pitchFamily="34" charset="-122"/>
                <a:cs typeface="Verdana" panose="020B060403050404020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zh-CN" altLang="en-US" dirty="0"/>
              <a:t>正文 </a:t>
            </a:r>
            <a:r>
              <a:rPr lang="en-US" altLang="zh-CN" dirty="0"/>
              <a:t>14pt </a:t>
            </a:r>
            <a:r>
              <a:rPr lang="zh-CN" altLang="en-US" dirty="0"/>
              <a:t>微软雅黑，单击此处添加正文</a:t>
            </a:r>
            <a:endParaRPr lang="en-US" altLang="zh-CN"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正文页">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占位符 11"/>
          <p:cNvSpPr>
            <a:spLocks noGrp="1"/>
          </p:cNvSpPr>
          <p:nvPr>
            <p:ph type="body" sz="quarter" idx="15" hasCustomPrompt="1"/>
          </p:nvPr>
        </p:nvSpPr>
        <p:spPr>
          <a:xfrm>
            <a:off x="648000" y="1764000"/>
            <a:ext cx="10210271" cy="3935384"/>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1" name="矩形 10"/>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2" name="文本占位符 11"/>
          <p:cNvSpPr>
            <a:spLocks noGrp="1"/>
          </p:cNvSpPr>
          <p:nvPr>
            <p:ph type="body" sz="quarter" idx="13" hasCustomPrompt="1"/>
          </p:nvPr>
        </p:nvSpPr>
        <p:spPr>
          <a:xfrm>
            <a:off x="648000" y="432000"/>
            <a:ext cx="10210270" cy="1042728"/>
          </a:xfrm>
          <a:prstGeom prst="rect">
            <a:avLst/>
          </a:prstGeom>
        </p:spPr>
        <p:txBody>
          <a:bodyPr>
            <a:normAutofit/>
          </a:bodyPr>
          <a:lstStyle>
            <a:lvl1pPr marL="0" indent="0">
              <a:lnSpc>
                <a:spcPct val="100000"/>
              </a:lnSpc>
              <a:spcBef>
                <a:spcPts val="0"/>
              </a:spcBef>
              <a:buNone/>
              <a:defRPr sz="28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a:t>
            </a:r>
            <a:endParaRPr lang="en-US" altLang="zh-CN" dirty="0"/>
          </a:p>
          <a:p>
            <a:r>
              <a:rPr lang="zh-CN" altLang="en-US" dirty="0"/>
              <a:t> </a:t>
            </a:r>
            <a:endParaRPr lang="zh-CN" altLang="en-US" dirty="0"/>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4_正文页">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占位符 11"/>
          <p:cNvSpPr>
            <a:spLocks noGrp="1"/>
          </p:cNvSpPr>
          <p:nvPr>
            <p:ph type="body" sz="quarter" idx="15" hasCustomPrompt="1"/>
          </p:nvPr>
        </p:nvSpPr>
        <p:spPr>
          <a:xfrm>
            <a:off x="648000" y="1764000"/>
            <a:ext cx="10210271"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pPr lvl="0"/>
            <a:r>
              <a:rPr lang="zh-CN" altLang="en-US" dirty="0"/>
              <a:t>单击此处添加正文</a:t>
            </a:r>
            <a:endParaRPr lang="en-US" altLang="zh-CN" dirty="0"/>
          </a:p>
          <a:p>
            <a:pPr lvl="0"/>
            <a:endParaRPr lang="en-US" altLang="zh-CN" dirty="0"/>
          </a:p>
        </p:txBody>
      </p:sp>
      <p:sp>
        <p:nvSpPr>
          <p:cNvPr id="11" name="矩形 10"/>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9" name="文本占位符 11"/>
          <p:cNvSpPr>
            <a:spLocks noGrp="1"/>
          </p:cNvSpPr>
          <p:nvPr>
            <p:ph type="body" sz="quarter" idx="13" hasCustomPrompt="1"/>
          </p:nvPr>
        </p:nvSpPr>
        <p:spPr>
          <a:xfrm>
            <a:off x="648000" y="432000"/>
            <a:ext cx="10210270" cy="1042728"/>
          </a:xfrm>
          <a:prstGeom prst="rect">
            <a:avLst/>
          </a:prstGeom>
        </p:spPr>
        <p:txBody>
          <a:bodyPr>
            <a:normAutofit/>
          </a:bodyPr>
          <a:lstStyle>
            <a:lvl1pPr marL="0" indent="0">
              <a:lnSpc>
                <a:spcPct val="100000"/>
              </a:lnSpc>
              <a:spcBef>
                <a:spcPts val="0"/>
              </a:spcBef>
              <a:buNone/>
              <a:defRPr sz="28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a:t>
            </a:r>
            <a:endParaRPr lang="en-US" altLang="zh-CN" dirty="0"/>
          </a:p>
          <a:p>
            <a:r>
              <a:rPr lang="zh-CN" altLang="en-US" dirty="0"/>
              <a:t> </a:t>
            </a:r>
            <a:endParaRPr lang="zh-CN" altLang="en-US" dirty="0"/>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正文页 两栏">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sp>
        <p:nvSpPr>
          <p:cNvPr id="17" name="文本占位符 11"/>
          <p:cNvSpPr>
            <a:spLocks noGrp="1"/>
          </p:cNvSpPr>
          <p:nvPr>
            <p:ph type="body" sz="quarter" idx="15" hasCustomPrompt="1"/>
          </p:nvPr>
        </p:nvSpPr>
        <p:spPr>
          <a:xfrm>
            <a:off x="648001" y="1764000"/>
            <a:ext cx="4823886"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8" name="文本占位符 11"/>
          <p:cNvSpPr>
            <a:spLocks noGrp="1"/>
          </p:cNvSpPr>
          <p:nvPr>
            <p:ph type="body" sz="quarter" idx="16" hasCustomPrompt="1"/>
          </p:nvPr>
        </p:nvSpPr>
        <p:spPr>
          <a:xfrm>
            <a:off x="5894385" y="1764000"/>
            <a:ext cx="4963886" cy="3935384"/>
          </a:xfrm>
          <a:prstGeom prst="rect">
            <a:avLst/>
          </a:prstGeom>
        </p:spPr>
        <p:txBody>
          <a:bodyPr>
            <a:normAutofit/>
          </a:bodyPr>
          <a:lstStyle>
            <a:lvl1pPr marL="285750" indent="-285750">
              <a:lnSpc>
                <a:spcPct val="100000"/>
              </a:lnSpc>
              <a:spcBef>
                <a:spcPts val="0"/>
              </a:spcBef>
              <a:buFont typeface="Arial" panose="020B0604020202020204" pitchFamily="34" charset="0"/>
              <a:buChar char="•"/>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endParaRPr lang="en-US" altLang="zh-CN" dirty="0"/>
          </a:p>
          <a:p>
            <a:pPr lvl="0"/>
            <a:r>
              <a:rPr lang="zh-CN" altLang="en-US" dirty="0"/>
              <a:t>单击此处添加正文</a:t>
            </a:r>
            <a:endParaRPr lang="en-US" altLang="zh-CN" dirty="0"/>
          </a:p>
        </p:txBody>
      </p:sp>
      <p:sp>
        <p:nvSpPr>
          <p:cNvPr id="10" name="文本占位符 11"/>
          <p:cNvSpPr>
            <a:spLocks noGrp="1"/>
          </p:cNvSpPr>
          <p:nvPr>
            <p:ph type="body" sz="quarter" idx="13" hasCustomPrompt="1"/>
          </p:nvPr>
        </p:nvSpPr>
        <p:spPr>
          <a:xfrm>
            <a:off x="648000" y="432000"/>
            <a:ext cx="10210270" cy="1042728"/>
          </a:xfrm>
          <a:prstGeom prst="rect">
            <a:avLst/>
          </a:prstGeom>
        </p:spPr>
        <p:txBody>
          <a:bodyPr>
            <a:normAutofit/>
          </a:bodyPr>
          <a:lstStyle>
            <a:lvl1pPr marL="0" indent="0">
              <a:lnSpc>
                <a:spcPct val="100000"/>
              </a:lnSpc>
              <a:spcBef>
                <a:spcPts val="0"/>
              </a:spcBef>
              <a:buNone/>
              <a:defRPr sz="28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a:t>
            </a:r>
            <a:endParaRPr lang="en-US" altLang="zh-CN" dirty="0"/>
          </a:p>
          <a:p>
            <a:r>
              <a:rPr lang="zh-CN" altLang="en-US" dirty="0"/>
              <a:t> </a:t>
            </a:r>
            <a:endParaRPr lang="zh-CN" altLang="en-US" dirty="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3_三表下字">
    <p:spTree>
      <p:nvGrpSpPr>
        <p:cNvPr id="1" name=""/>
        <p:cNvGrpSpPr/>
        <p:nvPr/>
      </p:nvGrpSpPr>
      <p:grpSpPr>
        <a:xfrm>
          <a:off x="0" y="0"/>
          <a:ext cx="0" cy="0"/>
          <a:chOff x="0" y="0"/>
          <a:chExt cx="0" cy="0"/>
        </a:xfrm>
      </p:grpSpPr>
      <p:grpSp>
        <p:nvGrpSpPr>
          <p:cNvPr id="5" name="组合 4"/>
          <p:cNvGrpSpPr/>
          <p:nvPr userDrawn="1"/>
        </p:nvGrpSpPr>
        <p:grpSpPr>
          <a:xfrm>
            <a:off x="11722100" y="514350"/>
            <a:ext cx="469900" cy="960378"/>
            <a:chOff x="11802593" y="514350"/>
            <a:chExt cx="407324" cy="832486"/>
          </a:xfrm>
        </p:grpSpPr>
        <p:sp>
          <p:nvSpPr>
            <p:cNvPr id="6" name="单圆角矩形 5"/>
            <p:cNvSpPr/>
            <p:nvPr/>
          </p:nvSpPr>
          <p:spPr>
            <a:xfrm flipH="1">
              <a:off x="11802593" y="514350"/>
              <a:ext cx="407324" cy="407324"/>
            </a:xfrm>
            <a:prstGeom prst="round1Rect">
              <a:avLst>
                <a:gd name="adj" fmla="val 8202"/>
              </a:avLst>
            </a:prstGeom>
            <a:solidFill>
              <a:srgbClr val="00B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flipH="1" flipV="1">
              <a:off x="11802593" y="939512"/>
              <a:ext cx="407324" cy="407324"/>
            </a:xfrm>
            <a:prstGeom prst="round1Rect">
              <a:avLst>
                <a:gd name="adj" fmla="val 8202"/>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userDrawn="1"/>
        </p:nvSpPr>
        <p:spPr>
          <a:xfrm>
            <a:off x="660929" y="6378806"/>
            <a:ext cx="1723549" cy="246221"/>
          </a:xfrm>
          <a:prstGeom prst="rect">
            <a:avLst/>
          </a:prstGeom>
        </p:spPr>
        <p:txBody>
          <a:bodyPr wrap="none">
            <a:spAutoFit/>
          </a:bodyPr>
          <a:lstStyle/>
          <a:p>
            <a:r>
              <a:rPr lang="zh-CN" altLang="zh-CN" sz="1000" dirty="0">
                <a:solidFill>
                  <a:srgbClr val="323232"/>
                </a:solidFill>
                <a:latin typeface="Microsoft YaHei" panose="020B0503020204020204" pitchFamily="34" charset="-122"/>
                <a:ea typeface="Microsoft YaHei" panose="020B0503020204020204" pitchFamily="34" charset="-122"/>
                <a:cs typeface="Times New Roman" panose="02020603050405020304" pitchFamily="18" charset="0"/>
              </a:rPr>
              <a:t>此处标注东软信息安全密级</a:t>
            </a:r>
            <a:endParaRPr lang="zh-CN" altLang="en-US" sz="1000" dirty="0">
              <a:solidFill>
                <a:srgbClr val="323232"/>
              </a:solidFill>
              <a:latin typeface="Microsoft YaHei" panose="020B0503020204020204" pitchFamily="34" charset="-122"/>
              <a:ea typeface="Microsoft YaHei" panose="020B0503020204020204" pitchFamily="34" charset="-122"/>
            </a:endParaRPr>
          </a:p>
        </p:txBody>
      </p:sp>
      <p:grpSp>
        <p:nvGrpSpPr>
          <p:cNvPr id="45" name="组合 44"/>
          <p:cNvGrpSpPr/>
          <p:nvPr userDrawn="1"/>
        </p:nvGrpSpPr>
        <p:grpSpPr>
          <a:xfrm>
            <a:off x="9109729" y="2805322"/>
            <a:ext cx="1762683" cy="1762683"/>
            <a:chOff x="5074007" y="2605210"/>
            <a:chExt cx="1376915" cy="1376915"/>
          </a:xfrm>
        </p:grpSpPr>
        <p:sp>
          <p:nvSpPr>
            <p:cNvPr id="46" name="矩形 45"/>
            <p:cNvSpPr/>
            <p:nvPr/>
          </p:nvSpPr>
          <p:spPr>
            <a:xfrm>
              <a:off x="5074007" y="2605210"/>
              <a:ext cx="1376915" cy="1376915"/>
            </a:xfrm>
            <a:prstGeom prst="rect">
              <a:avLst/>
            </a:prstGeom>
            <a:solidFill>
              <a:srgbClr val="6294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sp>
          <p:nvSpPr>
            <p:cNvPr id="47" name="Freeform 19"/>
            <p:cNvSpPr/>
            <p:nvPr/>
          </p:nvSpPr>
          <p:spPr bwMode="auto">
            <a:xfrm>
              <a:off x="6145159" y="3078509"/>
              <a:ext cx="150832" cy="145379"/>
            </a:xfrm>
            <a:custGeom>
              <a:avLst/>
              <a:gdLst>
                <a:gd name="T0" fmla="*/ 83 w 83"/>
                <a:gd name="T1" fmla="*/ 26 h 80"/>
                <a:gd name="T2" fmla="*/ 57 w 83"/>
                <a:gd name="T3" fmla="*/ 26 h 80"/>
                <a:gd name="T4" fmla="*/ 57 w 83"/>
                <a:gd name="T5" fmla="*/ 0 h 80"/>
                <a:gd name="T6" fmla="*/ 29 w 83"/>
                <a:gd name="T7" fmla="*/ 0 h 80"/>
                <a:gd name="T8" fmla="*/ 29 w 83"/>
                <a:gd name="T9" fmla="*/ 26 h 80"/>
                <a:gd name="T10" fmla="*/ 0 w 83"/>
                <a:gd name="T11" fmla="*/ 26 h 80"/>
                <a:gd name="T12" fmla="*/ 0 w 83"/>
                <a:gd name="T13" fmla="*/ 54 h 80"/>
                <a:gd name="T14" fmla="*/ 29 w 83"/>
                <a:gd name="T15" fmla="*/ 54 h 80"/>
                <a:gd name="T16" fmla="*/ 29 w 83"/>
                <a:gd name="T17" fmla="*/ 80 h 80"/>
                <a:gd name="T18" fmla="*/ 57 w 83"/>
                <a:gd name="T19" fmla="*/ 80 h 80"/>
                <a:gd name="T20" fmla="*/ 57 w 83"/>
                <a:gd name="T21" fmla="*/ 54 h 80"/>
                <a:gd name="T22" fmla="*/ 83 w 83"/>
                <a:gd name="T23" fmla="*/ 54 h 80"/>
                <a:gd name="T24" fmla="*/ 83 w 83"/>
                <a:gd name="T25" fmla="*/ 2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80">
                  <a:moveTo>
                    <a:pt x="83" y="26"/>
                  </a:moveTo>
                  <a:lnTo>
                    <a:pt x="57" y="26"/>
                  </a:lnTo>
                  <a:lnTo>
                    <a:pt x="57" y="0"/>
                  </a:lnTo>
                  <a:lnTo>
                    <a:pt x="29" y="0"/>
                  </a:lnTo>
                  <a:lnTo>
                    <a:pt x="29" y="26"/>
                  </a:lnTo>
                  <a:lnTo>
                    <a:pt x="0" y="26"/>
                  </a:lnTo>
                  <a:lnTo>
                    <a:pt x="0" y="54"/>
                  </a:lnTo>
                  <a:lnTo>
                    <a:pt x="29" y="54"/>
                  </a:lnTo>
                  <a:lnTo>
                    <a:pt x="29" y="80"/>
                  </a:lnTo>
                  <a:lnTo>
                    <a:pt x="57" y="80"/>
                  </a:lnTo>
                  <a:lnTo>
                    <a:pt x="57" y="54"/>
                  </a:lnTo>
                  <a:lnTo>
                    <a:pt x="83" y="54"/>
                  </a:lnTo>
                  <a:lnTo>
                    <a:pt x="83" y="26"/>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48" name="Freeform 20"/>
            <p:cNvSpPr/>
            <p:nvPr/>
          </p:nvSpPr>
          <p:spPr bwMode="auto">
            <a:xfrm>
              <a:off x="6099726" y="3274770"/>
              <a:ext cx="143562" cy="243510"/>
            </a:xfrm>
            <a:custGeom>
              <a:avLst/>
              <a:gdLst>
                <a:gd name="T0" fmla="*/ 17 w 25"/>
                <a:gd name="T1" fmla="*/ 25 h 42"/>
                <a:gd name="T2" fmla="*/ 8 w 25"/>
                <a:gd name="T3" fmla="*/ 34 h 42"/>
                <a:gd name="T4" fmla="*/ 5 w 25"/>
                <a:gd name="T5" fmla="*/ 34 h 42"/>
                <a:gd name="T6" fmla="*/ 0 w 25"/>
                <a:gd name="T7" fmla="*/ 38 h 42"/>
                <a:gd name="T8" fmla="*/ 5 w 25"/>
                <a:gd name="T9" fmla="*/ 42 h 42"/>
                <a:gd name="T10" fmla="*/ 8 w 25"/>
                <a:gd name="T11" fmla="*/ 42 h 42"/>
                <a:gd name="T12" fmla="*/ 25 w 25"/>
                <a:gd name="T13" fmla="*/ 25 h 42"/>
                <a:gd name="T14" fmla="*/ 25 w 25"/>
                <a:gd name="T15" fmla="*/ 0 h 42"/>
                <a:gd name="T16" fmla="*/ 17 w 25"/>
                <a:gd name="T17" fmla="*/ 0 h 42"/>
                <a:gd name="T18" fmla="*/ 17 w 25"/>
                <a:gd name="T19"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42">
                  <a:moveTo>
                    <a:pt x="17" y="25"/>
                  </a:moveTo>
                  <a:cubicBezTo>
                    <a:pt x="17" y="30"/>
                    <a:pt x="13" y="34"/>
                    <a:pt x="8" y="34"/>
                  </a:cubicBezTo>
                  <a:cubicBezTo>
                    <a:pt x="5" y="34"/>
                    <a:pt x="5" y="34"/>
                    <a:pt x="5" y="34"/>
                  </a:cubicBezTo>
                  <a:cubicBezTo>
                    <a:pt x="2" y="34"/>
                    <a:pt x="0" y="36"/>
                    <a:pt x="0" y="38"/>
                  </a:cubicBezTo>
                  <a:cubicBezTo>
                    <a:pt x="0" y="41"/>
                    <a:pt x="2" y="42"/>
                    <a:pt x="5" y="42"/>
                  </a:cubicBezTo>
                  <a:cubicBezTo>
                    <a:pt x="8" y="42"/>
                    <a:pt x="8" y="42"/>
                    <a:pt x="8" y="42"/>
                  </a:cubicBezTo>
                  <a:cubicBezTo>
                    <a:pt x="18" y="42"/>
                    <a:pt x="25" y="35"/>
                    <a:pt x="25" y="25"/>
                  </a:cubicBezTo>
                  <a:cubicBezTo>
                    <a:pt x="25" y="0"/>
                    <a:pt x="25" y="0"/>
                    <a:pt x="25" y="0"/>
                  </a:cubicBezTo>
                  <a:cubicBezTo>
                    <a:pt x="17" y="0"/>
                    <a:pt x="17" y="0"/>
                    <a:pt x="17" y="0"/>
                  </a:cubicBezTo>
                  <a:lnTo>
                    <a:pt x="17" y="25"/>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49" name="Freeform 21"/>
            <p:cNvSpPr/>
            <p:nvPr/>
          </p:nvSpPr>
          <p:spPr bwMode="auto">
            <a:xfrm>
              <a:off x="5076621" y="2847719"/>
              <a:ext cx="1166668" cy="179908"/>
            </a:xfrm>
            <a:custGeom>
              <a:avLst/>
              <a:gdLst>
                <a:gd name="T0" fmla="*/ 186 w 203"/>
                <a:gd name="T1" fmla="*/ 0 h 31"/>
                <a:gd name="T2" fmla="*/ 0 w 203"/>
                <a:gd name="T3" fmla="*/ 0 h 31"/>
                <a:gd name="T4" fmla="*/ 0 w 203"/>
                <a:gd name="T5" fmla="*/ 9 h 31"/>
                <a:gd name="T6" fmla="*/ 186 w 203"/>
                <a:gd name="T7" fmla="*/ 9 h 31"/>
                <a:gd name="T8" fmla="*/ 195 w 203"/>
                <a:gd name="T9" fmla="*/ 17 h 31"/>
                <a:gd name="T10" fmla="*/ 195 w 203"/>
                <a:gd name="T11" fmla="*/ 31 h 31"/>
                <a:gd name="T12" fmla="*/ 203 w 203"/>
                <a:gd name="T13" fmla="*/ 31 h 31"/>
                <a:gd name="T14" fmla="*/ 203 w 203"/>
                <a:gd name="T15" fmla="*/ 17 h 31"/>
                <a:gd name="T16" fmla="*/ 186 w 20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 h="31">
                  <a:moveTo>
                    <a:pt x="186" y="0"/>
                  </a:moveTo>
                  <a:cubicBezTo>
                    <a:pt x="0" y="0"/>
                    <a:pt x="0" y="0"/>
                    <a:pt x="0" y="0"/>
                  </a:cubicBezTo>
                  <a:cubicBezTo>
                    <a:pt x="0" y="9"/>
                    <a:pt x="0" y="9"/>
                    <a:pt x="0" y="9"/>
                  </a:cubicBezTo>
                  <a:cubicBezTo>
                    <a:pt x="186" y="9"/>
                    <a:pt x="186" y="9"/>
                    <a:pt x="186" y="9"/>
                  </a:cubicBezTo>
                  <a:cubicBezTo>
                    <a:pt x="191" y="9"/>
                    <a:pt x="195" y="13"/>
                    <a:pt x="195" y="17"/>
                  </a:cubicBezTo>
                  <a:cubicBezTo>
                    <a:pt x="195" y="31"/>
                    <a:pt x="195" y="31"/>
                    <a:pt x="195" y="31"/>
                  </a:cubicBezTo>
                  <a:cubicBezTo>
                    <a:pt x="203" y="31"/>
                    <a:pt x="203" y="31"/>
                    <a:pt x="203" y="31"/>
                  </a:cubicBezTo>
                  <a:cubicBezTo>
                    <a:pt x="203" y="17"/>
                    <a:pt x="203" y="17"/>
                    <a:pt x="203" y="17"/>
                  </a:cubicBezTo>
                  <a:cubicBezTo>
                    <a:pt x="203" y="8"/>
                    <a:pt x="196" y="0"/>
                    <a:pt x="186"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0" name="Freeform 22"/>
            <p:cNvSpPr>
              <a:spLocks noEditPoints="1"/>
            </p:cNvSpPr>
            <p:nvPr/>
          </p:nvSpPr>
          <p:spPr bwMode="auto">
            <a:xfrm>
              <a:off x="5278335" y="3580066"/>
              <a:ext cx="648756" cy="278039"/>
            </a:xfrm>
            <a:custGeom>
              <a:avLst/>
              <a:gdLst>
                <a:gd name="T0" fmla="*/ 113 w 113"/>
                <a:gd name="T1" fmla="*/ 31 h 48"/>
                <a:gd name="T2" fmla="*/ 95 w 113"/>
                <a:gd name="T3" fmla="*/ 12 h 48"/>
                <a:gd name="T4" fmla="*/ 70 w 113"/>
                <a:gd name="T5" fmla="*/ 2 h 48"/>
                <a:gd name="T6" fmla="*/ 55 w 113"/>
                <a:gd name="T7" fmla="*/ 0 h 48"/>
                <a:gd name="T8" fmla="*/ 42 w 113"/>
                <a:gd name="T9" fmla="*/ 2 h 48"/>
                <a:gd name="T10" fmla="*/ 18 w 113"/>
                <a:gd name="T11" fmla="*/ 12 h 48"/>
                <a:gd name="T12" fmla="*/ 0 w 113"/>
                <a:gd name="T13" fmla="*/ 31 h 48"/>
                <a:gd name="T14" fmla="*/ 1 w 113"/>
                <a:gd name="T15" fmla="*/ 34 h 48"/>
                <a:gd name="T16" fmla="*/ 58 w 113"/>
                <a:gd name="T17" fmla="*/ 48 h 48"/>
                <a:gd name="T18" fmla="*/ 110 w 113"/>
                <a:gd name="T19" fmla="*/ 38 h 48"/>
                <a:gd name="T20" fmla="*/ 113 w 113"/>
                <a:gd name="T21" fmla="*/ 32 h 48"/>
                <a:gd name="T22" fmla="*/ 113 w 113"/>
                <a:gd name="T23" fmla="*/ 31 h 48"/>
                <a:gd name="T24" fmla="*/ 58 w 113"/>
                <a:gd name="T25" fmla="*/ 40 h 48"/>
                <a:gd name="T26" fmla="*/ 9 w 113"/>
                <a:gd name="T27" fmla="*/ 31 h 48"/>
                <a:gd name="T28" fmla="*/ 22 w 113"/>
                <a:gd name="T29" fmla="*/ 19 h 48"/>
                <a:gd name="T30" fmla="*/ 44 w 113"/>
                <a:gd name="T31" fmla="*/ 10 h 48"/>
                <a:gd name="T32" fmla="*/ 45 w 113"/>
                <a:gd name="T33" fmla="*/ 10 h 48"/>
                <a:gd name="T34" fmla="*/ 55 w 113"/>
                <a:gd name="T35" fmla="*/ 9 h 48"/>
                <a:gd name="T36" fmla="*/ 69 w 113"/>
                <a:gd name="T37" fmla="*/ 10 h 48"/>
                <a:gd name="T38" fmla="*/ 90 w 113"/>
                <a:gd name="T39" fmla="*/ 19 h 48"/>
                <a:gd name="T40" fmla="*/ 104 w 113"/>
                <a:gd name="T41" fmla="*/ 32 h 48"/>
                <a:gd name="T42" fmla="*/ 58 w 113"/>
                <a:gd name="T43" fmla="*/ 4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3" h="48">
                  <a:moveTo>
                    <a:pt x="113" y="31"/>
                  </a:moveTo>
                  <a:cubicBezTo>
                    <a:pt x="111" y="24"/>
                    <a:pt x="105" y="18"/>
                    <a:pt x="95" y="12"/>
                  </a:cubicBezTo>
                  <a:cubicBezTo>
                    <a:pt x="86" y="6"/>
                    <a:pt x="75" y="3"/>
                    <a:pt x="70" y="2"/>
                  </a:cubicBezTo>
                  <a:cubicBezTo>
                    <a:pt x="65" y="1"/>
                    <a:pt x="60" y="0"/>
                    <a:pt x="55" y="0"/>
                  </a:cubicBezTo>
                  <a:cubicBezTo>
                    <a:pt x="48" y="0"/>
                    <a:pt x="43" y="1"/>
                    <a:pt x="42" y="2"/>
                  </a:cubicBezTo>
                  <a:cubicBezTo>
                    <a:pt x="37" y="3"/>
                    <a:pt x="27" y="7"/>
                    <a:pt x="18" y="12"/>
                  </a:cubicBezTo>
                  <a:cubicBezTo>
                    <a:pt x="8" y="18"/>
                    <a:pt x="2" y="24"/>
                    <a:pt x="0" y="31"/>
                  </a:cubicBezTo>
                  <a:cubicBezTo>
                    <a:pt x="0" y="32"/>
                    <a:pt x="0" y="33"/>
                    <a:pt x="1" y="34"/>
                  </a:cubicBezTo>
                  <a:cubicBezTo>
                    <a:pt x="2" y="36"/>
                    <a:pt x="10" y="48"/>
                    <a:pt x="58" y="48"/>
                  </a:cubicBezTo>
                  <a:cubicBezTo>
                    <a:pt x="86" y="48"/>
                    <a:pt x="104" y="45"/>
                    <a:pt x="110" y="38"/>
                  </a:cubicBezTo>
                  <a:cubicBezTo>
                    <a:pt x="113" y="35"/>
                    <a:pt x="113" y="32"/>
                    <a:pt x="113" y="32"/>
                  </a:cubicBezTo>
                  <a:cubicBezTo>
                    <a:pt x="113" y="31"/>
                    <a:pt x="113" y="31"/>
                    <a:pt x="113" y="31"/>
                  </a:cubicBezTo>
                  <a:close/>
                  <a:moveTo>
                    <a:pt x="58" y="40"/>
                  </a:moveTo>
                  <a:cubicBezTo>
                    <a:pt x="24" y="40"/>
                    <a:pt x="13" y="34"/>
                    <a:pt x="9" y="31"/>
                  </a:cubicBezTo>
                  <a:cubicBezTo>
                    <a:pt x="11" y="28"/>
                    <a:pt x="14" y="24"/>
                    <a:pt x="22" y="19"/>
                  </a:cubicBezTo>
                  <a:cubicBezTo>
                    <a:pt x="31" y="14"/>
                    <a:pt x="41" y="10"/>
                    <a:pt x="44" y="10"/>
                  </a:cubicBezTo>
                  <a:cubicBezTo>
                    <a:pt x="44" y="10"/>
                    <a:pt x="44" y="10"/>
                    <a:pt x="45" y="10"/>
                  </a:cubicBezTo>
                  <a:cubicBezTo>
                    <a:pt x="45" y="10"/>
                    <a:pt x="48" y="9"/>
                    <a:pt x="55" y="9"/>
                  </a:cubicBezTo>
                  <a:cubicBezTo>
                    <a:pt x="59" y="9"/>
                    <a:pt x="64" y="9"/>
                    <a:pt x="69" y="10"/>
                  </a:cubicBezTo>
                  <a:cubicBezTo>
                    <a:pt x="72" y="11"/>
                    <a:pt x="82" y="14"/>
                    <a:pt x="90" y="19"/>
                  </a:cubicBezTo>
                  <a:cubicBezTo>
                    <a:pt x="99" y="25"/>
                    <a:pt x="103" y="29"/>
                    <a:pt x="104" y="32"/>
                  </a:cubicBezTo>
                  <a:cubicBezTo>
                    <a:pt x="102" y="34"/>
                    <a:pt x="94" y="40"/>
                    <a:pt x="58" y="4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1" name="Freeform 23"/>
            <p:cNvSpPr>
              <a:spLocks noEditPoints="1"/>
            </p:cNvSpPr>
            <p:nvPr/>
          </p:nvSpPr>
          <p:spPr bwMode="auto">
            <a:xfrm>
              <a:off x="5450971" y="3263867"/>
              <a:ext cx="298027" cy="305295"/>
            </a:xfrm>
            <a:custGeom>
              <a:avLst/>
              <a:gdLst>
                <a:gd name="T0" fmla="*/ 0 w 52"/>
                <a:gd name="T1" fmla="*/ 26 h 53"/>
                <a:gd name="T2" fmla="*/ 26 w 52"/>
                <a:gd name="T3" fmla="*/ 53 h 53"/>
                <a:gd name="T4" fmla="*/ 52 w 52"/>
                <a:gd name="T5" fmla="*/ 26 h 53"/>
                <a:gd name="T6" fmla="*/ 26 w 52"/>
                <a:gd name="T7" fmla="*/ 0 h 53"/>
                <a:gd name="T8" fmla="*/ 0 w 52"/>
                <a:gd name="T9" fmla="*/ 26 h 53"/>
                <a:gd name="T10" fmla="*/ 26 w 52"/>
                <a:gd name="T11" fmla="*/ 9 h 53"/>
                <a:gd name="T12" fmla="*/ 44 w 52"/>
                <a:gd name="T13" fmla="*/ 26 h 53"/>
                <a:gd name="T14" fmla="*/ 26 w 52"/>
                <a:gd name="T15" fmla="*/ 44 h 53"/>
                <a:gd name="T16" fmla="*/ 9 w 52"/>
                <a:gd name="T17" fmla="*/ 26 h 53"/>
                <a:gd name="T18" fmla="*/ 26 w 52"/>
                <a:gd name="T19"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53">
                  <a:moveTo>
                    <a:pt x="0" y="26"/>
                  </a:moveTo>
                  <a:cubicBezTo>
                    <a:pt x="0" y="41"/>
                    <a:pt x="12" y="53"/>
                    <a:pt x="26" y="53"/>
                  </a:cubicBezTo>
                  <a:cubicBezTo>
                    <a:pt x="41" y="53"/>
                    <a:pt x="52" y="41"/>
                    <a:pt x="52" y="26"/>
                  </a:cubicBezTo>
                  <a:cubicBezTo>
                    <a:pt x="52" y="12"/>
                    <a:pt x="41" y="0"/>
                    <a:pt x="26" y="0"/>
                  </a:cubicBezTo>
                  <a:cubicBezTo>
                    <a:pt x="12" y="0"/>
                    <a:pt x="0" y="12"/>
                    <a:pt x="0" y="26"/>
                  </a:cubicBezTo>
                  <a:close/>
                  <a:moveTo>
                    <a:pt x="26" y="9"/>
                  </a:moveTo>
                  <a:cubicBezTo>
                    <a:pt x="36" y="9"/>
                    <a:pt x="44" y="17"/>
                    <a:pt x="44" y="26"/>
                  </a:cubicBezTo>
                  <a:cubicBezTo>
                    <a:pt x="44" y="36"/>
                    <a:pt x="36" y="44"/>
                    <a:pt x="26" y="44"/>
                  </a:cubicBezTo>
                  <a:cubicBezTo>
                    <a:pt x="17" y="44"/>
                    <a:pt x="9" y="36"/>
                    <a:pt x="9" y="26"/>
                  </a:cubicBezTo>
                  <a:cubicBezTo>
                    <a:pt x="9" y="17"/>
                    <a:pt x="17" y="9"/>
                    <a:pt x="26" y="9"/>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2" name="Freeform 24"/>
            <p:cNvSpPr>
              <a:spLocks noEditPoints="1"/>
            </p:cNvSpPr>
            <p:nvPr/>
          </p:nvSpPr>
          <p:spPr bwMode="auto">
            <a:xfrm>
              <a:off x="5076621" y="3229341"/>
              <a:ext cx="408879" cy="461578"/>
            </a:xfrm>
            <a:custGeom>
              <a:avLst/>
              <a:gdLst>
                <a:gd name="T0" fmla="*/ 69 w 71"/>
                <a:gd name="T1" fmla="*/ 53 h 80"/>
                <a:gd name="T2" fmla="*/ 46 w 71"/>
                <a:gd name="T3" fmla="*/ 43 h 80"/>
                <a:gd name="T4" fmla="*/ 38 w 71"/>
                <a:gd name="T5" fmla="*/ 42 h 80"/>
                <a:gd name="T6" fmla="*/ 56 w 71"/>
                <a:gd name="T7" fmla="*/ 21 h 80"/>
                <a:gd name="T8" fmla="*/ 36 w 71"/>
                <a:gd name="T9" fmla="*/ 0 h 80"/>
                <a:gd name="T10" fmla="*/ 15 w 71"/>
                <a:gd name="T11" fmla="*/ 21 h 80"/>
                <a:gd name="T12" fmla="*/ 33 w 71"/>
                <a:gd name="T13" fmla="*/ 42 h 80"/>
                <a:gd name="T14" fmla="*/ 25 w 71"/>
                <a:gd name="T15" fmla="*/ 43 h 80"/>
                <a:gd name="T16" fmla="*/ 6 w 71"/>
                <a:gd name="T17" fmla="*/ 51 h 80"/>
                <a:gd name="T18" fmla="*/ 0 w 71"/>
                <a:gd name="T19" fmla="*/ 55 h 80"/>
                <a:gd name="T20" fmla="*/ 0 w 71"/>
                <a:gd name="T21" fmla="*/ 74 h 80"/>
                <a:gd name="T22" fmla="*/ 38 w 71"/>
                <a:gd name="T23" fmla="*/ 80 h 80"/>
                <a:gd name="T24" fmla="*/ 42 w 71"/>
                <a:gd name="T25" fmla="*/ 76 h 80"/>
                <a:gd name="T26" fmla="*/ 38 w 71"/>
                <a:gd name="T27" fmla="*/ 71 h 80"/>
                <a:gd name="T28" fmla="*/ 2 w 71"/>
                <a:gd name="T29" fmla="*/ 66 h 80"/>
                <a:gd name="T30" fmla="*/ 11 w 71"/>
                <a:gd name="T31" fmla="*/ 58 h 80"/>
                <a:gd name="T32" fmla="*/ 26 w 71"/>
                <a:gd name="T33" fmla="*/ 51 h 80"/>
                <a:gd name="T34" fmla="*/ 27 w 71"/>
                <a:gd name="T35" fmla="*/ 51 h 80"/>
                <a:gd name="T36" fmla="*/ 45 w 71"/>
                <a:gd name="T37" fmla="*/ 51 h 80"/>
                <a:gd name="T38" fmla="*/ 64 w 71"/>
                <a:gd name="T39" fmla="*/ 60 h 80"/>
                <a:gd name="T40" fmla="*/ 70 w 71"/>
                <a:gd name="T41" fmla="*/ 59 h 80"/>
                <a:gd name="T42" fmla="*/ 69 w 71"/>
                <a:gd name="T43" fmla="*/ 53 h 80"/>
                <a:gd name="T44" fmla="*/ 23 w 71"/>
                <a:gd name="T45" fmla="*/ 21 h 80"/>
                <a:gd name="T46" fmla="*/ 36 w 71"/>
                <a:gd name="T47" fmla="*/ 9 h 80"/>
                <a:gd name="T48" fmla="*/ 48 w 71"/>
                <a:gd name="T49" fmla="*/ 21 h 80"/>
                <a:gd name="T50" fmla="*/ 36 w 71"/>
                <a:gd name="T51" fmla="*/ 33 h 80"/>
                <a:gd name="T52" fmla="*/ 23 w 71"/>
                <a:gd name="T53" fmla="*/ 2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 h="80">
                  <a:moveTo>
                    <a:pt x="69" y="53"/>
                  </a:moveTo>
                  <a:cubicBezTo>
                    <a:pt x="61" y="48"/>
                    <a:pt x="50" y="43"/>
                    <a:pt x="46" y="43"/>
                  </a:cubicBezTo>
                  <a:cubicBezTo>
                    <a:pt x="43" y="42"/>
                    <a:pt x="40" y="42"/>
                    <a:pt x="38" y="42"/>
                  </a:cubicBezTo>
                  <a:cubicBezTo>
                    <a:pt x="48" y="41"/>
                    <a:pt x="56" y="32"/>
                    <a:pt x="56" y="21"/>
                  </a:cubicBezTo>
                  <a:cubicBezTo>
                    <a:pt x="56" y="10"/>
                    <a:pt x="47" y="0"/>
                    <a:pt x="36" y="0"/>
                  </a:cubicBezTo>
                  <a:cubicBezTo>
                    <a:pt x="24" y="0"/>
                    <a:pt x="15" y="10"/>
                    <a:pt x="15" y="21"/>
                  </a:cubicBezTo>
                  <a:cubicBezTo>
                    <a:pt x="15" y="32"/>
                    <a:pt x="23" y="40"/>
                    <a:pt x="33" y="42"/>
                  </a:cubicBezTo>
                  <a:cubicBezTo>
                    <a:pt x="29" y="42"/>
                    <a:pt x="26" y="42"/>
                    <a:pt x="25" y="43"/>
                  </a:cubicBezTo>
                  <a:cubicBezTo>
                    <a:pt x="21" y="43"/>
                    <a:pt x="13" y="47"/>
                    <a:pt x="6" y="51"/>
                  </a:cubicBezTo>
                  <a:cubicBezTo>
                    <a:pt x="4" y="52"/>
                    <a:pt x="1" y="54"/>
                    <a:pt x="0" y="55"/>
                  </a:cubicBezTo>
                  <a:cubicBezTo>
                    <a:pt x="0" y="74"/>
                    <a:pt x="0" y="74"/>
                    <a:pt x="0" y="74"/>
                  </a:cubicBezTo>
                  <a:cubicBezTo>
                    <a:pt x="6" y="77"/>
                    <a:pt x="17" y="80"/>
                    <a:pt x="38" y="80"/>
                  </a:cubicBezTo>
                  <a:cubicBezTo>
                    <a:pt x="40" y="80"/>
                    <a:pt x="42" y="78"/>
                    <a:pt x="42" y="76"/>
                  </a:cubicBezTo>
                  <a:cubicBezTo>
                    <a:pt x="42" y="73"/>
                    <a:pt x="40" y="71"/>
                    <a:pt x="38" y="71"/>
                  </a:cubicBezTo>
                  <a:cubicBezTo>
                    <a:pt x="14" y="71"/>
                    <a:pt x="5" y="68"/>
                    <a:pt x="2" y="66"/>
                  </a:cubicBezTo>
                  <a:cubicBezTo>
                    <a:pt x="3" y="64"/>
                    <a:pt x="5" y="61"/>
                    <a:pt x="11" y="58"/>
                  </a:cubicBezTo>
                  <a:cubicBezTo>
                    <a:pt x="17" y="54"/>
                    <a:pt x="24" y="51"/>
                    <a:pt x="26" y="51"/>
                  </a:cubicBezTo>
                  <a:cubicBezTo>
                    <a:pt x="27" y="51"/>
                    <a:pt x="27" y="51"/>
                    <a:pt x="27" y="51"/>
                  </a:cubicBezTo>
                  <a:cubicBezTo>
                    <a:pt x="27" y="51"/>
                    <a:pt x="33" y="49"/>
                    <a:pt x="45" y="51"/>
                  </a:cubicBezTo>
                  <a:cubicBezTo>
                    <a:pt x="47" y="51"/>
                    <a:pt x="57" y="55"/>
                    <a:pt x="64" y="60"/>
                  </a:cubicBezTo>
                  <a:cubicBezTo>
                    <a:pt x="66" y="61"/>
                    <a:pt x="69" y="61"/>
                    <a:pt x="70" y="59"/>
                  </a:cubicBezTo>
                  <a:cubicBezTo>
                    <a:pt x="71" y="57"/>
                    <a:pt x="71" y="54"/>
                    <a:pt x="69" y="53"/>
                  </a:cubicBezTo>
                  <a:close/>
                  <a:moveTo>
                    <a:pt x="23" y="21"/>
                  </a:moveTo>
                  <a:cubicBezTo>
                    <a:pt x="23" y="14"/>
                    <a:pt x="29" y="9"/>
                    <a:pt x="36" y="9"/>
                  </a:cubicBezTo>
                  <a:cubicBezTo>
                    <a:pt x="42" y="9"/>
                    <a:pt x="48" y="14"/>
                    <a:pt x="48" y="21"/>
                  </a:cubicBezTo>
                  <a:cubicBezTo>
                    <a:pt x="48" y="28"/>
                    <a:pt x="42" y="33"/>
                    <a:pt x="36" y="33"/>
                  </a:cubicBezTo>
                  <a:cubicBezTo>
                    <a:pt x="29" y="33"/>
                    <a:pt x="23" y="28"/>
                    <a:pt x="23" y="21"/>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3" name="Freeform 25"/>
            <p:cNvSpPr>
              <a:spLocks noEditPoints="1"/>
            </p:cNvSpPr>
            <p:nvPr/>
          </p:nvSpPr>
          <p:spPr bwMode="auto">
            <a:xfrm>
              <a:off x="5738096" y="3229341"/>
              <a:ext cx="425234" cy="461578"/>
            </a:xfrm>
            <a:custGeom>
              <a:avLst/>
              <a:gdLst>
                <a:gd name="T0" fmla="*/ 60 w 74"/>
                <a:gd name="T1" fmla="*/ 51 h 80"/>
                <a:gd name="T2" fmla="*/ 42 w 74"/>
                <a:gd name="T3" fmla="*/ 43 h 80"/>
                <a:gd name="T4" fmla="*/ 33 w 74"/>
                <a:gd name="T5" fmla="*/ 42 h 80"/>
                <a:gd name="T6" fmla="*/ 51 w 74"/>
                <a:gd name="T7" fmla="*/ 21 h 80"/>
                <a:gd name="T8" fmla="*/ 31 w 74"/>
                <a:gd name="T9" fmla="*/ 0 h 80"/>
                <a:gd name="T10" fmla="*/ 10 w 74"/>
                <a:gd name="T11" fmla="*/ 21 h 80"/>
                <a:gd name="T12" fmla="*/ 28 w 74"/>
                <a:gd name="T13" fmla="*/ 42 h 80"/>
                <a:gd name="T14" fmla="*/ 20 w 74"/>
                <a:gd name="T15" fmla="*/ 43 h 80"/>
                <a:gd name="T16" fmla="*/ 2 w 74"/>
                <a:gd name="T17" fmla="*/ 50 h 80"/>
                <a:gd name="T18" fmla="*/ 1 w 74"/>
                <a:gd name="T19" fmla="*/ 56 h 80"/>
                <a:gd name="T20" fmla="*/ 7 w 74"/>
                <a:gd name="T21" fmla="*/ 57 h 80"/>
                <a:gd name="T22" fmla="*/ 21 w 74"/>
                <a:gd name="T23" fmla="*/ 51 h 80"/>
                <a:gd name="T24" fmla="*/ 39 w 74"/>
                <a:gd name="T25" fmla="*/ 51 h 80"/>
                <a:gd name="T26" fmla="*/ 40 w 74"/>
                <a:gd name="T27" fmla="*/ 51 h 80"/>
                <a:gd name="T28" fmla="*/ 56 w 74"/>
                <a:gd name="T29" fmla="*/ 58 h 80"/>
                <a:gd name="T30" fmla="*/ 65 w 74"/>
                <a:gd name="T31" fmla="*/ 66 h 80"/>
                <a:gd name="T32" fmla="*/ 35 w 74"/>
                <a:gd name="T33" fmla="*/ 71 h 80"/>
                <a:gd name="T34" fmla="*/ 31 w 74"/>
                <a:gd name="T35" fmla="*/ 76 h 80"/>
                <a:gd name="T36" fmla="*/ 35 w 74"/>
                <a:gd name="T37" fmla="*/ 80 h 80"/>
                <a:gd name="T38" fmla="*/ 35 w 74"/>
                <a:gd name="T39" fmla="*/ 80 h 80"/>
                <a:gd name="T40" fmla="*/ 74 w 74"/>
                <a:gd name="T41" fmla="*/ 68 h 80"/>
                <a:gd name="T42" fmla="*/ 74 w 74"/>
                <a:gd name="T43" fmla="*/ 65 h 80"/>
                <a:gd name="T44" fmla="*/ 60 w 74"/>
                <a:gd name="T45" fmla="*/ 51 h 80"/>
                <a:gd name="T46" fmla="*/ 18 w 74"/>
                <a:gd name="T47" fmla="*/ 21 h 80"/>
                <a:gd name="T48" fmla="*/ 31 w 74"/>
                <a:gd name="T49" fmla="*/ 9 h 80"/>
                <a:gd name="T50" fmla="*/ 43 w 74"/>
                <a:gd name="T51" fmla="*/ 21 h 80"/>
                <a:gd name="T52" fmla="*/ 31 w 74"/>
                <a:gd name="T53" fmla="*/ 33 h 80"/>
                <a:gd name="T54" fmla="*/ 18 w 74"/>
                <a:gd name="T55" fmla="*/ 2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80">
                  <a:moveTo>
                    <a:pt x="60" y="51"/>
                  </a:moveTo>
                  <a:cubicBezTo>
                    <a:pt x="53" y="47"/>
                    <a:pt x="45" y="43"/>
                    <a:pt x="42" y="43"/>
                  </a:cubicBezTo>
                  <a:cubicBezTo>
                    <a:pt x="40" y="42"/>
                    <a:pt x="38" y="42"/>
                    <a:pt x="33" y="42"/>
                  </a:cubicBezTo>
                  <a:cubicBezTo>
                    <a:pt x="43" y="40"/>
                    <a:pt x="51" y="32"/>
                    <a:pt x="51" y="21"/>
                  </a:cubicBezTo>
                  <a:cubicBezTo>
                    <a:pt x="51" y="10"/>
                    <a:pt x="42" y="0"/>
                    <a:pt x="31" y="0"/>
                  </a:cubicBezTo>
                  <a:cubicBezTo>
                    <a:pt x="19" y="0"/>
                    <a:pt x="10" y="10"/>
                    <a:pt x="10" y="21"/>
                  </a:cubicBezTo>
                  <a:cubicBezTo>
                    <a:pt x="10" y="32"/>
                    <a:pt x="18" y="41"/>
                    <a:pt x="28" y="42"/>
                  </a:cubicBezTo>
                  <a:cubicBezTo>
                    <a:pt x="26" y="42"/>
                    <a:pt x="23" y="42"/>
                    <a:pt x="20" y="43"/>
                  </a:cubicBezTo>
                  <a:cubicBezTo>
                    <a:pt x="17" y="43"/>
                    <a:pt x="10" y="46"/>
                    <a:pt x="2" y="50"/>
                  </a:cubicBezTo>
                  <a:cubicBezTo>
                    <a:pt x="0" y="51"/>
                    <a:pt x="0" y="54"/>
                    <a:pt x="1" y="56"/>
                  </a:cubicBezTo>
                  <a:cubicBezTo>
                    <a:pt x="2" y="58"/>
                    <a:pt x="5" y="59"/>
                    <a:pt x="7" y="57"/>
                  </a:cubicBezTo>
                  <a:cubicBezTo>
                    <a:pt x="13" y="54"/>
                    <a:pt x="19" y="51"/>
                    <a:pt x="21" y="51"/>
                  </a:cubicBezTo>
                  <a:cubicBezTo>
                    <a:pt x="33" y="49"/>
                    <a:pt x="39" y="51"/>
                    <a:pt x="39" y="51"/>
                  </a:cubicBezTo>
                  <a:cubicBezTo>
                    <a:pt x="39" y="51"/>
                    <a:pt x="40" y="51"/>
                    <a:pt x="40" y="51"/>
                  </a:cubicBezTo>
                  <a:cubicBezTo>
                    <a:pt x="42" y="51"/>
                    <a:pt x="49" y="54"/>
                    <a:pt x="56" y="58"/>
                  </a:cubicBezTo>
                  <a:cubicBezTo>
                    <a:pt x="61" y="61"/>
                    <a:pt x="64" y="64"/>
                    <a:pt x="65" y="66"/>
                  </a:cubicBezTo>
                  <a:cubicBezTo>
                    <a:pt x="62" y="67"/>
                    <a:pt x="55" y="71"/>
                    <a:pt x="35" y="71"/>
                  </a:cubicBezTo>
                  <a:cubicBezTo>
                    <a:pt x="32" y="71"/>
                    <a:pt x="31" y="73"/>
                    <a:pt x="31" y="76"/>
                  </a:cubicBezTo>
                  <a:cubicBezTo>
                    <a:pt x="31" y="78"/>
                    <a:pt x="32" y="80"/>
                    <a:pt x="35" y="80"/>
                  </a:cubicBezTo>
                  <a:cubicBezTo>
                    <a:pt x="35" y="80"/>
                    <a:pt x="35" y="80"/>
                    <a:pt x="35" y="80"/>
                  </a:cubicBezTo>
                  <a:cubicBezTo>
                    <a:pt x="68" y="79"/>
                    <a:pt x="73" y="70"/>
                    <a:pt x="74" y="68"/>
                  </a:cubicBezTo>
                  <a:cubicBezTo>
                    <a:pt x="74" y="67"/>
                    <a:pt x="74" y="66"/>
                    <a:pt x="74" y="65"/>
                  </a:cubicBezTo>
                  <a:cubicBezTo>
                    <a:pt x="72" y="60"/>
                    <a:pt x="68" y="55"/>
                    <a:pt x="60" y="51"/>
                  </a:cubicBezTo>
                  <a:close/>
                  <a:moveTo>
                    <a:pt x="18" y="21"/>
                  </a:moveTo>
                  <a:cubicBezTo>
                    <a:pt x="18" y="14"/>
                    <a:pt x="24" y="9"/>
                    <a:pt x="31" y="9"/>
                  </a:cubicBezTo>
                  <a:cubicBezTo>
                    <a:pt x="37" y="9"/>
                    <a:pt x="43" y="14"/>
                    <a:pt x="43" y="21"/>
                  </a:cubicBezTo>
                  <a:cubicBezTo>
                    <a:pt x="43" y="28"/>
                    <a:pt x="37" y="33"/>
                    <a:pt x="31" y="33"/>
                  </a:cubicBezTo>
                  <a:cubicBezTo>
                    <a:pt x="24" y="33"/>
                    <a:pt x="18" y="28"/>
                    <a:pt x="18" y="21"/>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grpSp>
      <p:grpSp>
        <p:nvGrpSpPr>
          <p:cNvPr id="54" name="组合 53"/>
          <p:cNvGrpSpPr/>
          <p:nvPr userDrawn="1"/>
        </p:nvGrpSpPr>
        <p:grpSpPr>
          <a:xfrm>
            <a:off x="6325263" y="2811033"/>
            <a:ext cx="1762683" cy="1762683"/>
            <a:chOff x="7254587" y="2605210"/>
            <a:chExt cx="1376915" cy="1376915"/>
          </a:xfrm>
        </p:grpSpPr>
        <p:sp>
          <p:nvSpPr>
            <p:cNvPr id="55" name="矩形 54"/>
            <p:cNvSpPr/>
            <p:nvPr/>
          </p:nvSpPr>
          <p:spPr>
            <a:xfrm>
              <a:off x="7254587" y="2605210"/>
              <a:ext cx="1376915" cy="1376915"/>
            </a:xfrm>
            <a:prstGeom prst="rect">
              <a:avLst/>
            </a:prstGeom>
            <a:solidFill>
              <a:srgbClr val="A1A1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grpSp>
          <p:nvGrpSpPr>
            <p:cNvPr id="56" name="组合 55"/>
            <p:cNvGrpSpPr/>
            <p:nvPr/>
          </p:nvGrpSpPr>
          <p:grpSpPr>
            <a:xfrm>
              <a:off x="7254587" y="2789568"/>
              <a:ext cx="1090344" cy="1010387"/>
              <a:chOff x="7255368" y="2789568"/>
              <a:chExt cx="1090344" cy="1010387"/>
            </a:xfrm>
          </p:grpSpPr>
          <p:sp>
            <p:nvSpPr>
              <p:cNvPr id="57" name="Freeform 11"/>
              <p:cNvSpPr/>
              <p:nvPr/>
            </p:nvSpPr>
            <p:spPr bwMode="auto">
              <a:xfrm>
                <a:off x="7255368" y="3547358"/>
                <a:ext cx="556074" cy="67239"/>
              </a:xfrm>
              <a:custGeom>
                <a:avLst/>
                <a:gdLst>
                  <a:gd name="T0" fmla="*/ 75 w 75"/>
                  <a:gd name="T1" fmla="*/ 9 h 9"/>
                  <a:gd name="T2" fmla="*/ 75 w 75"/>
                  <a:gd name="T3" fmla="*/ 1 h 9"/>
                  <a:gd name="T4" fmla="*/ 7 w 75"/>
                  <a:gd name="T5" fmla="*/ 1 h 9"/>
                  <a:gd name="T6" fmla="*/ 0 w 75"/>
                  <a:gd name="T7" fmla="*/ 0 h 9"/>
                  <a:gd name="T8" fmla="*/ 0 w 75"/>
                  <a:gd name="T9" fmla="*/ 7 h 9"/>
                  <a:gd name="T10" fmla="*/ 7 w 75"/>
                  <a:gd name="T11" fmla="*/ 9 h 9"/>
                  <a:gd name="T12" fmla="*/ 75 w 75"/>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75" h="9">
                    <a:moveTo>
                      <a:pt x="75" y="9"/>
                    </a:moveTo>
                    <a:cubicBezTo>
                      <a:pt x="75" y="1"/>
                      <a:pt x="75" y="1"/>
                      <a:pt x="75" y="1"/>
                    </a:cubicBezTo>
                    <a:cubicBezTo>
                      <a:pt x="7" y="1"/>
                      <a:pt x="7" y="1"/>
                      <a:pt x="7" y="1"/>
                    </a:cubicBezTo>
                    <a:cubicBezTo>
                      <a:pt x="4" y="1"/>
                      <a:pt x="2" y="1"/>
                      <a:pt x="0" y="0"/>
                    </a:cubicBezTo>
                    <a:cubicBezTo>
                      <a:pt x="0" y="7"/>
                      <a:pt x="0" y="7"/>
                      <a:pt x="0" y="7"/>
                    </a:cubicBezTo>
                    <a:cubicBezTo>
                      <a:pt x="2" y="8"/>
                      <a:pt x="4" y="9"/>
                      <a:pt x="7" y="9"/>
                    </a:cubicBezTo>
                    <a:lnTo>
                      <a:pt x="75" y="9"/>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8" name="Freeform 12"/>
              <p:cNvSpPr>
                <a:spLocks noEditPoints="1"/>
              </p:cNvSpPr>
              <p:nvPr/>
            </p:nvSpPr>
            <p:spPr bwMode="auto">
              <a:xfrm>
                <a:off x="7582471" y="3027628"/>
                <a:ext cx="318017" cy="356178"/>
              </a:xfrm>
              <a:custGeom>
                <a:avLst/>
                <a:gdLst>
                  <a:gd name="T0" fmla="*/ 43 w 43"/>
                  <a:gd name="T1" fmla="*/ 23 h 48"/>
                  <a:gd name="T2" fmla="*/ 43 w 43"/>
                  <a:gd name="T3" fmla="*/ 22 h 48"/>
                  <a:gd name="T4" fmla="*/ 43 w 43"/>
                  <a:gd name="T5" fmla="*/ 22 h 48"/>
                  <a:gd name="T6" fmla="*/ 42 w 43"/>
                  <a:gd name="T7" fmla="*/ 22 h 48"/>
                  <a:gd name="T8" fmla="*/ 42 w 43"/>
                  <a:gd name="T9" fmla="*/ 21 h 48"/>
                  <a:gd name="T10" fmla="*/ 42 w 43"/>
                  <a:gd name="T11" fmla="*/ 21 h 48"/>
                  <a:gd name="T12" fmla="*/ 5 w 43"/>
                  <a:gd name="T13" fmla="*/ 0 h 48"/>
                  <a:gd name="T14" fmla="*/ 5 w 43"/>
                  <a:gd name="T15" fmla="*/ 0 h 48"/>
                  <a:gd name="T16" fmla="*/ 4 w 43"/>
                  <a:gd name="T17" fmla="*/ 0 h 48"/>
                  <a:gd name="T18" fmla="*/ 3 w 43"/>
                  <a:gd name="T19" fmla="*/ 0 h 48"/>
                  <a:gd name="T20" fmla="*/ 3 w 43"/>
                  <a:gd name="T21" fmla="*/ 0 h 48"/>
                  <a:gd name="T22" fmla="*/ 3 w 43"/>
                  <a:gd name="T23" fmla="*/ 0 h 48"/>
                  <a:gd name="T24" fmla="*/ 2 w 43"/>
                  <a:gd name="T25" fmla="*/ 0 h 48"/>
                  <a:gd name="T26" fmla="*/ 1 w 43"/>
                  <a:gd name="T27" fmla="*/ 0 h 48"/>
                  <a:gd name="T28" fmla="*/ 1 w 43"/>
                  <a:gd name="T29" fmla="*/ 1 h 48"/>
                  <a:gd name="T30" fmla="*/ 0 w 43"/>
                  <a:gd name="T31" fmla="*/ 1 h 48"/>
                  <a:gd name="T32" fmla="*/ 0 w 43"/>
                  <a:gd name="T33" fmla="*/ 2 h 48"/>
                  <a:gd name="T34" fmla="*/ 0 w 43"/>
                  <a:gd name="T35" fmla="*/ 2 h 48"/>
                  <a:gd name="T36" fmla="*/ 0 w 43"/>
                  <a:gd name="T37" fmla="*/ 2 h 48"/>
                  <a:gd name="T38" fmla="*/ 0 w 43"/>
                  <a:gd name="T39" fmla="*/ 3 h 48"/>
                  <a:gd name="T40" fmla="*/ 0 w 43"/>
                  <a:gd name="T41" fmla="*/ 3 h 48"/>
                  <a:gd name="T42" fmla="*/ 0 w 43"/>
                  <a:gd name="T43" fmla="*/ 45 h 48"/>
                  <a:gd name="T44" fmla="*/ 0 w 43"/>
                  <a:gd name="T45" fmla="*/ 45 h 48"/>
                  <a:gd name="T46" fmla="*/ 0 w 43"/>
                  <a:gd name="T47" fmla="*/ 46 h 48"/>
                  <a:gd name="T48" fmla="*/ 0 w 43"/>
                  <a:gd name="T49" fmla="*/ 46 h 48"/>
                  <a:gd name="T50" fmla="*/ 0 w 43"/>
                  <a:gd name="T51" fmla="*/ 47 h 48"/>
                  <a:gd name="T52" fmla="*/ 2 w 43"/>
                  <a:gd name="T53" fmla="*/ 48 h 48"/>
                  <a:gd name="T54" fmla="*/ 2 w 43"/>
                  <a:gd name="T55" fmla="*/ 48 h 48"/>
                  <a:gd name="T56" fmla="*/ 3 w 43"/>
                  <a:gd name="T57" fmla="*/ 48 h 48"/>
                  <a:gd name="T58" fmla="*/ 3 w 43"/>
                  <a:gd name="T59" fmla="*/ 48 h 48"/>
                  <a:gd name="T60" fmla="*/ 3 w 43"/>
                  <a:gd name="T61" fmla="*/ 48 h 48"/>
                  <a:gd name="T62" fmla="*/ 3 w 43"/>
                  <a:gd name="T63" fmla="*/ 48 h 48"/>
                  <a:gd name="T64" fmla="*/ 4 w 43"/>
                  <a:gd name="T65" fmla="*/ 48 h 48"/>
                  <a:gd name="T66" fmla="*/ 5 w 43"/>
                  <a:gd name="T67" fmla="*/ 48 h 48"/>
                  <a:gd name="T68" fmla="*/ 5 w 43"/>
                  <a:gd name="T69" fmla="*/ 48 h 48"/>
                  <a:gd name="T70" fmla="*/ 42 w 43"/>
                  <a:gd name="T71" fmla="*/ 27 h 48"/>
                  <a:gd name="T72" fmla="*/ 42 w 43"/>
                  <a:gd name="T73" fmla="*/ 27 h 48"/>
                  <a:gd name="T74" fmla="*/ 43 w 43"/>
                  <a:gd name="T75" fmla="*/ 26 h 48"/>
                  <a:gd name="T76" fmla="*/ 43 w 43"/>
                  <a:gd name="T77" fmla="*/ 26 h 48"/>
                  <a:gd name="T78" fmla="*/ 43 w 43"/>
                  <a:gd name="T79" fmla="*/ 26 h 48"/>
                  <a:gd name="T80" fmla="*/ 43 w 43"/>
                  <a:gd name="T81" fmla="*/ 25 h 48"/>
                  <a:gd name="T82" fmla="*/ 43 w 43"/>
                  <a:gd name="T83" fmla="*/ 25 h 48"/>
                  <a:gd name="T84" fmla="*/ 43 w 43"/>
                  <a:gd name="T85" fmla="*/ 24 h 48"/>
                  <a:gd name="T86" fmla="*/ 43 w 43"/>
                  <a:gd name="T87" fmla="*/ 23 h 48"/>
                  <a:gd name="T88" fmla="*/ 43 w 43"/>
                  <a:gd name="T89" fmla="*/ 23 h 48"/>
                  <a:gd name="T90" fmla="*/ 7 w 43"/>
                  <a:gd name="T91" fmla="*/ 39 h 48"/>
                  <a:gd name="T92" fmla="*/ 7 w 43"/>
                  <a:gd name="T93" fmla="*/ 9 h 48"/>
                  <a:gd name="T94" fmla="*/ 33 w 43"/>
                  <a:gd name="T95" fmla="*/ 24 h 48"/>
                  <a:gd name="T96" fmla="*/ 7 w 43"/>
                  <a:gd name="T97" fmla="*/ 3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3" h="48">
                    <a:moveTo>
                      <a:pt x="43" y="23"/>
                    </a:moveTo>
                    <a:cubicBezTo>
                      <a:pt x="43" y="23"/>
                      <a:pt x="43" y="22"/>
                      <a:pt x="43" y="22"/>
                    </a:cubicBezTo>
                    <a:cubicBezTo>
                      <a:pt x="43" y="22"/>
                      <a:pt x="43" y="22"/>
                      <a:pt x="43" y="22"/>
                    </a:cubicBezTo>
                    <a:cubicBezTo>
                      <a:pt x="43" y="22"/>
                      <a:pt x="43" y="22"/>
                      <a:pt x="42" y="22"/>
                    </a:cubicBezTo>
                    <a:cubicBezTo>
                      <a:pt x="42" y="21"/>
                      <a:pt x="42" y="21"/>
                      <a:pt x="42" y="21"/>
                    </a:cubicBezTo>
                    <a:cubicBezTo>
                      <a:pt x="42" y="21"/>
                      <a:pt x="42" y="21"/>
                      <a:pt x="42" y="21"/>
                    </a:cubicBezTo>
                    <a:cubicBezTo>
                      <a:pt x="5" y="0"/>
                      <a:pt x="5" y="0"/>
                      <a:pt x="5" y="0"/>
                    </a:cubicBezTo>
                    <a:cubicBezTo>
                      <a:pt x="5" y="0"/>
                      <a:pt x="5" y="0"/>
                      <a:pt x="5" y="0"/>
                    </a:cubicBezTo>
                    <a:cubicBezTo>
                      <a:pt x="5" y="0"/>
                      <a:pt x="4" y="0"/>
                      <a:pt x="4" y="0"/>
                    </a:cubicBezTo>
                    <a:cubicBezTo>
                      <a:pt x="4" y="0"/>
                      <a:pt x="4" y="0"/>
                      <a:pt x="3" y="0"/>
                    </a:cubicBezTo>
                    <a:cubicBezTo>
                      <a:pt x="3" y="0"/>
                      <a:pt x="3" y="0"/>
                      <a:pt x="3" y="0"/>
                    </a:cubicBezTo>
                    <a:cubicBezTo>
                      <a:pt x="3" y="0"/>
                      <a:pt x="3" y="0"/>
                      <a:pt x="3" y="0"/>
                    </a:cubicBezTo>
                    <a:cubicBezTo>
                      <a:pt x="3" y="0"/>
                      <a:pt x="2" y="0"/>
                      <a:pt x="2" y="0"/>
                    </a:cubicBezTo>
                    <a:cubicBezTo>
                      <a:pt x="2" y="0"/>
                      <a:pt x="2" y="0"/>
                      <a:pt x="1" y="0"/>
                    </a:cubicBezTo>
                    <a:cubicBezTo>
                      <a:pt x="1" y="0"/>
                      <a:pt x="1" y="0"/>
                      <a:pt x="1" y="1"/>
                    </a:cubicBezTo>
                    <a:cubicBezTo>
                      <a:pt x="1" y="1"/>
                      <a:pt x="1" y="1"/>
                      <a:pt x="0" y="1"/>
                    </a:cubicBezTo>
                    <a:cubicBezTo>
                      <a:pt x="0" y="1"/>
                      <a:pt x="0" y="1"/>
                      <a:pt x="0" y="2"/>
                    </a:cubicBezTo>
                    <a:cubicBezTo>
                      <a:pt x="0" y="2"/>
                      <a:pt x="0" y="2"/>
                      <a:pt x="0" y="2"/>
                    </a:cubicBezTo>
                    <a:cubicBezTo>
                      <a:pt x="0" y="2"/>
                      <a:pt x="0" y="2"/>
                      <a:pt x="0" y="2"/>
                    </a:cubicBezTo>
                    <a:cubicBezTo>
                      <a:pt x="0" y="3"/>
                      <a:pt x="0" y="3"/>
                      <a:pt x="0" y="3"/>
                    </a:cubicBezTo>
                    <a:cubicBezTo>
                      <a:pt x="0" y="3"/>
                      <a:pt x="0" y="3"/>
                      <a:pt x="0" y="3"/>
                    </a:cubicBezTo>
                    <a:cubicBezTo>
                      <a:pt x="0" y="45"/>
                      <a:pt x="0" y="45"/>
                      <a:pt x="0" y="45"/>
                    </a:cubicBezTo>
                    <a:cubicBezTo>
                      <a:pt x="0" y="45"/>
                      <a:pt x="0" y="45"/>
                      <a:pt x="0" y="45"/>
                    </a:cubicBezTo>
                    <a:cubicBezTo>
                      <a:pt x="0" y="45"/>
                      <a:pt x="0" y="45"/>
                      <a:pt x="0" y="46"/>
                    </a:cubicBezTo>
                    <a:cubicBezTo>
                      <a:pt x="0" y="46"/>
                      <a:pt x="0" y="46"/>
                      <a:pt x="0" y="46"/>
                    </a:cubicBezTo>
                    <a:cubicBezTo>
                      <a:pt x="0" y="46"/>
                      <a:pt x="0" y="46"/>
                      <a:pt x="0" y="47"/>
                    </a:cubicBezTo>
                    <a:cubicBezTo>
                      <a:pt x="1" y="47"/>
                      <a:pt x="1" y="48"/>
                      <a:pt x="2" y="48"/>
                    </a:cubicBezTo>
                    <a:cubicBezTo>
                      <a:pt x="2" y="48"/>
                      <a:pt x="2" y="48"/>
                      <a:pt x="2" y="48"/>
                    </a:cubicBezTo>
                    <a:cubicBezTo>
                      <a:pt x="2" y="48"/>
                      <a:pt x="3" y="48"/>
                      <a:pt x="3" y="48"/>
                    </a:cubicBezTo>
                    <a:cubicBezTo>
                      <a:pt x="3" y="48"/>
                      <a:pt x="3" y="48"/>
                      <a:pt x="3" y="48"/>
                    </a:cubicBezTo>
                    <a:cubicBezTo>
                      <a:pt x="3" y="48"/>
                      <a:pt x="3" y="48"/>
                      <a:pt x="3" y="48"/>
                    </a:cubicBezTo>
                    <a:cubicBezTo>
                      <a:pt x="3" y="48"/>
                      <a:pt x="3" y="48"/>
                      <a:pt x="3" y="48"/>
                    </a:cubicBezTo>
                    <a:cubicBezTo>
                      <a:pt x="4" y="48"/>
                      <a:pt x="4" y="48"/>
                      <a:pt x="4" y="48"/>
                    </a:cubicBezTo>
                    <a:cubicBezTo>
                      <a:pt x="5" y="48"/>
                      <a:pt x="5" y="48"/>
                      <a:pt x="5" y="48"/>
                    </a:cubicBezTo>
                    <a:cubicBezTo>
                      <a:pt x="5" y="48"/>
                      <a:pt x="5" y="48"/>
                      <a:pt x="5" y="48"/>
                    </a:cubicBezTo>
                    <a:cubicBezTo>
                      <a:pt x="42" y="27"/>
                      <a:pt x="42" y="27"/>
                      <a:pt x="42" y="27"/>
                    </a:cubicBezTo>
                    <a:cubicBezTo>
                      <a:pt x="42" y="27"/>
                      <a:pt x="42" y="27"/>
                      <a:pt x="42" y="27"/>
                    </a:cubicBezTo>
                    <a:cubicBezTo>
                      <a:pt x="42" y="27"/>
                      <a:pt x="42" y="27"/>
                      <a:pt x="43" y="26"/>
                    </a:cubicBezTo>
                    <a:cubicBezTo>
                      <a:pt x="43" y="26"/>
                      <a:pt x="43" y="26"/>
                      <a:pt x="43" y="26"/>
                    </a:cubicBezTo>
                    <a:cubicBezTo>
                      <a:pt x="43" y="26"/>
                      <a:pt x="43" y="26"/>
                      <a:pt x="43" y="26"/>
                    </a:cubicBezTo>
                    <a:cubicBezTo>
                      <a:pt x="43" y="26"/>
                      <a:pt x="43" y="26"/>
                      <a:pt x="43" y="25"/>
                    </a:cubicBezTo>
                    <a:cubicBezTo>
                      <a:pt x="43" y="25"/>
                      <a:pt x="43" y="25"/>
                      <a:pt x="43" y="25"/>
                    </a:cubicBezTo>
                    <a:cubicBezTo>
                      <a:pt x="43" y="24"/>
                      <a:pt x="43" y="24"/>
                      <a:pt x="43" y="24"/>
                    </a:cubicBezTo>
                    <a:cubicBezTo>
                      <a:pt x="43" y="24"/>
                      <a:pt x="43" y="24"/>
                      <a:pt x="43" y="23"/>
                    </a:cubicBezTo>
                    <a:cubicBezTo>
                      <a:pt x="43" y="23"/>
                      <a:pt x="43" y="23"/>
                      <a:pt x="43" y="23"/>
                    </a:cubicBezTo>
                    <a:close/>
                    <a:moveTo>
                      <a:pt x="7" y="39"/>
                    </a:moveTo>
                    <a:cubicBezTo>
                      <a:pt x="7" y="9"/>
                      <a:pt x="7" y="9"/>
                      <a:pt x="7" y="9"/>
                    </a:cubicBezTo>
                    <a:cubicBezTo>
                      <a:pt x="33" y="24"/>
                      <a:pt x="33" y="24"/>
                      <a:pt x="33" y="24"/>
                    </a:cubicBezTo>
                    <a:lnTo>
                      <a:pt x="7" y="39"/>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59" name="Freeform 13"/>
              <p:cNvSpPr/>
              <p:nvPr/>
            </p:nvSpPr>
            <p:spPr bwMode="auto">
              <a:xfrm>
                <a:off x="7277177" y="3739985"/>
                <a:ext cx="928609" cy="59970"/>
              </a:xfrm>
              <a:custGeom>
                <a:avLst/>
                <a:gdLst>
                  <a:gd name="T0" fmla="*/ 121 w 125"/>
                  <a:gd name="T1" fmla="*/ 0 h 8"/>
                  <a:gd name="T2" fmla="*/ 4 w 125"/>
                  <a:gd name="T3" fmla="*/ 0 h 8"/>
                  <a:gd name="T4" fmla="*/ 0 w 125"/>
                  <a:gd name="T5" fmla="*/ 4 h 8"/>
                  <a:gd name="T6" fmla="*/ 4 w 125"/>
                  <a:gd name="T7" fmla="*/ 8 h 8"/>
                  <a:gd name="T8" fmla="*/ 121 w 125"/>
                  <a:gd name="T9" fmla="*/ 8 h 8"/>
                  <a:gd name="T10" fmla="*/ 125 w 125"/>
                  <a:gd name="T11" fmla="*/ 4 h 8"/>
                  <a:gd name="T12" fmla="*/ 121 w 125"/>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25" h="8">
                    <a:moveTo>
                      <a:pt x="121" y="0"/>
                    </a:moveTo>
                    <a:cubicBezTo>
                      <a:pt x="4" y="0"/>
                      <a:pt x="4" y="0"/>
                      <a:pt x="4" y="0"/>
                    </a:cubicBezTo>
                    <a:cubicBezTo>
                      <a:pt x="2" y="0"/>
                      <a:pt x="0" y="2"/>
                      <a:pt x="0" y="4"/>
                    </a:cubicBezTo>
                    <a:cubicBezTo>
                      <a:pt x="0" y="6"/>
                      <a:pt x="2" y="8"/>
                      <a:pt x="4" y="8"/>
                    </a:cubicBezTo>
                    <a:cubicBezTo>
                      <a:pt x="121" y="8"/>
                      <a:pt x="121" y="8"/>
                      <a:pt x="121" y="8"/>
                    </a:cubicBezTo>
                    <a:cubicBezTo>
                      <a:pt x="123" y="8"/>
                      <a:pt x="125" y="6"/>
                      <a:pt x="125" y="4"/>
                    </a:cubicBezTo>
                    <a:cubicBezTo>
                      <a:pt x="125" y="2"/>
                      <a:pt x="123" y="0"/>
                      <a:pt x="121"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60" name="Freeform 14"/>
              <p:cNvSpPr/>
              <p:nvPr/>
            </p:nvSpPr>
            <p:spPr bwMode="auto">
              <a:xfrm>
                <a:off x="7864145" y="3501926"/>
                <a:ext cx="154466" cy="163552"/>
              </a:xfrm>
              <a:custGeom>
                <a:avLst/>
                <a:gdLst>
                  <a:gd name="T0" fmla="*/ 28 w 85"/>
                  <a:gd name="T1" fmla="*/ 0 h 90"/>
                  <a:gd name="T2" fmla="*/ 28 w 85"/>
                  <a:gd name="T3" fmla="*/ 29 h 90"/>
                  <a:gd name="T4" fmla="*/ 0 w 85"/>
                  <a:gd name="T5" fmla="*/ 29 h 90"/>
                  <a:gd name="T6" fmla="*/ 0 w 85"/>
                  <a:gd name="T7" fmla="*/ 29 h 90"/>
                  <a:gd name="T8" fmla="*/ 0 w 85"/>
                  <a:gd name="T9" fmla="*/ 58 h 90"/>
                  <a:gd name="T10" fmla="*/ 0 w 85"/>
                  <a:gd name="T11" fmla="*/ 62 h 90"/>
                  <a:gd name="T12" fmla="*/ 28 w 85"/>
                  <a:gd name="T13" fmla="*/ 62 h 90"/>
                  <a:gd name="T14" fmla="*/ 28 w 85"/>
                  <a:gd name="T15" fmla="*/ 90 h 90"/>
                  <a:gd name="T16" fmla="*/ 57 w 85"/>
                  <a:gd name="T17" fmla="*/ 90 h 90"/>
                  <a:gd name="T18" fmla="*/ 57 w 85"/>
                  <a:gd name="T19" fmla="*/ 62 h 90"/>
                  <a:gd name="T20" fmla="*/ 85 w 85"/>
                  <a:gd name="T21" fmla="*/ 62 h 90"/>
                  <a:gd name="T22" fmla="*/ 85 w 85"/>
                  <a:gd name="T23" fmla="*/ 58 h 90"/>
                  <a:gd name="T24" fmla="*/ 85 w 85"/>
                  <a:gd name="T25" fmla="*/ 29 h 90"/>
                  <a:gd name="T26" fmla="*/ 85 w 85"/>
                  <a:gd name="T27" fmla="*/ 29 h 90"/>
                  <a:gd name="T28" fmla="*/ 57 w 85"/>
                  <a:gd name="T29" fmla="*/ 29 h 90"/>
                  <a:gd name="T30" fmla="*/ 57 w 85"/>
                  <a:gd name="T31" fmla="*/ 0 h 90"/>
                  <a:gd name="T32" fmla="*/ 28 w 85"/>
                  <a:gd name="T33"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90">
                    <a:moveTo>
                      <a:pt x="28" y="0"/>
                    </a:moveTo>
                    <a:lnTo>
                      <a:pt x="28" y="29"/>
                    </a:lnTo>
                    <a:lnTo>
                      <a:pt x="0" y="29"/>
                    </a:lnTo>
                    <a:lnTo>
                      <a:pt x="0" y="29"/>
                    </a:lnTo>
                    <a:lnTo>
                      <a:pt x="0" y="58"/>
                    </a:lnTo>
                    <a:lnTo>
                      <a:pt x="0" y="62"/>
                    </a:lnTo>
                    <a:lnTo>
                      <a:pt x="28" y="62"/>
                    </a:lnTo>
                    <a:lnTo>
                      <a:pt x="28" y="90"/>
                    </a:lnTo>
                    <a:lnTo>
                      <a:pt x="57" y="90"/>
                    </a:lnTo>
                    <a:lnTo>
                      <a:pt x="57" y="62"/>
                    </a:lnTo>
                    <a:lnTo>
                      <a:pt x="85" y="62"/>
                    </a:lnTo>
                    <a:lnTo>
                      <a:pt x="85" y="58"/>
                    </a:lnTo>
                    <a:lnTo>
                      <a:pt x="85" y="29"/>
                    </a:lnTo>
                    <a:lnTo>
                      <a:pt x="85" y="29"/>
                    </a:lnTo>
                    <a:lnTo>
                      <a:pt x="57" y="29"/>
                    </a:lnTo>
                    <a:lnTo>
                      <a:pt x="57" y="0"/>
                    </a:lnTo>
                    <a:lnTo>
                      <a:pt x="28" y="0"/>
                    </a:ln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sp>
            <p:nvSpPr>
              <p:cNvPr id="61" name="Freeform 15"/>
              <p:cNvSpPr/>
              <p:nvPr/>
            </p:nvSpPr>
            <p:spPr bwMode="auto">
              <a:xfrm>
                <a:off x="7255368" y="2789568"/>
                <a:ext cx="1090344" cy="825027"/>
              </a:xfrm>
              <a:custGeom>
                <a:avLst/>
                <a:gdLst>
                  <a:gd name="T0" fmla="*/ 125 w 147"/>
                  <a:gd name="T1" fmla="*/ 0 h 111"/>
                  <a:gd name="T2" fmla="*/ 125 w 147"/>
                  <a:gd name="T3" fmla="*/ 0 h 111"/>
                  <a:gd name="T4" fmla="*/ 7 w 147"/>
                  <a:gd name="T5" fmla="*/ 0 h 111"/>
                  <a:gd name="T6" fmla="*/ 0 w 147"/>
                  <a:gd name="T7" fmla="*/ 1 h 111"/>
                  <a:gd name="T8" fmla="*/ 0 w 147"/>
                  <a:gd name="T9" fmla="*/ 9 h 111"/>
                  <a:gd name="T10" fmla="*/ 7 w 147"/>
                  <a:gd name="T11" fmla="*/ 7 h 111"/>
                  <a:gd name="T12" fmla="*/ 124 w 147"/>
                  <a:gd name="T13" fmla="*/ 7 h 111"/>
                  <a:gd name="T14" fmla="*/ 140 w 147"/>
                  <a:gd name="T15" fmla="*/ 23 h 111"/>
                  <a:gd name="T16" fmla="*/ 140 w 147"/>
                  <a:gd name="T17" fmla="*/ 88 h 111"/>
                  <a:gd name="T18" fmla="*/ 124 w 147"/>
                  <a:gd name="T19" fmla="*/ 103 h 111"/>
                  <a:gd name="T20" fmla="*/ 111 w 147"/>
                  <a:gd name="T21" fmla="*/ 103 h 111"/>
                  <a:gd name="T22" fmla="*/ 111 w 147"/>
                  <a:gd name="T23" fmla="*/ 111 h 111"/>
                  <a:gd name="T24" fmla="*/ 125 w 147"/>
                  <a:gd name="T25" fmla="*/ 111 h 111"/>
                  <a:gd name="T26" fmla="*/ 125 w 147"/>
                  <a:gd name="T27" fmla="*/ 110 h 111"/>
                  <a:gd name="T28" fmla="*/ 147 w 147"/>
                  <a:gd name="T29" fmla="*/ 88 h 111"/>
                  <a:gd name="T30" fmla="*/ 147 w 147"/>
                  <a:gd name="T31" fmla="*/ 23 h 111"/>
                  <a:gd name="T32" fmla="*/ 125 w 147"/>
                  <a:gd name="T3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7" h="111">
                    <a:moveTo>
                      <a:pt x="125" y="0"/>
                    </a:moveTo>
                    <a:cubicBezTo>
                      <a:pt x="125" y="0"/>
                      <a:pt x="125" y="0"/>
                      <a:pt x="125" y="0"/>
                    </a:cubicBezTo>
                    <a:cubicBezTo>
                      <a:pt x="7" y="0"/>
                      <a:pt x="7" y="0"/>
                      <a:pt x="7" y="0"/>
                    </a:cubicBezTo>
                    <a:cubicBezTo>
                      <a:pt x="4" y="0"/>
                      <a:pt x="2" y="1"/>
                      <a:pt x="0" y="1"/>
                    </a:cubicBezTo>
                    <a:cubicBezTo>
                      <a:pt x="0" y="9"/>
                      <a:pt x="0" y="9"/>
                      <a:pt x="0" y="9"/>
                    </a:cubicBezTo>
                    <a:cubicBezTo>
                      <a:pt x="2" y="8"/>
                      <a:pt x="4" y="7"/>
                      <a:pt x="7" y="7"/>
                    </a:cubicBezTo>
                    <a:cubicBezTo>
                      <a:pt x="124" y="7"/>
                      <a:pt x="124" y="7"/>
                      <a:pt x="124" y="7"/>
                    </a:cubicBezTo>
                    <a:cubicBezTo>
                      <a:pt x="133" y="7"/>
                      <a:pt x="140" y="14"/>
                      <a:pt x="140" y="23"/>
                    </a:cubicBezTo>
                    <a:cubicBezTo>
                      <a:pt x="140" y="88"/>
                      <a:pt x="140" y="88"/>
                      <a:pt x="140" y="88"/>
                    </a:cubicBezTo>
                    <a:cubicBezTo>
                      <a:pt x="140" y="96"/>
                      <a:pt x="133" y="103"/>
                      <a:pt x="124" y="103"/>
                    </a:cubicBezTo>
                    <a:cubicBezTo>
                      <a:pt x="111" y="103"/>
                      <a:pt x="111" y="103"/>
                      <a:pt x="111" y="103"/>
                    </a:cubicBezTo>
                    <a:cubicBezTo>
                      <a:pt x="111" y="111"/>
                      <a:pt x="111" y="111"/>
                      <a:pt x="111" y="111"/>
                    </a:cubicBezTo>
                    <a:cubicBezTo>
                      <a:pt x="125" y="111"/>
                      <a:pt x="125" y="111"/>
                      <a:pt x="125" y="111"/>
                    </a:cubicBezTo>
                    <a:cubicBezTo>
                      <a:pt x="125" y="110"/>
                      <a:pt x="125" y="110"/>
                      <a:pt x="125" y="110"/>
                    </a:cubicBezTo>
                    <a:cubicBezTo>
                      <a:pt x="137" y="110"/>
                      <a:pt x="147" y="100"/>
                      <a:pt x="147" y="88"/>
                    </a:cubicBezTo>
                    <a:cubicBezTo>
                      <a:pt x="147" y="23"/>
                      <a:pt x="147" y="23"/>
                      <a:pt x="147" y="23"/>
                    </a:cubicBezTo>
                    <a:cubicBezTo>
                      <a:pt x="147" y="11"/>
                      <a:pt x="137" y="1"/>
                      <a:pt x="125" y="0"/>
                    </a:cubicBezTo>
                    <a:close/>
                  </a:path>
                </a:pathLst>
              </a:custGeom>
              <a:solidFill>
                <a:schemeClr val="bg1"/>
              </a:solidFill>
              <a:ln>
                <a:noFill/>
              </a:ln>
            </p:spPr>
            <p:txBody>
              <a:bodyPr vert="horz" wrap="square" lIns="91797" tIns="45899" rIns="91797" bIns="45899" numCol="1" anchor="t" anchorCtr="0" compatLnSpc="1"/>
              <a:lstStyle/>
              <a:p>
                <a:endParaRPr lang="zh-CN" altLang="en-US" sz="1805">
                  <a:solidFill>
                    <a:prstClr val="black"/>
                  </a:solidFill>
                </a:endParaRPr>
              </a:p>
            </p:txBody>
          </p:sp>
        </p:grpSp>
      </p:grpSp>
      <p:grpSp>
        <p:nvGrpSpPr>
          <p:cNvPr id="62" name="组合 61"/>
          <p:cNvGrpSpPr/>
          <p:nvPr userDrawn="1"/>
        </p:nvGrpSpPr>
        <p:grpSpPr>
          <a:xfrm>
            <a:off x="756325" y="2805322"/>
            <a:ext cx="1762686" cy="1762683"/>
            <a:chOff x="1507108" y="2100648"/>
            <a:chExt cx="1627763" cy="1627761"/>
          </a:xfrm>
        </p:grpSpPr>
        <p:sp>
          <p:nvSpPr>
            <p:cNvPr id="63" name="矩形 62"/>
            <p:cNvSpPr/>
            <p:nvPr/>
          </p:nvSpPr>
          <p:spPr>
            <a:xfrm>
              <a:off x="1507110" y="2100648"/>
              <a:ext cx="1627761" cy="1627761"/>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grpSp>
          <p:nvGrpSpPr>
            <p:cNvPr id="64" name="组合 63"/>
            <p:cNvGrpSpPr/>
            <p:nvPr/>
          </p:nvGrpSpPr>
          <p:grpSpPr>
            <a:xfrm>
              <a:off x="1507108" y="2201164"/>
              <a:ext cx="1384865" cy="1466956"/>
              <a:chOff x="1550988" y="1668463"/>
              <a:chExt cx="615950" cy="652462"/>
            </a:xfrm>
          </p:grpSpPr>
          <p:sp>
            <p:nvSpPr>
              <p:cNvPr id="65" name="Freeform 5"/>
              <p:cNvSpPr/>
              <p:nvPr/>
            </p:nvSpPr>
            <p:spPr bwMode="auto">
              <a:xfrm>
                <a:off x="1550988" y="1962150"/>
                <a:ext cx="585788" cy="358775"/>
              </a:xfrm>
              <a:custGeom>
                <a:avLst/>
                <a:gdLst>
                  <a:gd name="T0" fmla="*/ 62 w 153"/>
                  <a:gd name="T1" fmla="*/ 94 h 94"/>
                  <a:gd name="T2" fmla="*/ 69 w 153"/>
                  <a:gd name="T3" fmla="*/ 91 h 94"/>
                  <a:gd name="T4" fmla="*/ 139 w 153"/>
                  <a:gd name="T5" fmla="*/ 22 h 94"/>
                  <a:gd name="T6" fmla="*/ 153 w 153"/>
                  <a:gd name="T7" fmla="*/ 0 h 94"/>
                  <a:gd name="T8" fmla="*/ 145 w 153"/>
                  <a:gd name="T9" fmla="*/ 0 h 94"/>
                  <a:gd name="T10" fmla="*/ 134 w 153"/>
                  <a:gd name="T11" fmla="*/ 16 h 94"/>
                  <a:gd name="T12" fmla="*/ 64 w 153"/>
                  <a:gd name="T13" fmla="*/ 86 h 94"/>
                  <a:gd name="T14" fmla="*/ 62 w 153"/>
                  <a:gd name="T15" fmla="*/ 87 h 94"/>
                  <a:gd name="T16" fmla="*/ 59 w 153"/>
                  <a:gd name="T17" fmla="*/ 86 h 94"/>
                  <a:gd name="T18" fmla="*/ 0 w 153"/>
                  <a:gd name="T19" fmla="*/ 27 h 94"/>
                  <a:gd name="T20" fmla="*/ 0 w 153"/>
                  <a:gd name="T21" fmla="*/ 36 h 94"/>
                  <a:gd name="T22" fmla="*/ 54 w 153"/>
                  <a:gd name="T23" fmla="*/ 91 h 94"/>
                  <a:gd name="T24" fmla="*/ 62 w 153"/>
                  <a:gd name="T25"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 h="94">
                    <a:moveTo>
                      <a:pt x="62" y="94"/>
                    </a:moveTo>
                    <a:cubicBezTo>
                      <a:pt x="64" y="94"/>
                      <a:pt x="67" y="93"/>
                      <a:pt x="69" y="91"/>
                    </a:cubicBezTo>
                    <a:cubicBezTo>
                      <a:pt x="139" y="22"/>
                      <a:pt x="139" y="22"/>
                      <a:pt x="139" y="22"/>
                    </a:cubicBezTo>
                    <a:cubicBezTo>
                      <a:pt x="145" y="15"/>
                      <a:pt x="150" y="8"/>
                      <a:pt x="153" y="0"/>
                    </a:cubicBezTo>
                    <a:cubicBezTo>
                      <a:pt x="145" y="0"/>
                      <a:pt x="145" y="0"/>
                      <a:pt x="145" y="0"/>
                    </a:cubicBezTo>
                    <a:cubicBezTo>
                      <a:pt x="142" y="6"/>
                      <a:pt x="139" y="12"/>
                      <a:pt x="134" y="16"/>
                    </a:cubicBezTo>
                    <a:cubicBezTo>
                      <a:pt x="64" y="86"/>
                      <a:pt x="64" y="86"/>
                      <a:pt x="64" y="86"/>
                    </a:cubicBezTo>
                    <a:cubicBezTo>
                      <a:pt x="63" y="87"/>
                      <a:pt x="62" y="87"/>
                      <a:pt x="62" y="87"/>
                    </a:cubicBezTo>
                    <a:cubicBezTo>
                      <a:pt x="61" y="87"/>
                      <a:pt x="60" y="87"/>
                      <a:pt x="59" y="86"/>
                    </a:cubicBezTo>
                    <a:cubicBezTo>
                      <a:pt x="0" y="27"/>
                      <a:pt x="0" y="27"/>
                      <a:pt x="0" y="27"/>
                    </a:cubicBezTo>
                    <a:cubicBezTo>
                      <a:pt x="0" y="36"/>
                      <a:pt x="0" y="36"/>
                      <a:pt x="0" y="36"/>
                    </a:cubicBezTo>
                    <a:cubicBezTo>
                      <a:pt x="54" y="91"/>
                      <a:pt x="54" y="91"/>
                      <a:pt x="54" y="91"/>
                    </a:cubicBezTo>
                    <a:cubicBezTo>
                      <a:pt x="56" y="93"/>
                      <a:pt x="59" y="94"/>
                      <a:pt x="62" y="9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797" tIns="45899" rIns="91797" bIns="45899" numCol="1" anchor="t" anchorCtr="0" compatLnSpc="1"/>
              <a:lstStyle/>
              <a:p>
                <a:endParaRPr lang="zh-CN" altLang="en-US" sz="1805">
                  <a:solidFill>
                    <a:prstClr val="black"/>
                  </a:solidFill>
                </a:endParaRPr>
              </a:p>
            </p:txBody>
          </p:sp>
          <p:sp>
            <p:nvSpPr>
              <p:cNvPr id="66" name="Freeform 6"/>
              <p:cNvSpPr/>
              <p:nvPr/>
            </p:nvSpPr>
            <p:spPr bwMode="auto">
              <a:xfrm>
                <a:off x="1550988" y="1668463"/>
                <a:ext cx="588963" cy="160337"/>
              </a:xfrm>
              <a:custGeom>
                <a:avLst/>
                <a:gdLst>
                  <a:gd name="T0" fmla="*/ 139 w 154"/>
                  <a:gd name="T1" fmla="*/ 18 h 42"/>
                  <a:gd name="T2" fmla="*/ 114 w 154"/>
                  <a:gd name="T3" fmla="*/ 3 h 42"/>
                  <a:gd name="T4" fmla="*/ 83 w 154"/>
                  <a:gd name="T5" fmla="*/ 3 h 42"/>
                  <a:gd name="T6" fmla="*/ 62 w 154"/>
                  <a:gd name="T7" fmla="*/ 13 h 42"/>
                  <a:gd name="T8" fmla="*/ 40 w 154"/>
                  <a:gd name="T9" fmla="*/ 3 h 42"/>
                  <a:gd name="T10" fmla="*/ 9 w 154"/>
                  <a:gd name="T11" fmla="*/ 3 h 42"/>
                  <a:gd name="T12" fmla="*/ 0 w 154"/>
                  <a:gd name="T13" fmla="*/ 7 h 42"/>
                  <a:gd name="T14" fmla="*/ 0 w 154"/>
                  <a:gd name="T15" fmla="*/ 15 h 42"/>
                  <a:gd name="T16" fmla="*/ 11 w 154"/>
                  <a:gd name="T17" fmla="*/ 10 h 42"/>
                  <a:gd name="T18" fmla="*/ 26 w 154"/>
                  <a:gd name="T19" fmla="*/ 8 h 42"/>
                  <a:gd name="T20" fmla="*/ 38 w 154"/>
                  <a:gd name="T21" fmla="*/ 9 h 42"/>
                  <a:gd name="T22" fmla="*/ 59 w 154"/>
                  <a:gd name="T23" fmla="*/ 21 h 42"/>
                  <a:gd name="T24" fmla="*/ 62 w 154"/>
                  <a:gd name="T25" fmla="*/ 22 h 42"/>
                  <a:gd name="T26" fmla="*/ 64 w 154"/>
                  <a:gd name="T27" fmla="*/ 21 h 42"/>
                  <a:gd name="T28" fmla="*/ 85 w 154"/>
                  <a:gd name="T29" fmla="*/ 9 h 42"/>
                  <a:gd name="T30" fmla="*/ 112 w 154"/>
                  <a:gd name="T31" fmla="*/ 10 h 42"/>
                  <a:gd name="T32" fmla="*/ 134 w 154"/>
                  <a:gd name="T33" fmla="*/ 23 h 42"/>
                  <a:gd name="T34" fmla="*/ 146 w 154"/>
                  <a:gd name="T35" fmla="*/ 42 h 42"/>
                  <a:gd name="T36" fmla="*/ 154 w 154"/>
                  <a:gd name="T37" fmla="*/ 42 h 42"/>
                  <a:gd name="T38" fmla="*/ 153 w 154"/>
                  <a:gd name="T39" fmla="*/ 42 h 42"/>
                  <a:gd name="T40" fmla="*/ 139 w 154"/>
                  <a:gd name="T41"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4" h="42">
                    <a:moveTo>
                      <a:pt x="139" y="18"/>
                    </a:moveTo>
                    <a:cubicBezTo>
                      <a:pt x="132" y="11"/>
                      <a:pt x="123" y="6"/>
                      <a:pt x="114" y="3"/>
                    </a:cubicBezTo>
                    <a:cubicBezTo>
                      <a:pt x="104" y="0"/>
                      <a:pt x="94" y="0"/>
                      <a:pt x="83" y="3"/>
                    </a:cubicBezTo>
                    <a:cubicBezTo>
                      <a:pt x="76" y="5"/>
                      <a:pt x="68" y="8"/>
                      <a:pt x="62" y="13"/>
                    </a:cubicBezTo>
                    <a:cubicBezTo>
                      <a:pt x="55" y="8"/>
                      <a:pt x="48" y="5"/>
                      <a:pt x="40" y="3"/>
                    </a:cubicBezTo>
                    <a:cubicBezTo>
                      <a:pt x="29" y="0"/>
                      <a:pt x="19" y="0"/>
                      <a:pt x="9" y="3"/>
                    </a:cubicBezTo>
                    <a:cubicBezTo>
                      <a:pt x="6" y="4"/>
                      <a:pt x="3" y="6"/>
                      <a:pt x="0" y="7"/>
                    </a:cubicBezTo>
                    <a:cubicBezTo>
                      <a:pt x="0" y="15"/>
                      <a:pt x="0" y="15"/>
                      <a:pt x="0" y="15"/>
                    </a:cubicBezTo>
                    <a:cubicBezTo>
                      <a:pt x="3" y="13"/>
                      <a:pt x="7" y="11"/>
                      <a:pt x="11" y="10"/>
                    </a:cubicBezTo>
                    <a:cubicBezTo>
                      <a:pt x="16" y="9"/>
                      <a:pt x="21" y="8"/>
                      <a:pt x="26" y="8"/>
                    </a:cubicBezTo>
                    <a:cubicBezTo>
                      <a:pt x="30" y="8"/>
                      <a:pt x="34" y="8"/>
                      <a:pt x="38" y="9"/>
                    </a:cubicBezTo>
                    <a:cubicBezTo>
                      <a:pt x="46" y="11"/>
                      <a:pt x="53" y="15"/>
                      <a:pt x="59" y="21"/>
                    </a:cubicBezTo>
                    <a:cubicBezTo>
                      <a:pt x="62" y="22"/>
                      <a:pt x="62" y="22"/>
                      <a:pt x="62" y="22"/>
                    </a:cubicBezTo>
                    <a:cubicBezTo>
                      <a:pt x="64" y="21"/>
                      <a:pt x="64" y="21"/>
                      <a:pt x="64" y="21"/>
                    </a:cubicBezTo>
                    <a:cubicBezTo>
                      <a:pt x="70" y="15"/>
                      <a:pt x="78" y="11"/>
                      <a:pt x="85" y="9"/>
                    </a:cubicBezTo>
                    <a:cubicBezTo>
                      <a:pt x="94" y="7"/>
                      <a:pt x="103" y="7"/>
                      <a:pt x="112" y="10"/>
                    </a:cubicBezTo>
                    <a:cubicBezTo>
                      <a:pt x="120" y="13"/>
                      <a:pt x="128" y="17"/>
                      <a:pt x="134" y="23"/>
                    </a:cubicBezTo>
                    <a:cubicBezTo>
                      <a:pt x="139" y="28"/>
                      <a:pt x="143" y="35"/>
                      <a:pt x="146" y="42"/>
                    </a:cubicBezTo>
                    <a:cubicBezTo>
                      <a:pt x="154" y="42"/>
                      <a:pt x="154" y="42"/>
                      <a:pt x="154" y="42"/>
                    </a:cubicBezTo>
                    <a:cubicBezTo>
                      <a:pt x="153" y="42"/>
                      <a:pt x="153" y="42"/>
                      <a:pt x="153" y="42"/>
                    </a:cubicBezTo>
                    <a:cubicBezTo>
                      <a:pt x="150" y="33"/>
                      <a:pt x="145" y="25"/>
                      <a:pt x="139" y="1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797" tIns="45899" rIns="91797" bIns="45899" numCol="1" anchor="t" anchorCtr="0" compatLnSpc="1"/>
              <a:lstStyle/>
              <a:p>
                <a:endParaRPr lang="zh-CN" altLang="en-US" sz="1805">
                  <a:solidFill>
                    <a:prstClr val="black"/>
                  </a:solidFill>
                </a:endParaRPr>
              </a:p>
            </p:txBody>
          </p:sp>
          <p:sp>
            <p:nvSpPr>
              <p:cNvPr id="67" name="Freeform 7"/>
              <p:cNvSpPr/>
              <p:nvPr/>
            </p:nvSpPr>
            <p:spPr bwMode="auto">
              <a:xfrm>
                <a:off x="2087563" y="1855788"/>
                <a:ext cx="79375" cy="79375"/>
              </a:xfrm>
              <a:custGeom>
                <a:avLst/>
                <a:gdLst>
                  <a:gd name="T0" fmla="*/ 50 w 50"/>
                  <a:gd name="T1" fmla="*/ 17 h 50"/>
                  <a:gd name="T2" fmla="*/ 33 w 50"/>
                  <a:gd name="T3" fmla="*/ 17 h 50"/>
                  <a:gd name="T4" fmla="*/ 33 w 50"/>
                  <a:gd name="T5" fmla="*/ 0 h 50"/>
                  <a:gd name="T6" fmla="*/ 16 w 50"/>
                  <a:gd name="T7" fmla="*/ 0 h 50"/>
                  <a:gd name="T8" fmla="*/ 16 w 50"/>
                  <a:gd name="T9" fmla="*/ 17 h 50"/>
                  <a:gd name="T10" fmla="*/ 0 w 50"/>
                  <a:gd name="T11" fmla="*/ 17 h 50"/>
                  <a:gd name="T12" fmla="*/ 0 w 50"/>
                  <a:gd name="T13" fmla="*/ 33 h 50"/>
                  <a:gd name="T14" fmla="*/ 16 w 50"/>
                  <a:gd name="T15" fmla="*/ 33 h 50"/>
                  <a:gd name="T16" fmla="*/ 16 w 50"/>
                  <a:gd name="T17" fmla="*/ 50 h 50"/>
                  <a:gd name="T18" fmla="*/ 33 w 50"/>
                  <a:gd name="T19" fmla="*/ 50 h 50"/>
                  <a:gd name="T20" fmla="*/ 33 w 50"/>
                  <a:gd name="T21" fmla="*/ 33 h 50"/>
                  <a:gd name="T22" fmla="*/ 50 w 50"/>
                  <a:gd name="T23" fmla="*/ 33 h 50"/>
                  <a:gd name="T24" fmla="*/ 50 w 50"/>
                  <a:gd name="T25"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50">
                    <a:moveTo>
                      <a:pt x="50" y="17"/>
                    </a:moveTo>
                    <a:lnTo>
                      <a:pt x="33" y="17"/>
                    </a:lnTo>
                    <a:lnTo>
                      <a:pt x="33" y="0"/>
                    </a:lnTo>
                    <a:lnTo>
                      <a:pt x="16" y="0"/>
                    </a:lnTo>
                    <a:lnTo>
                      <a:pt x="16" y="17"/>
                    </a:lnTo>
                    <a:lnTo>
                      <a:pt x="0" y="17"/>
                    </a:lnTo>
                    <a:lnTo>
                      <a:pt x="0" y="33"/>
                    </a:lnTo>
                    <a:lnTo>
                      <a:pt x="16" y="33"/>
                    </a:lnTo>
                    <a:lnTo>
                      <a:pt x="16" y="50"/>
                    </a:lnTo>
                    <a:lnTo>
                      <a:pt x="33" y="50"/>
                    </a:lnTo>
                    <a:lnTo>
                      <a:pt x="33" y="33"/>
                    </a:lnTo>
                    <a:lnTo>
                      <a:pt x="50" y="33"/>
                    </a:lnTo>
                    <a:lnTo>
                      <a:pt x="50" y="1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797" tIns="45899" rIns="91797" bIns="45899" numCol="1" anchor="t" anchorCtr="0" compatLnSpc="1"/>
              <a:lstStyle/>
              <a:p>
                <a:endParaRPr lang="zh-CN" altLang="en-US" sz="1805">
                  <a:solidFill>
                    <a:prstClr val="black"/>
                  </a:solidFill>
                </a:endParaRPr>
              </a:p>
            </p:txBody>
          </p:sp>
        </p:grpSp>
      </p:grpSp>
      <p:grpSp>
        <p:nvGrpSpPr>
          <p:cNvPr id="68" name="组合 67"/>
          <p:cNvGrpSpPr/>
          <p:nvPr userDrawn="1"/>
        </p:nvGrpSpPr>
        <p:grpSpPr>
          <a:xfrm>
            <a:off x="3540794" y="2805322"/>
            <a:ext cx="1762686" cy="1762683"/>
            <a:chOff x="4146320" y="2100648"/>
            <a:chExt cx="1627764" cy="1627761"/>
          </a:xfrm>
        </p:grpSpPr>
        <p:sp>
          <p:nvSpPr>
            <p:cNvPr id="69" name="矩形 68"/>
            <p:cNvSpPr/>
            <p:nvPr/>
          </p:nvSpPr>
          <p:spPr>
            <a:xfrm>
              <a:off x="4146323" y="2100648"/>
              <a:ext cx="1627761" cy="1627761"/>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5">
                <a:solidFill>
                  <a:prstClr val="white"/>
                </a:solidFill>
              </a:endParaRPr>
            </a:p>
          </p:txBody>
        </p:sp>
        <p:pic>
          <p:nvPicPr>
            <p:cNvPr id="70" name="图片 69"/>
            <p:cNvPicPr>
              <a:picLocks noChangeAspect="1"/>
            </p:cNvPicPr>
            <p:nvPr/>
          </p:nvPicPr>
          <p:blipFill>
            <a:blip r:embed="rId2" cstate="print"/>
            <a:stretch>
              <a:fillRect/>
            </a:stretch>
          </p:blipFill>
          <p:spPr>
            <a:xfrm>
              <a:off x="4146320" y="2201164"/>
              <a:ext cx="1472700" cy="1527245"/>
            </a:xfrm>
            <a:prstGeom prst="rect">
              <a:avLst/>
            </a:prstGeom>
          </p:spPr>
        </p:pic>
      </p:grpSp>
      <p:sp>
        <p:nvSpPr>
          <p:cNvPr id="75" name="文本占位符 11"/>
          <p:cNvSpPr>
            <a:spLocks noGrp="1"/>
          </p:cNvSpPr>
          <p:nvPr>
            <p:ph type="body" sz="quarter" idx="16" hasCustomPrompt="1"/>
          </p:nvPr>
        </p:nvSpPr>
        <p:spPr>
          <a:xfrm>
            <a:off x="888171" y="4808771"/>
            <a:ext cx="1496307" cy="1257992"/>
          </a:xfrm>
          <a:prstGeom prst="rect">
            <a:avLst/>
          </a:prstGeom>
        </p:spPr>
        <p:txBody>
          <a:bodyPr>
            <a:normAutofit/>
          </a:bodyPr>
          <a:lstStyle>
            <a:lvl1pPr marL="0" indent="0" algn="ctr">
              <a:lnSpc>
                <a:spcPct val="100000"/>
              </a:lnSpc>
              <a:spcBef>
                <a:spcPts val="0"/>
              </a:spcBef>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6" name="文本占位符 11"/>
          <p:cNvSpPr>
            <a:spLocks noGrp="1"/>
          </p:cNvSpPr>
          <p:nvPr>
            <p:ph type="body" sz="quarter" idx="17" hasCustomPrompt="1"/>
          </p:nvPr>
        </p:nvSpPr>
        <p:spPr>
          <a:xfrm>
            <a:off x="3677711" y="4808771"/>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7" name="文本占位符 11"/>
          <p:cNvSpPr>
            <a:spLocks noGrp="1"/>
          </p:cNvSpPr>
          <p:nvPr>
            <p:ph type="body" sz="quarter" idx="18" hasCustomPrompt="1"/>
          </p:nvPr>
        </p:nvSpPr>
        <p:spPr>
          <a:xfrm>
            <a:off x="6453376" y="4808771"/>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78" name="文本占位符 11"/>
          <p:cNvSpPr>
            <a:spLocks noGrp="1"/>
          </p:cNvSpPr>
          <p:nvPr>
            <p:ph type="body" sz="quarter" idx="19" hasCustomPrompt="1"/>
          </p:nvPr>
        </p:nvSpPr>
        <p:spPr>
          <a:xfrm>
            <a:off x="9242916" y="4819034"/>
            <a:ext cx="1496307" cy="1257992"/>
          </a:xfrm>
          <a:prstGeom prst="rect">
            <a:avLst/>
          </a:prstGeom>
        </p:spPr>
        <p:txBody>
          <a:bodyPr>
            <a:normAutofit/>
          </a:bodyPr>
          <a:lstStyle>
            <a:lvl1pPr marL="0" indent="0" algn="ctr" defTabSz="914400" rtl="0" eaLnBrk="1" latinLnBrk="0" hangingPunct="1">
              <a:lnSpc>
                <a:spcPct val="100000"/>
              </a:lnSpc>
              <a:spcBef>
                <a:spcPts val="0"/>
              </a:spcBef>
              <a:buFont typeface="Arial" panose="020B0604020202020204" pitchFamily="34" charset="0"/>
              <a:buNone/>
              <a:defRPr lang="zh-CN" altLang="en-US" sz="1400" kern="1200" baseline="0" dirty="0">
                <a:solidFill>
                  <a:srgbClr val="323232"/>
                </a:solidFill>
                <a:latin typeface="Verdana" panose="020B0604030504040204" charset="0"/>
                <a:ea typeface="Microsoft YaHei" panose="020B0503020204020204" pitchFamily="34" charset="-122"/>
                <a:cs typeface="Verdana" panose="020B0604030504040204" charset="0"/>
              </a:defRPr>
            </a:lvl1pPr>
          </a:lstStyle>
          <a:p>
            <a:pPr marL="0" indent="0" algn="ctr">
              <a:lnSpc>
                <a:spcPct val="100000"/>
              </a:lnSpc>
              <a:spcBef>
                <a:spcPts val="0"/>
              </a:spcBef>
              <a:buNone/>
            </a:pPr>
            <a:r>
              <a:rPr lang="zh-CN" altLang="en-US" sz="1400" dirty="0"/>
              <a:t>正文 微软雅黑 </a:t>
            </a:r>
            <a:r>
              <a:rPr lang="en-US" altLang="zh-CN" sz="1400" dirty="0"/>
              <a:t>Verdana</a:t>
            </a:r>
            <a:r>
              <a:rPr lang="zh-CN" altLang="en-US" sz="1400" dirty="0"/>
              <a:t> </a:t>
            </a:r>
            <a:r>
              <a:rPr lang="en-US" altLang="zh-CN" sz="1400" dirty="0"/>
              <a:t>14pt </a:t>
            </a:r>
            <a:endParaRPr lang="en-US" altLang="zh-CN" sz="1400" dirty="0"/>
          </a:p>
          <a:p>
            <a:pPr marL="0" indent="0" algn="ctr">
              <a:lnSpc>
                <a:spcPct val="100000"/>
              </a:lnSpc>
              <a:spcBef>
                <a:spcPts val="0"/>
              </a:spcBef>
              <a:buNone/>
            </a:pPr>
            <a:r>
              <a:rPr lang="zh-CN" altLang="en-US" sz="1400" dirty="0"/>
              <a:t>此处正文位置</a:t>
            </a:r>
            <a:endParaRPr lang="zh-CN" altLang="en-US" sz="1400" dirty="0"/>
          </a:p>
        </p:txBody>
      </p:sp>
      <p:sp>
        <p:nvSpPr>
          <p:cNvPr id="38" name="文本占位符 11"/>
          <p:cNvSpPr>
            <a:spLocks noGrp="1"/>
          </p:cNvSpPr>
          <p:nvPr>
            <p:ph type="body" sz="quarter" idx="13" hasCustomPrompt="1"/>
          </p:nvPr>
        </p:nvSpPr>
        <p:spPr>
          <a:xfrm>
            <a:off x="648000" y="432000"/>
            <a:ext cx="10210270" cy="1042728"/>
          </a:xfrm>
          <a:prstGeom prst="rect">
            <a:avLst/>
          </a:prstGeom>
        </p:spPr>
        <p:txBody>
          <a:bodyPr>
            <a:normAutofit/>
          </a:bodyPr>
          <a:lstStyle>
            <a:lvl1pPr marL="0" indent="0">
              <a:lnSpc>
                <a:spcPct val="100000"/>
              </a:lnSpc>
              <a:spcBef>
                <a:spcPts val="0"/>
              </a:spcBef>
              <a:buNone/>
              <a:defRPr sz="2800" b="1"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微软雅黑 </a:t>
            </a:r>
            <a:r>
              <a:rPr lang="en-US" altLang="zh-CN" dirty="0"/>
              <a:t>Verdana</a:t>
            </a:r>
            <a:r>
              <a:rPr lang="zh-CN" altLang="en-US" dirty="0"/>
              <a:t> </a:t>
            </a:r>
            <a:r>
              <a:rPr lang="en-US" altLang="zh-CN" dirty="0"/>
              <a:t>32pt </a:t>
            </a:r>
            <a:r>
              <a:rPr lang="zh-CN" altLang="en-US" dirty="0"/>
              <a:t>加粗</a:t>
            </a:r>
            <a:endParaRPr lang="en-US" altLang="zh-CN" dirty="0"/>
          </a:p>
          <a:p>
            <a:r>
              <a:rPr lang="zh-CN" altLang="en-US" dirty="0"/>
              <a:t> </a:t>
            </a:r>
            <a:endParaRPr lang="zh-CN" altLang="en-US" dirty="0"/>
          </a:p>
        </p:txBody>
      </p:sp>
      <p:sp>
        <p:nvSpPr>
          <p:cNvPr id="39" name="文本占位符 11"/>
          <p:cNvSpPr>
            <a:spLocks noGrp="1"/>
          </p:cNvSpPr>
          <p:nvPr>
            <p:ph type="body" sz="quarter" idx="15" hasCustomPrompt="1"/>
          </p:nvPr>
        </p:nvSpPr>
        <p:spPr>
          <a:xfrm>
            <a:off x="648000" y="1764000"/>
            <a:ext cx="10210270" cy="889625"/>
          </a:xfrm>
          <a:prstGeom prst="rect">
            <a:avLst/>
          </a:prstGeom>
        </p:spPr>
        <p:txBody>
          <a:bodyPr>
            <a:normAutofit/>
          </a:bodyPr>
          <a:lstStyle>
            <a:lvl1pPr marL="0" indent="0">
              <a:lnSpc>
                <a:spcPct val="100000"/>
              </a:lnSpc>
              <a:spcBef>
                <a:spcPts val="0"/>
              </a:spcBef>
              <a:buNone/>
              <a:defRPr sz="1400" baseline="0">
                <a:solidFill>
                  <a:srgbClr val="323232"/>
                </a:solidFill>
                <a:latin typeface="Verdana" panose="020B0604030504040204" charset="0"/>
                <a:ea typeface="Microsoft YaHei" panose="020B0503020204020204" pitchFamily="34" charset="-122"/>
                <a:cs typeface="Verdana" panose="020B0604030504040204" charset="0"/>
              </a:defRPr>
            </a:lvl1pPr>
          </a:lstStyle>
          <a:p>
            <a:r>
              <a:rPr lang="zh-CN" altLang="en-US" dirty="0"/>
              <a:t>正文 微软雅黑 </a:t>
            </a:r>
            <a:r>
              <a:rPr lang="en-US" altLang="zh-CN" dirty="0"/>
              <a:t>Verdana</a:t>
            </a:r>
            <a:r>
              <a:rPr lang="zh-CN" altLang="en-US" dirty="0"/>
              <a:t> </a:t>
            </a:r>
            <a:r>
              <a:rPr lang="en-US" altLang="zh-CN" dirty="0"/>
              <a:t>14pt</a:t>
            </a:r>
            <a:endParaRPr lang="en-US" altLang="zh-CN" dirty="0"/>
          </a:p>
          <a:p>
            <a:pPr lvl="0"/>
            <a:r>
              <a:rPr lang="zh-CN" altLang="en-US" dirty="0"/>
              <a:t>单击此处添加正文</a:t>
            </a:r>
            <a:endParaRPr lang="en-US" altLang="zh-CN" dirty="0"/>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1_内容与标题">
    <p:spTree>
      <p:nvGrpSpPr>
        <p:cNvPr id="1" name=""/>
        <p:cNvGrpSpPr/>
        <p:nvPr/>
      </p:nvGrpSpPr>
      <p:grpSpPr>
        <a:xfrm>
          <a:off x="0" y="0"/>
          <a:ext cx="0" cy="0"/>
          <a:chOff x="0" y="0"/>
          <a:chExt cx="0" cy="0"/>
        </a:xfrm>
      </p:grpSpPr>
      <p:pic>
        <p:nvPicPr>
          <p:cNvPr id="31" name="图片 30"/>
          <p:cNvPicPr>
            <a:picLocks noChangeAspect="1"/>
          </p:cNvPicPr>
          <p:nvPr userDrawn="1"/>
        </p:nvPicPr>
        <p:blipFill>
          <a:blip r:embed="rId2" cstate="screen"/>
          <a:stretch>
            <a:fillRect/>
          </a:stretch>
        </p:blipFill>
        <p:spPr>
          <a:xfrm>
            <a:off x="5455359" y="5760000"/>
            <a:ext cx="1281283" cy="416723"/>
          </a:xfrm>
          <a:prstGeom prst="rect">
            <a:avLst/>
          </a:prstGeom>
        </p:spPr>
      </p:pic>
      <p:grpSp>
        <p:nvGrpSpPr>
          <p:cNvPr id="32" name="组合 31"/>
          <p:cNvGrpSpPr/>
          <p:nvPr userDrawn="1"/>
        </p:nvGrpSpPr>
        <p:grpSpPr>
          <a:xfrm>
            <a:off x="4319783" y="2239060"/>
            <a:ext cx="3552435" cy="1933444"/>
            <a:chOff x="-1906587" y="2205038"/>
            <a:chExt cx="3138488" cy="1708149"/>
          </a:xfrm>
          <a:solidFill>
            <a:srgbClr val="005BAC"/>
          </a:solidFill>
        </p:grpSpPr>
        <p:sp>
          <p:nvSpPr>
            <p:cNvPr id="33" name="Freeform 5"/>
            <p:cNvSpPr/>
            <p:nvPr/>
          </p:nvSpPr>
          <p:spPr bwMode="auto">
            <a:xfrm>
              <a:off x="-474662" y="2205038"/>
              <a:ext cx="1706563" cy="1708149"/>
            </a:xfrm>
            <a:custGeom>
              <a:avLst/>
              <a:gdLst>
                <a:gd name="T0" fmla="*/ 907 w 907"/>
                <a:gd name="T1" fmla="*/ 907 h 907"/>
                <a:gd name="T2" fmla="*/ 0 w 907"/>
                <a:gd name="T3" fmla="*/ 907 h 907"/>
                <a:gd name="T4" fmla="*/ 0 w 907"/>
                <a:gd name="T5" fmla="*/ 794 h 907"/>
                <a:gd name="T6" fmla="*/ 14 w 907"/>
                <a:gd name="T7" fmla="*/ 794 h 907"/>
                <a:gd name="T8" fmla="*/ 14 w 907"/>
                <a:gd name="T9" fmla="*/ 894 h 907"/>
                <a:gd name="T10" fmla="*/ 893 w 907"/>
                <a:gd name="T11" fmla="*/ 894 h 907"/>
                <a:gd name="T12" fmla="*/ 893 w 907"/>
                <a:gd name="T13" fmla="*/ 67 h 907"/>
                <a:gd name="T14" fmla="*/ 840 w 907"/>
                <a:gd name="T15" fmla="*/ 14 h 907"/>
                <a:gd name="T16" fmla="*/ 14 w 907"/>
                <a:gd name="T17" fmla="*/ 14 h 907"/>
                <a:gd name="T18" fmla="*/ 14 w 907"/>
                <a:gd name="T19" fmla="*/ 114 h 907"/>
                <a:gd name="T20" fmla="*/ 0 w 907"/>
                <a:gd name="T21" fmla="*/ 114 h 907"/>
                <a:gd name="T22" fmla="*/ 0 w 907"/>
                <a:gd name="T23" fmla="*/ 0 h 907"/>
                <a:gd name="T24" fmla="*/ 840 w 907"/>
                <a:gd name="T25" fmla="*/ 0 h 907"/>
                <a:gd name="T26" fmla="*/ 907 w 907"/>
                <a:gd name="T27" fmla="*/ 67 h 907"/>
                <a:gd name="T28" fmla="*/ 907 w 907"/>
                <a:gd name="T29" fmla="*/ 907 h 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07" h="907">
                  <a:moveTo>
                    <a:pt x="907" y="907"/>
                  </a:moveTo>
                  <a:cubicBezTo>
                    <a:pt x="0" y="907"/>
                    <a:pt x="0" y="907"/>
                    <a:pt x="0" y="907"/>
                  </a:cubicBezTo>
                  <a:cubicBezTo>
                    <a:pt x="0" y="794"/>
                    <a:pt x="0" y="794"/>
                    <a:pt x="0" y="794"/>
                  </a:cubicBezTo>
                  <a:cubicBezTo>
                    <a:pt x="14" y="794"/>
                    <a:pt x="14" y="794"/>
                    <a:pt x="14" y="794"/>
                  </a:cubicBezTo>
                  <a:cubicBezTo>
                    <a:pt x="14" y="894"/>
                    <a:pt x="14" y="894"/>
                    <a:pt x="14" y="894"/>
                  </a:cubicBezTo>
                  <a:cubicBezTo>
                    <a:pt x="893" y="894"/>
                    <a:pt x="893" y="894"/>
                    <a:pt x="893" y="894"/>
                  </a:cubicBezTo>
                  <a:cubicBezTo>
                    <a:pt x="893" y="67"/>
                    <a:pt x="893" y="67"/>
                    <a:pt x="893" y="67"/>
                  </a:cubicBezTo>
                  <a:cubicBezTo>
                    <a:pt x="893" y="38"/>
                    <a:pt x="869" y="14"/>
                    <a:pt x="840" y="14"/>
                  </a:cubicBezTo>
                  <a:cubicBezTo>
                    <a:pt x="14" y="14"/>
                    <a:pt x="14" y="14"/>
                    <a:pt x="14" y="14"/>
                  </a:cubicBezTo>
                  <a:cubicBezTo>
                    <a:pt x="14" y="114"/>
                    <a:pt x="14" y="114"/>
                    <a:pt x="14" y="114"/>
                  </a:cubicBezTo>
                  <a:cubicBezTo>
                    <a:pt x="0" y="114"/>
                    <a:pt x="0" y="114"/>
                    <a:pt x="0" y="114"/>
                  </a:cubicBezTo>
                  <a:cubicBezTo>
                    <a:pt x="0" y="0"/>
                    <a:pt x="0" y="0"/>
                    <a:pt x="0" y="0"/>
                  </a:cubicBezTo>
                  <a:cubicBezTo>
                    <a:pt x="840" y="0"/>
                    <a:pt x="840" y="0"/>
                    <a:pt x="840" y="0"/>
                  </a:cubicBezTo>
                  <a:cubicBezTo>
                    <a:pt x="877" y="0"/>
                    <a:pt x="907" y="30"/>
                    <a:pt x="907" y="67"/>
                  </a:cubicBezTo>
                  <a:lnTo>
                    <a:pt x="907" y="9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6"/>
            <p:cNvSpPr/>
            <p:nvPr/>
          </p:nvSpPr>
          <p:spPr bwMode="auto">
            <a:xfrm>
              <a:off x="-1604962" y="3225800"/>
              <a:ext cx="133350" cy="193675"/>
            </a:xfrm>
            <a:custGeom>
              <a:avLst/>
              <a:gdLst>
                <a:gd name="T0" fmla="*/ 69 w 71"/>
                <a:gd name="T1" fmla="*/ 11 h 103"/>
                <a:gd name="T2" fmla="*/ 42 w 71"/>
                <a:gd name="T3" fmla="*/ 11 h 103"/>
                <a:gd name="T4" fmla="*/ 42 w 71"/>
                <a:gd name="T5" fmla="*/ 100 h 103"/>
                <a:gd name="T6" fmla="*/ 39 w 71"/>
                <a:gd name="T7" fmla="*/ 103 h 103"/>
                <a:gd name="T8" fmla="*/ 32 w 71"/>
                <a:gd name="T9" fmla="*/ 103 h 103"/>
                <a:gd name="T10" fmla="*/ 29 w 71"/>
                <a:gd name="T11" fmla="*/ 100 h 103"/>
                <a:gd name="T12" fmla="*/ 29 w 71"/>
                <a:gd name="T13" fmla="*/ 11 h 103"/>
                <a:gd name="T14" fmla="*/ 2 w 71"/>
                <a:gd name="T15" fmla="*/ 11 h 103"/>
                <a:gd name="T16" fmla="*/ 0 w 71"/>
                <a:gd name="T17" fmla="*/ 9 h 103"/>
                <a:gd name="T18" fmla="*/ 0 w 71"/>
                <a:gd name="T19" fmla="*/ 2 h 103"/>
                <a:gd name="T20" fmla="*/ 2 w 71"/>
                <a:gd name="T21" fmla="*/ 0 h 103"/>
                <a:gd name="T22" fmla="*/ 69 w 71"/>
                <a:gd name="T23" fmla="*/ 0 h 103"/>
                <a:gd name="T24" fmla="*/ 71 w 71"/>
                <a:gd name="T25" fmla="*/ 2 h 103"/>
                <a:gd name="T26" fmla="*/ 71 w 71"/>
                <a:gd name="T27" fmla="*/ 9 h 103"/>
                <a:gd name="T28" fmla="*/ 69 w 71"/>
                <a:gd name="T29" fmla="*/ 1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 h="103">
                  <a:moveTo>
                    <a:pt x="69" y="11"/>
                  </a:moveTo>
                  <a:cubicBezTo>
                    <a:pt x="42" y="11"/>
                    <a:pt x="42" y="11"/>
                    <a:pt x="42" y="11"/>
                  </a:cubicBezTo>
                  <a:cubicBezTo>
                    <a:pt x="42" y="100"/>
                    <a:pt x="42" y="100"/>
                    <a:pt x="42" y="100"/>
                  </a:cubicBezTo>
                  <a:cubicBezTo>
                    <a:pt x="42" y="101"/>
                    <a:pt x="41" y="103"/>
                    <a:pt x="39" y="103"/>
                  </a:cubicBezTo>
                  <a:cubicBezTo>
                    <a:pt x="32" y="103"/>
                    <a:pt x="32" y="103"/>
                    <a:pt x="32" y="103"/>
                  </a:cubicBezTo>
                  <a:cubicBezTo>
                    <a:pt x="30" y="103"/>
                    <a:pt x="29" y="101"/>
                    <a:pt x="29" y="100"/>
                  </a:cubicBezTo>
                  <a:cubicBezTo>
                    <a:pt x="29" y="11"/>
                    <a:pt x="29" y="11"/>
                    <a:pt x="29" y="11"/>
                  </a:cubicBezTo>
                  <a:cubicBezTo>
                    <a:pt x="2" y="11"/>
                    <a:pt x="2" y="11"/>
                    <a:pt x="2" y="11"/>
                  </a:cubicBezTo>
                  <a:cubicBezTo>
                    <a:pt x="1" y="11"/>
                    <a:pt x="0" y="10"/>
                    <a:pt x="0" y="9"/>
                  </a:cubicBezTo>
                  <a:cubicBezTo>
                    <a:pt x="0" y="2"/>
                    <a:pt x="0" y="2"/>
                    <a:pt x="0" y="2"/>
                  </a:cubicBezTo>
                  <a:cubicBezTo>
                    <a:pt x="0" y="1"/>
                    <a:pt x="1" y="0"/>
                    <a:pt x="2" y="0"/>
                  </a:cubicBezTo>
                  <a:cubicBezTo>
                    <a:pt x="69" y="0"/>
                    <a:pt x="69" y="0"/>
                    <a:pt x="69" y="0"/>
                  </a:cubicBezTo>
                  <a:cubicBezTo>
                    <a:pt x="70" y="0"/>
                    <a:pt x="71" y="1"/>
                    <a:pt x="71" y="2"/>
                  </a:cubicBezTo>
                  <a:cubicBezTo>
                    <a:pt x="71" y="9"/>
                    <a:pt x="71" y="9"/>
                    <a:pt x="71" y="9"/>
                  </a:cubicBezTo>
                  <a:cubicBezTo>
                    <a:pt x="71" y="10"/>
                    <a:pt x="70" y="11"/>
                    <a:pt x="6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7"/>
            <p:cNvSpPr/>
            <p:nvPr/>
          </p:nvSpPr>
          <p:spPr bwMode="auto">
            <a:xfrm>
              <a:off x="-1443037" y="3224213"/>
              <a:ext cx="109538" cy="195262"/>
            </a:xfrm>
            <a:custGeom>
              <a:avLst/>
              <a:gdLst>
                <a:gd name="T0" fmla="*/ 55 w 58"/>
                <a:gd name="T1" fmla="*/ 104 h 104"/>
                <a:gd name="T2" fmla="*/ 48 w 58"/>
                <a:gd name="T3" fmla="*/ 104 h 104"/>
                <a:gd name="T4" fmla="*/ 46 w 58"/>
                <a:gd name="T5" fmla="*/ 101 h 104"/>
                <a:gd name="T6" fmla="*/ 46 w 58"/>
                <a:gd name="T7" fmla="*/ 55 h 104"/>
                <a:gd name="T8" fmla="*/ 31 w 58"/>
                <a:gd name="T9" fmla="*/ 37 h 104"/>
                <a:gd name="T10" fmla="*/ 12 w 58"/>
                <a:gd name="T11" fmla="*/ 41 h 104"/>
                <a:gd name="T12" fmla="*/ 12 w 58"/>
                <a:gd name="T13" fmla="*/ 101 h 104"/>
                <a:gd name="T14" fmla="*/ 9 w 58"/>
                <a:gd name="T15" fmla="*/ 104 h 104"/>
                <a:gd name="T16" fmla="*/ 2 w 58"/>
                <a:gd name="T17" fmla="*/ 104 h 104"/>
                <a:gd name="T18" fmla="*/ 0 w 58"/>
                <a:gd name="T19" fmla="*/ 101 h 104"/>
                <a:gd name="T20" fmla="*/ 0 w 58"/>
                <a:gd name="T21" fmla="*/ 2 h 104"/>
                <a:gd name="T22" fmla="*/ 2 w 58"/>
                <a:gd name="T23" fmla="*/ 0 h 104"/>
                <a:gd name="T24" fmla="*/ 9 w 58"/>
                <a:gd name="T25" fmla="*/ 0 h 104"/>
                <a:gd name="T26" fmla="*/ 12 w 58"/>
                <a:gd name="T27" fmla="*/ 2 h 104"/>
                <a:gd name="T28" fmla="*/ 12 w 58"/>
                <a:gd name="T29" fmla="*/ 31 h 104"/>
                <a:gd name="T30" fmla="*/ 33 w 58"/>
                <a:gd name="T31" fmla="*/ 27 h 104"/>
                <a:gd name="T32" fmla="*/ 58 w 58"/>
                <a:gd name="T33" fmla="*/ 55 h 104"/>
                <a:gd name="T34" fmla="*/ 58 w 58"/>
                <a:gd name="T35" fmla="*/ 101 h 104"/>
                <a:gd name="T36" fmla="*/ 55 w 58"/>
                <a:gd name="T37"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104">
                  <a:moveTo>
                    <a:pt x="55" y="104"/>
                  </a:moveTo>
                  <a:cubicBezTo>
                    <a:pt x="48" y="104"/>
                    <a:pt x="48" y="104"/>
                    <a:pt x="48" y="104"/>
                  </a:cubicBezTo>
                  <a:cubicBezTo>
                    <a:pt x="47" y="104"/>
                    <a:pt x="46" y="102"/>
                    <a:pt x="46" y="101"/>
                  </a:cubicBezTo>
                  <a:cubicBezTo>
                    <a:pt x="46" y="55"/>
                    <a:pt x="46" y="55"/>
                    <a:pt x="46" y="55"/>
                  </a:cubicBezTo>
                  <a:cubicBezTo>
                    <a:pt x="46" y="42"/>
                    <a:pt x="40" y="37"/>
                    <a:pt x="31" y="37"/>
                  </a:cubicBezTo>
                  <a:cubicBezTo>
                    <a:pt x="27" y="37"/>
                    <a:pt x="18" y="38"/>
                    <a:pt x="12" y="41"/>
                  </a:cubicBezTo>
                  <a:cubicBezTo>
                    <a:pt x="12" y="101"/>
                    <a:pt x="12" y="101"/>
                    <a:pt x="12" y="101"/>
                  </a:cubicBezTo>
                  <a:cubicBezTo>
                    <a:pt x="12" y="102"/>
                    <a:pt x="11" y="104"/>
                    <a:pt x="9" y="104"/>
                  </a:cubicBezTo>
                  <a:cubicBezTo>
                    <a:pt x="2" y="104"/>
                    <a:pt x="2" y="104"/>
                    <a:pt x="2" y="104"/>
                  </a:cubicBezTo>
                  <a:cubicBezTo>
                    <a:pt x="1" y="104"/>
                    <a:pt x="0" y="102"/>
                    <a:pt x="0" y="101"/>
                  </a:cubicBezTo>
                  <a:cubicBezTo>
                    <a:pt x="0" y="2"/>
                    <a:pt x="0" y="2"/>
                    <a:pt x="0" y="2"/>
                  </a:cubicBezTo>
                  <a:cubicBezTo>
                    <a:pt x="0" y="1"/>
                    <a:pt x="1" y="0"/>
                    <a:pt x="2" y="0"/>
                  </a:cubicBezTo>
                  <a:cubicBezTo>
                    <a:pt x="9" y="0"/>
                    <a:pt x="9" y="0"/>
                    <a:pt x="9" y="0"/>
                  </a:cubicBezTo>
                  <a:cubicBezTo>
                    <a:pt x="11" y="0"/>
                    <a:pt x="12" y="1"/>
                    <a:pt x="12" y="2"/>
                  </a:cubicBezTo>
                  <a:cubicBezTo>
                    <a:pt x="12" y="31"/>
                    <a:pt x="12" y="31"/>
                    <a:pt x="12" y="31"/>
                  </a:cubicBezTo>
                  <a:cubicBezTo>
                    <a:pt x="18" y="28"/>
                    <a:pt x="27" y="27"/>
                    <a:pt x="33" y="27"/>
                  </a:cubicBezTo>
                  <a:cubicBezTo>
                    <a:pt x="48" y="27"/>
                    <a:pt x="58" y="35"/>
                    <a:pt x="58" y="55"/>
                  </a:cubicBezTo>
                  <a:cubicBezTo>
                    <a:pt x="58" y="101"/>
                    <a:pt x="58" y="101"/>
                    <a:pt x="58" y="101"/>
                  </a:cubicBezTo>
                  <a:cubicBezTo>
                    <a:pt x="58" y="102"/>
                    <a:pt x="57" y="104"/>
                    <a:pt x="55"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8"/>
            <p:cNvSpPr>
              <a:spLocks noEditPoints="1"/>
            </p:cNvSpPr>
            <p:nvPr/>
          </p:nvSpPr>
          <p:spPr bwMode="auto">
            <a:xfrm>
              <a:off x="-1304925" y="3275013"/>
              <a:ext cx="115888" cy="147637"/>
            </a:xfrm>
            <a:custGeom>
              <a:avLst/>
              <a:gdLst>
                <a:gd name="T0" fmla="*/ 59 w 61"/>
                <a:gd name="T1" fmla="*/ 42 h 78"/>
                <a:gd name="T2" fmla="*/ 12 w 61"/>
                <a:gd name="T3" fmla="*/ 42 h 78"/>
                <a:gd name="T4" fmla="*/ 12 w 61"/>
                <a:gd name="T5" fmla="*/ 44 h 78"/>
                <a:gd name="T6" fmla="*/ 32 w 61"/>
                <a:gd name="T7" fmla="*/ 67 h 78"/>
                <a:gd name="T8" fmla="*/ 56 w 61"/>
                <a:gd name="T9" fmla="*/ 65 h 78"/>
                <a:gd name="T10" fmla="*/ 57 w 61"/>
                <a:gd name="T11" fmla="*/ 65 h 78"/>
                <a:gd name="T12" fmla="*/ 59 w 61"/>
                <a:gd name="T13" fmla="*/ 67 h 78"/>
                <a:gd name="T14" fmla="*/ 59 w 61"/>
                <a:gd name="T15" fmla="*/ 72 h 78"/>
                <a:gd name="T16" fmla="*/ 56 w 61"/>
                <a:gd name="T17" fmla="*/ 75 h 78"/>
                <a:gd name="T18" fmla="*/ 32 w 61"/>
                <a:gd name="T19" fmla="*/ 78 h 78"/>
                <a:gd name="T20" fmla="*/ 0 w 61"/>
                <a:gd name="T21" fmla="*/ 44 h 78"/>
                <a:gd name="T22" fmla="*/ 0 w 61"/>
                <a:gd name="T23" fmla="*/ 32 h 78"/>
                <a:gd name="T24" fmla="*/ 31 w 61"/>
                <a:gd name="T25" fmla="*/ 0 h 78"/>
                <a:gd name="T26" fmla="*/ 61 w 61"/>
                <a:gd name="T27" fmla="*/ 32 h 78"/>
                <a:gd name="T28" fmla="*/ 61 w 61"/>
                <a:gd name="T29" fmla="*/ 39 h 78"/>
                <a:gd name="T30" fmla="*/ 59 w 61"/>
                <a:gd name="T31" fmla="*/ 42 h 78"/>
                <a:gd name="T32" fmla="*/ 49 w 61"/>
                <a:gd name="T33" fmla="*/ 32 h 78"/>
                <a:gd name="T34" fmla="*/ 31 w 61"/>
                <a:gd name="T35" fmla="*/ 10 h 78"/>
                <a:gd name="T36" fmla="*/ 12 w 61"/>
                <a:gd name="T37" fmla="*/ 32 h 78"/>
                <a:gd name="T38" fmla="*/ 12 w 61"/>
                <a:gd name="T39" fmla="*/ 33 h 78"/>
                <a:gd name="T40" fmla="*/ 49 w 61"/>
                <a:gd name="T41" fmla="*/ 33 h 78"/>
                <a:gd name="T42" fmla="*/ 49 w 61"/>
                <a:gd name="T43" fmla="*/ 3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 h="78">
                  <a:moveTo>
                    <a:pt x="59" y="42"/>
                  </a:moveTo>
                  <a:cubicBezTo>
                    <a:pt x="12" y="42"/>
                    <a:pt x="12" y="42"/>
                    <a:pt x="12" y="42"/>
                  </a:cubicBezTo>
                  <a:cubicBezTo>
                    <a:pt x="12" y="44"/>
                    <a:pt x="12" y="44"/>
                    <a:pt x="12" y="44"/>
                  </a:cubicBezTo>
                  <a:cubicBezTo>
                    <a:pt x="12" y="61"/>
                    <a:pt x="19" y="67"/>
                    <a:pt x="32" y="67"/>
                  </a:cubicBezTo>
                  <a:cubicBezTo>
                    <a:pt x="40" y="67"/>
                    <a:pt x="50" y="66"/>
                    <a:pt x="56" y="65"/>
                  </a:cubicBezTo>
                  <a:cubicBezTo>
                    <a:pt x="56" y="65"/>
                    <a:pt x="57" y="65"/>
                    <a:pt x="57" y="65"/>
                  </a:cubicBezTo>
                  <a:cubicBezTo>
                    <a:pt x="58" y="65"/>
                    <a:pt x="59" y="66"/>
                    <a:pt x="59" y="67"/>
                  </a:cubicBezTo>
                  <a:cubicBezTo>
                    <a:pt x="59" y="72"/>
                    <a:pt x="59" y="72"/>
                    <a:pt x="59" y="72"/>
                  </a:cubicBezTo>
                  <a:cubicBezTo>
                    <a:pt x="59" y="74"/>
                    <a:pt x="58" y="75"/>
                    <a:pt x="56" y="75"/>
                  </a:cubicBezTo>
                  <a:cubicBezTo>
                    <a:pt x="48" y="77"/>
                    <a:pt x="41" y="78"/>
                    <a:pt x="32" y="78"/>
                  </a:cubicBezTo>
                  <a:cubicBezTo>
                    <a:pt x="16" y="78"/>
                    <a:pt x="0" y="70"/>
                    <a:pt x="0" y="44"/>
                  </a:cubicBezTo>
                  <a:cubicBezTo>
                    <a:pt x="0" y="32"/>
                    <a:pt x="0" y="32"/>
                    <a:pt x="0" y="32"/>
                  </a:cubicBezTo>
                  <a:cubicBezTo>
                    <a:pt x="0" y="12"/>
                    <a:pt x="11" y="0"/>
                    <a:pt x="31" y="0"/>
                  </a:cubicBezTo>
                  <a:cubicBezTo>
                    <a:pt x="51" y="0"/>
                    <a:pt x="61" y="12"/>
                    <a:pt x="61" y="32"/>
                  </a:cubicBezTo>
                  <a:cubicBezTo>
                    <a:pt x="61" y="39"/>
                    <a:pt x="61" y="39"/>
                    <a:pt x="61" y="39"/>
                  </a:cubicBezTo>
                  <a:cubicBezTo>
                    <a:pt x="61" y="41"/>
                    <a:pt x="60" y="42"/>
                    <a:pt x="59" y="42"/>
                  </a:cubicBezTo>
                  <a:close/>
                  <a:moveTo>
                    <a:pt x="49" y="32"/>
                  </a:moveTo>
                  <a:cubicBezTo>
                    <a:pt x="49" y="16"/>
                    <a:pt x="43" y="10"/>
                    <a:pt x="31" y="10"/>
                  </a:cubicBezTo>
                  <a:cubicBezTo>
                    <a:pt x="19" y="10"/>
                    <a:pt x="12" y="17"/>
                    <a:pt x="12" y="32"/>
                  </a:cubicBezTo>
                  <a:cubicBezTo>
                    <a:pt x="12" y="33"/>
                    <a:pt x="12" y="33"/>
                    <a:pt x="12" y="33"/>
                  </a:cubicBezTo>
                  <a:cubicBezTo>
                    <a:pt x="49" y="33"/>
                    <a:pt x="49" y="33"/>
                    <a:pt x="49" y="33"/>
                  </a:cubicBezTo>
                  <a:lnTo>
                    <a:pt x="49"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9"/>
            <p:cNvSpPr/>
            <p:nvPr/>
          </p:nvSpPr>
          <p:spPr bwMode="auto">
            <a:xfrm>
              <a:off x="-1092200" y="3225800"/>
              <a:ext cx="158750" cy="193675"/>
            </a:xfrm>
            <a:custGeom>
              <a:avLst/>
              <a:gdLst>
                <a:gd name="T0" fmla="*/ 81 w 84"/>
                <a:gd name="T1" fmla="*/ 103 h 103"/>
                <a:gd name="T2" fmla="*/ 75 w 84"/>
                <a:gd name="T3" fmla="*/ 103 h 103"/>
                <a:gd name="T4" fmla="*/ 72 w 84"/>
                <a:gd name="T5" fmla="*/ 100 h 103"/>
                <a:gd name="T6" fmla="*/ 72 w 84"/>
                <a:gd name="T7" fmla="*/ 18 h 103"/>
                <a:gd name="T8" fmla="*/ 72 w 84"/>
                <a:gd name="T9" fmla="*/ 17 h 103"/>
                <a:gd name="T10" fmla="*/ 71 w 84"/>
                <a:gd name="T11" fmla="*/ 18 h 103"/>
                <a:gd name="T12" fmla="*/ 52 w 84"/>
                <a:gd name="T13" fmla="*/ 59 h 103"/>
                <a:gd name="T14" fmla="*/ 45 w 84"/>
                <a:gd name="T15" fmla="*/ 63 h 103"/>
                <a:gd name="T16" fmla="*/ 39 w 84"/>
                <a:gd name="T17" fmla="*/ 63 h 103"/>
                <a:gd name="T18" fmla="*/ 33 w 84"/>
                <a:gd name="T19" fmla="*/ 59 h 103"/>
                <a:gd name="T20" fmla="*/ 13 w 84"/>
                <a:gd name="T21" fmla="*/ 18 h 103"/>
                <a:gd name="T22" fmla="*/ 13 w 84"/>
                <a:gd name="T23" fmla="*/ 17 h 103"/>
                <a:gd name="T24" fmla="*/ 13 w 84"/>
                <a:gd name="T25" fmla="*/ 18 h 103"/>
                <a:gd name="T26" fmla="*/ 13 w 84"/>
                <a:gd name="T27" fmla="*/ 100 h 103"/>
                <a:gd name="T28" fmla="*/ 10 w 84"/>
                <a:gd name="T29" fmla="*/ 103 h 103"/>
                <a:gd name="T30" fmla="*/ 3 w 84"/>
                <a:gd name="T31" fmla="*/ 103 h 103"/>
                <a:gd name="T32" fmla="*/ 0 w 84"/>
                <a:gd name="T33" fmla="*/ 100 h 103"/>
                <a:gd name="T34" fmla="*/ 0 w 84"/>
                <a:gd name="T35" fmla="*/ 4 h 103"/>
                <a:gd name="T36" fmla="*/ 4 w 84"/>
                <a:gd name="T37" fmla="*/ 0 h 103"/>
                <a:gd name="T38" fmla="*/ 13 w 84"/>
                <a:gd name="T39" fmla="*/ 0 h 103"/>
                <a:gd name="T40" fmla="*/ 18 w 84"/>
                <a:gd name="T41" fmla="*/ 2 h 103"/>
                <a:gd name="T42" fmla="*/ 41 w 84"/>
                <a:gd name="T43" fmla="*/ 50 h 103"/>
                <a:gd name="T44" fmla="*/ 42 w 84"/>
                <a:gd name="T45" fmla="*/ 51 h 103"/>
                <a:gd name="T46" fmla="*/ 44 w 84"/>
                <a:gd name="T47" fmla="*/ 50 h 103"/>
                <a:gd name="T48" fmla="*/ 67 w 84"/>
                <a:gd name="T49" fmla="*/ 2 h 103"/>
                <a:gd name="T50" fmla="*/ 71 w 84"/>
                <a:gd name="T51" fmla="*/ 0 h 103"/>
                <a:gd name="T52" fmla="*/ 80 w 84"/>
                <a:gd name="T53" fmla="*/ 0 h 103"/>
                <a:gd name="T54" fmla="*/ 84 w 84"/>
                <a:gd name="T55" fmla="*/ 4 h 103"/>
                <a:gd name="T56" fmla="*/ 84 w 84"/>
                <a:gd name="T57" fmla="*/ 100 h 103"/>
                <a:gd name="T58" fmla="*/ 81 w 84"/>
                <a:gd name="T59" fmla="*/ 10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103">
                  <a:moveTo>
                    <a:pt x="81" y="103"/>
                  </a:moveTo>
                  <a:cubicBezTo>
                    <a:pt x="75" y="103"/>
                    <a:pt x="75" y="103"/>
                    <a:pt x="75" y="103"/>
                  </a:cubicBezTo>
                  <a:cubicBezTo>
                    <a:pt x="73" y="103"/>
                    <a:pt x="72" y="101"/>
                    <a:pt x="72" y="100"/>
                  </a:cubicBezTo>
                  <a:cubicBezTo>
                    <a:pt x="72" y="18"/>
                    <a:pt x="72" y="18"/>
                    <a:pt x="72" y="18"/>
                  </a:cubicBezTo>
                  <a:cubicBezTo>
                    <a:pt x="72" y="18"/>
                    <a:pt x="72" y="17"/>
                    <a:pt x="72" y="17"/>
                  </a:cubicBezTo>
                  <a:cubicBezTo>
                    <a:pt x="71" y="17"/>
                    <a:pt x="71" y="17"/>
                    <a:pt x="71" y="18"/>
                  </a:cubicBezTo>
                  <a:cubicBezTo>
                    <a:pt x="52" y="59"/>
                    <a:pt x="52" y="59"/>
                    <a:pt x="52" y="59"/>
                  </a:cubicBezTo>
                  <a:cubicBezTo>
                    <a:pt x="50" y="61"/>
                    <a:pt x="49" y="63"/>
                    <a:pt x="45" y="63"/>
                  </a:cubicBezTo>
                  <a:cubicBezTo>
                    <a:pt x="39" y="63"/>
                    <a:pt x="39" y="63"/>
                    <a:pt x="39" y="63"/>
                  </a:cubicBezTo>
                  <a:cubicBezTo>
                    <a:pt x="36" y="63"/>
                    <a:pt x="34" y="61"/>
                    <a:pt x="33" y="59"/>
                  </a:cubicBezTo>
                  <a:cubicBezTo>
                    <a:pt x="13" y="18"/>
                    <a:pt x="13" y="18"/>
                    <a:pt x="13" y="18"/>
                  </a:cubicBezTo>
                  <a:cubicBezTo>
                    <a:pt x="13" y="17"/>
                    <a:pt x="13" y="17"/>
                    <a:pt x="13" y="17"/>
                  </a:cubicBezTo>
                  <a:cubicBezTo>
                    <a:pt x="13" y="17"/>
                    <a:pt x="13" y="18"/>
                    <a:pt x="13" y="18"/>
                  </a:cubicBezTo>
                  <a:cubicBezTo>
                    <a:pt x="13" y="100"/>
                    <a:pt x="13" y="100"/>
                    <a:pt x="13" y="100"/>
                  </a:cubicBezTo>
                  <a:cubicBezTo>
                    <a:pt x="13" y="101"/>
                    <a:pt x="11" y="103"/>
                    <a:pt x="10" y="103"/>
                  </a:cubicBezTo>
                  <a:cubicBezTo>
                    <a:pt x="3" y="103"/>
                    <a:pt x="3" y="103"/>
                    <a:pt x="3" y="103"/>
                  </a:cubicBezTo>
                  <a:cubicBezTo>
                    <a:pt x="2" y="103"/>
                    <a:pt x="0" y="101"/>
                    <a:pt x="0" y="100"/>
                  </a:cubicBezTo>
                  <a:cubicBezTo>
                    <a:pt x="0" y="4"/>
                    <a:pt x="0" y="4"/>
                    <a:pt x="0" y="4"/>
                  </a:cubicBezTo>
                  <a:cubicBezTo>
                    <a:pt x="0" y="2"/>
                    <a:pt x="2" y="0"/>
                    <a:pt x="4" y="0"/>
                  </a:cubicBezTo>
                  <a:cubicBezTo>
                    <a:pt x="13" y="0"/>
                    <a:pt x="13" y="0"/>
                    <a:pt x="13" y="0"/>
                  </a:cubicBezTo>
                  <a:cubicBezTo>
                    <a:pt x="16" y="0"/>
                    <a:pt x="17" y="1"/>
                    <a:pt x="18" y="2"/>
                  </a:cubicBezTo>
                  <a:cubicBezTo>
                    <a:pt x="41" y="50"/>
                    <a:pt x="41" y="50"/>
                    <a:pt x="41" y="50"/>
                  </a:cubicBezTo>
                  <a:cubicBezTo>
                    <a:pt x="41" y="51"/>
                    <a:pt x="41" y="51"/>
                    <a:pt x="42" y="51"/>
                  </a:cubicBezTo>
                  <a:cubicBezTo>
                    <a:pt x="43" y="51"/>
                    <a:pt x="43" y="51"/>
                    <a:pt x="44" y="50"/>
                  </a:cubicBezTo>
                  <a:cubicBezTo>
                    <a:pt x="67" y="2"/>
                    <a:pt x="67" y="2"/>
                    <a:pt x="67" y="2"/>
                  </a:cubicBezTo>
                  <a:cubicBezTo>
                    <a:pt x="67" y="1"/>
                    <a:pt x="69" y="0"/>
                    <a:pt x="71" y="0"/>
                  </a:cubicBezTo>
                  <a:cubicBezTo>
                    <a:pt x="80" y="0"/>
                    <a:pt x="80" y="0"/>
                    <a:pt x="80" y="0"/>
                  </a:cubicBezTo>
                  <a:cubicBezTo>
                    <a:pt x="82" y="0"/>
                    <a:pt x="84" y="2"/>
                    <a:pt x="84" y="4"/>
                  </a:cubicBezTo>
                  <a:cubicBezTo>
                    <a:pt x="84" y="100"/>
                    <a:pt x="84" y="100"/>
                    <a:pt x="84" y="100"/>
                  </a:cubicBezTo>
                  <a:cubicBezTo>
                    <a:pt x="84" y="101"/>
                    <a:pt x="83" y="103"/>
                    <a:pt x="81"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0"/>
            <p:cNvSpPr>
              <a:spLocks noEditPoints="1"/>
            </p:cNvSpPr>
            <p:nvPr/>
          </p:nvSpPr>
          <p:spPr bwMode="auto">
            <a:xfrm>
              <a:off x="-901700" y="3275013"/>
              <a:ext cx="104775" cy="147637"/>
            </a:xfrm>
            <a:custGeom>
              <a:avLst/>
              <a:gdLst>
                <a:gd name="T0" fmla="*/ 53 w 56"/>
                <a:gd name="T1" fmla="*/ 77 h 78"/>
                <a:gd name="T2" fmla="*/ 47 w 56"/>
                <a:gd name="T3" fmla="*/ 77 h 78"/>
                <a:gd name="T4" fmla="*/ 44 w 56"/>
                <a:gd name="T5" fmla="*/ 74 h 78"/>
                <a:gd name="T6" fmla="*/ 44 w 56"/>
                <a:gd name="T7" fmla="*/ 71 h 78"/>
                <a:gd name="T8" fmla="*/ 23 w 56"/>
                <a:gd name="T9" fmla="*/ 78 h 78"/>
                <a:gd name="T10" fmla="*/ 0 w 56"/>
                <a:gd name="T11" fmla="*/ 55 h 78"/>
                <a:gd name="T12" fmla="*/ 0 w 56"/>
                <a:gd name="T13" fmla="*/ 54 h 78"/>
                <a:gd name="T14" fmla="*/ 34 w 56"/>
                <a:gd name="T15" fmla="*/ 31 h 78"/>
                <a:gd name="T16" fmla="*/ 44 w 56"/>
                <a:gd name="T17" fmla="*/ 31 h 78"/>
                <a:gd name="T18" fmla="*/ 44 w 56"/>
                <a:gd name="T19" fmla="*/ 26 h 78"/>
                <a:gd name="T20" fmla="*/ 29 w 56"/>
                <a:gd name="T21" fmla="*/ 10 h 78"/>
                <a:gd name="T22" fmla="*/ 8 w 56"/>
                <a:gd name="T23" fmla="*/ 11 h 78"/>
                <a:gd name="T24" fmla="*/ 7 w 56"/>
                <a:gd name="T25" fmla="*/ 11 h 78"/>
                <a:gd name="T26" fmla="*/ 5 w 56"/>
                <a:gd name="T27" fmla="*/ 9 h 78"/>
                <a:gd name="T28" fmla="*/ 5 w 56"/>
                <a:gd name="T29" fmla="*/ 4 h 78"/>
                <a:gd name="T30" fmla="*/ 8 w 56"/>
                <a:gd name="T31" fmla="*/ 1 h 78"/>
                <a:gd name="T32" fmla="*/ 29 w 56"/>
                <a:gd name="T33" fmla="*/ 0 h 78"/>
                <a:gd name="T34" fmla="*/ 56 w 56"/>
                <a:gd name="T35" fmla="*/ 26 h 78"/>
                <a:gd name="T36" fmla="*/ 56 w 56"/>
                <a:gd name="T37" fmla="*/ 74 h 78"/>
                <a:gd name="T38" fmla="*/ 53 w 56"/>
                <a:gd name="T39" fmla="*/ 77 h 78"/>
                <a:gd name="T40" fmla="*/ 44 w 56"/>
                <a:gd name="T41" fmla="*/ 40 h 78"/>
                <a:gd name="T42" fmla="*/ 34 w 56"/>
                <a:gd name="T43" fmla="*/ 40 h 78"/>
                <a:gd name="T44" fmla="*/ 12 w 56"/>
                <a:gd name="T45" fmla="*/ 53 h 78"/>
                <a:gd name="T46" fmla="*/ 12 w 56"/>
                <a:gd name="T47" fmla="*/ 55 h 78"/>
                <a:gd name="T48" fmla="*/ 25 w 56"/>
                <a:gd name="T49" fmla="*/ 68 h 78"/>
                <a:gd name="T50" fmla="*/ 44 w 56"/>
                <a:gd name="T51" fmla="*/ 62 h 78"/>
                <a:gd name="T52" fmla="*/ 44 w 56"/>
                <a:gd name="T53" fmla="*/ 4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6" h="78">
                  <a:moveTo>
                    <a:pt x="53" y="77"/>
                  </a:moveTo>
                  <a:cubicBezTo>
                    <a:pt x="47" y="77"/>
                    <a:pt x="47" y="77"/>
                    <a:pt x="47" y="77"/>
                  </a:cubicBezTo>
                  <a:cubicBezTo>
                    <a:pt x="45" y="77"/>
                    <a:pt x="44" y="75"/>
                    <a:pt x="44" y="74"/>
                  </a:cubicBezTo>
                  <a:cubicBezTo>
                    <a:pt x="44" y="71"/>
                    <a:pt x="44" y="71"/>
                    <a:pt x="44" y="71"/>
                  </a:cubicBezTo>
                  <a:cubicBezTo>
                    <a:pt x="37" y="75"/>
                    <a:pt x="31" y="78"/>
                    <a:pt x="23" y="78"/>
                  </a:cubicBezTo>
                  <a:cubicBezTo>
                    <a:pt x="11" y="78"/>
                    <a:pt x="0" y="72"/>
                    <a:pt x="0" y="55"/>
                  </a:cubicBezTo>
                  <a:cubicBezTo>
                    <a:pt x="0" y="54"/>
                    <a:pt x="0" y="54"/>
                    <a:pt x="0" y="54"/>
                  </a:cubicBezTo>
                  <a:cubicBezTo>
                    <a:pt x="0" y="39"/>
                    <a:pt x="9" y="31"/>
                    <a:pt x="34" y="31"/>
                  </a:cubicBezTo>
                  <a:cubicBezTo>
                    <a:pt x="44" y="31"/>
                    <a:pt x="44" y="31"/>
                    <a:pt x="44" y="31"/>
                  </a:cubicBezTo>
                  <a:cubicBezTo>
                    <a:pt x="44" y="26"/>
                    <a:pt x="44" y="26"/>
                    <a:pt x="44" y="26"/>
                  </a:cubicBezTo>
                  <a:cubicBezTo>
                    <a:pt x="44" y="14"/>
                    <a:pt x="40" y="10"/>
                    <a:pt x="29" y="10"/>
                  </a:cubicBezTo>
                  <a:cubicBezTo>
                    <a:pt x="20" y="10"/>
                    <a:pt x="13" y="11"/>
                    <a:pt x="8" y="11"/>
                  </a:cubicBezTo>
                  <a:cubicBezTo>
                    <a:pt x="8" y="11"/>
                    <a:pt x="8" y="11"/>
                    <a:pt x="7" y="11"/>
                  </a:cubicBezTo>
                  <a:cubicBezTo>
                    <a:pt x="6" y="11"/>
                    <a:pt x="5" y="11"/>
                    <a:pt x="5" y="9"/>
                  </a:cubicBezTo>
                  <a:cubicBezTo>
                    <a:pt x="5" y="4"/>
                    <a:pt x="5" y="4"/>
                    <a:pt x="5" y="4"/>
                  </a:cubicBezTo>
                  <a:cubicBezTo>
                    <a:pt x="5" y="3"/>
                    <a:pt x="6" y="2"/>
                    <a:pt x="8" y="1"/>
                  </a:cubicBezTo>
                  <a:cubicBezTo>
                    <a:pt x="13" y="0"/>
                    <a:pt x="20" y="0"/>
                    <a:pt x="29" y="0"/>
                  </a:cubicBezTo>
                  <a:cubicBezTo>
                    <a:pt x="48" y="0"/>
                    <a:pt x="56" y="9"/>
                    <a:pt x="56" y="26"/>
                  </a:cubicBezTo>
                  <a:cubicBezTo>
                    <a:pt x="56" y="74"/>
                    <a:pt x="56" y="74"/>
                    <a:pt x="56" y="74"/>
                  </a:cubicBezTo>
                  <a:cubicBezTo>
                    <a:pt x="56" y="75"/>
                    <a:pt x="55" y="77"/>
                    <a:pt x="53" y="77"/>
                  </a:cubicBezTo>
                  <a:close/>
                  <a:moveTo>
                    <a:pt x="44" y="40"/>
                  </a:moveTo>
                  <a:cubicBezTo>
                    <a:pt x="34" y="40"/>
                    <a:pt x="34" y="40"/>
                    <a:pt x="34" y="40"/>
                  </a:cubicBezTo>
                  <a:cubicBezTo>
                    <a:pt x="17" y="40"/>
                    <a:pt x="12" y="44"/>
                    <a:pt x="12" y="53"/>
                  </a:cubicBezTo>
                  <a:cubicBezTo>
                    <a:pt x="12" y="55"/>
                    <a:pt x="12" y="55"/>
                    <a:pt x="12" y="55"/>
                  </a:cubicBezTo>
                  <a:cubicBezTo>
                    <a:pt x="12" y="65"/>
                    <a:pt x="17" y="68"/>
                    <a:pt x="25" y="68"/>
                  </a:cubicBezTo>
                  <a:cubicBezTo>
                    <a:pt x="32" y="68"/>
                    <a:pt x="37" y="66"/>
                    <a:pt x="44" y="62"/>
                  </a:cubicBezTo>
                  <a:lnTo>
                    <a:pt x="44" y="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11"/>
            <p:cNvSpPr>
              <a:spLocks noEditPoints="1"/>
            </p:cNvSpPr>
            <p:nvPr/>
          </p:nvSpPr>
          <p:spPr bwMode="auto">
            <a:xfrm>
              <a:off x="-763587" y="3276600"/>
              <a:ext cx="122238" cy="193675"/>
            </a:xfrm>
            <a:custGeom>
              <a:avLst/>
              <a:gdLst>
                <a:gd name="T0" fmla="*/ 62 w 65"/>
                <a:gd name="T1" fmla="*/ 9 h 103"/>
                <a:gd name="T2" fmla="*/ 57 w 65"/>
                <a:gd name="T3" fmla="*/ 10 h 103"/>
                <a:gd name="T4" fmla="*/ 62 w 65"/>
                <a:gd name="T5" fmla="*/ 24 h 103"/>
                <a:gd name="T6" fmla="*/ 62 w 65"/>
                <a:gd name="T7" fmla="*/ 25 h 103"/>
                <a:gd name="T8" fmla="*/ 31 w 65"/>
                <a:gd name="T9" fmla="*/ 49 h 103"/>
                <a:gd name="T10" fmla="*/ 15 w 65"/>
                <a:gd name="T11" fmla="*/ 46 h 103"/>
                <a:gd name="T12" fmla="*/ 12 w 65"/>
                <a:gd name="T13" fmla="*/ 51 h 103"/>
                <a:gd name="T14" fmla="*/ 16 w 65"/>
                <a:gd name="T15" fmla="*/ 55 h 103"/>
                <a:gd name="T16" fmla="*/ 37 w 65"/>
                <a:gd name="T17" fmla="*/ 60 h 103"/>
                <a:gd name="T18" fmla="*/ 63 w 65"/>
                <a:gd name="T19" fmla="*/ 81 h 103"/>
                <a:gd name="T20" fmla="*/ 63 w 65"/>
                <a:gd name="T21" fmla="*/ 82 h 103"/>
                <a:gd name="T22" fmla="*/ 32 w 65"/>
                <a:gd name="T23" fmla="*/ 103 h 103"/>
                <a:gd name="T24" fmla="*/ 0 w 65"/>
                <a:gd name="T25" fmla="*/ 81 h 103"/>
                <a:gd name="T26" fmla="*/ 0 w 65"/>
                <a:gd name="T27" fmla="*/ 80 h 103"/>
                <a:gd name="T28" fmla="*/ 9 w 65"/>
                <a:gd name="T29" fmla="*/ 62 h 103"/>
                <a:gd name="T30" fmla="*/ 8 w 65"/>
                <a:gd name="T31" fmla="*/ 62 h 103"/>
                <a:gd name="T32" fmla="*/ 1 w 65"/>
                <a:gd name="T33" fmla="*/ 51 h 103"/>
                <a:gd name="T34" fmla="*/ 1 w 65"/>
                <a:gd name="T35" fmla="*/ 51 h 103"/>
                <a:gd name="T36" fmla="*/ 7 w 65"/>
                <a:gd name="T37" fmla="*/ 41 h 103"/>
                <a:gd name="T38" fmla="*/ 1 w 65"/>
                <a:gd name="T39" fmla="*/ 25 h 103"/>
                <a:gd name="T40" fmla="*/ 1 w 65"/>
                <a:gd name="T41" fmla="*/ 24 h 103"/>
                <a:gd name="T42" fmla="*/ 31 w 65"/>
                <a:gd name="T43" fmla="*/ 0 h 103"/>
                <a:gd name="T44" fmla="*/ 61 w 65"/>
                <a:gd name="T45" fmla="*/ 0 h 103"/>
                <a:gd name="T46" fmla="*/ 65 w 65"/>
                <a:gd name="T47" fmla="*/ 3 h 103"/>
                <a:gd name="T48" fmla="*/ 65 w 65"/>
                <a:gd name="T49" fmla="*/ 6 h 103"/>
                <a:gd name="T50" fmla="*/ 62 w 65"/>
                <a:gd name="T51" fmla="*/ 9 h 103"/>
                <a:gd name="T52" fmla="*/ 51 w 65"/>
                <a:gd name="T53" fmla="*/ 81 h 103"/>
                <a:gd name="T54" fmla="*/ 34 w 65"/>
                <a:gd name="T55" fmla="*/ 70 h 103"/>
                <a:gd name="T56" fmla="*/ 19 w 65"/>
                <a:gd name="T57" fmla="*/ 66 h 103"/>
                <a:gd name="T58" fmla="*/ 12 w 65"/>
                <a:gd name="T59" fmla="*/ 80 h 103"/>
                <a:gd name="T60" fmla="*/ 12 w 65"/>
                <a:gd name="T61" fmla="*/ 81 h 103"/>
                <a:gd name="T62" fmla="*/ 32 w 65"/>
                <a:gd name="T63" fmla="*/ 94 h 103"/>
                <a:gd name="T64" fmla="*/ 51 w 65"/>
                <a:gd name="T65" fmla="*/ 82 h 103"/>
                <a:gd name="T66" fmla="*/ 51 w 65"/>
                <a:gd name="T67" fmla="*/ 81 h 103"/>
                <a:gd name="T68" fmla="*/ 50 w 65"/>
                <a:gd name="T69" fmla="*/ 24 h 103"/>
                <a:gd name="T70" fmla="*/ 31 w 65"/>
                <a:gd name="T71" fmla="*/ 9 h 103"/>
                <a:gd name="T72" fmla="*/ 13 w 65"/>
                <a:gd name="T73" fmla="*/ 24 h 103"/>
                <a:gd name="T74" fmla="*/ 13 w 65"/>
                <a:gd name="T75" fmla="*/ 25 h 103"/>
                <a:gd name="T76" fmla="*/ 31 w 65"/>
                <a:gd name="T77" fmla="*/ 39 h 103"/>
                <a:gd name="T78" fmla="*/ 50 w 65"/>
                <a:gd name="T79" fmla="*/ 25 h 103"/>
                <a:gd name="T80" fmla="*/ 50 w 65"/>
                <a:gd name="T81" fmla="*/ 24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5" h="103">
                  <a:moveTo>
                    <a:pt x="62" y="9"/>
                  </a:moveTo>
                  <a:cubicBezTo>
                    <a:pt x="57" y="10"/>
                    <a:pt x="57" y="10"/>
                    <a:pt x="57" y="10"/>
                  </a:cubicBezTo>
                  <a:cubicBezTo>
                    <a:pt x="60" y="12"/>
                    <a:pt x="62" y="17"/>
                    <a:pt x="62" y="24"/>
                  </a:cubicBezTo>
                  <a:cubicBezTo>
                    <a:pt x="62" y="25"/>
                    <a:pt x="62" y="25"/>
                    <a:pt x="62" y="25"/>
                  </a:cubicBezTo>
                  <a:cubicBezTo>
                    <a:pt x="62" y="40"/>
                    <a:pt x="52" y="49"/>
                    <a:pt x="31" y="49"/>
                  </a:cubicBezTo>
                  <a:cubicBezTo>
                    <a:pt x="24" y="49"/>
                    <a:pt x="19" y="48"/>
                    <a:pt x="15" y="46"/>
                  </a:cubicBezTo>
                  <a:cubicBezTo>
                    <a:pt x="13" y="47"/>
                    <a:pt x="12" y="49"/>
                    <a:pt x="12" y="51"/>
                  </a:cubicBezTo>
                  <a:cubicBezTo>
                    <a:pt x="12" y="53"/>
                    <a:pt x="13" y="54"/>
                    <a:pt x="16" y="55"/>
                  </a:cubicBezTo>
                  <a:cubicBezTo>
                    <a:pt x="37" y="60"/>
                    <a:pt x="37" y="60"/>
                    <a:pt x="37" y="60"/>
                  </a:cubicBezTo>
                  <a:cubicBezTo>
                    <a:pt x="50" y="64"/>
                    <a:pt x="63" y="68"/>
                    <a:pt x="63" y="81"/>
                  </a:cubicBezTo>
                  <a:cubicBezTo>
                    <a:pt x="63" y="82"/>
                    <a:pt x="63" y="82"/>
                    <a:pt x="63" y="82"/>
                  </a:cubicBezTo>
                  <a:cubicBezTo>
                    <a:pt x="63" y="95"/>
                    <a:pt x="54" y="103"/>
                    <a:pt x="32" y="103"/>
                  </a:cubicBezTo>
                  <a:cubicBezTo>
                    <a:pt x="10" y="103"/>
                    <a:pt x="0" y="95"/>
                    <a:pt x="0" y="81"/>
                  </a:cubicBezTo>
                  <a:cubicBezTo>
                    <a:pt x="0" y="80"/>
                    <a:pt x="0" y="80"/>
                    <a:pt x="0" y="80"/>
                  </a:cubicBezTo>
                  <a:cubicBezTo>
                    <a:pt x="0" y="72"/>
                    <a:pt x="4" y="66"/>
                    <a:pt x="9" y="62"/>
                  </a:cubicBezTo>
                  <a:cubicBezTo>
                    <a:pt x="8" y="62"/>
                    <a:pt x="8" y="62"/>
                    <a:pt x="8" y="62"/>
                  </a:cubicBezTo>
                  <a:cubicBezTo>
                    <a:pt x="3" y="60"/>
                    <a:pt x="1" y="56"/>
                    <a:pt x="1" y="51"/>
                  </a:cubicBezTo>
                  <a:cubicBezTo>
                    <a:pt x="1" y="51"/>
                    <a:pt x="1" y="51"/>
                    <a:pt x="1" y="51"/>
                  </a:cubicBezTo>
                  <a:cubicBezTo>
                    <a:pt x="1" y="47"/>
                    <a:pt x="3" y="43"/>
                    <a:pt x="7" y="41"/>
                  </a:cubicBezTo>
                  <a:cubicBezTo>
                    <a:pt x="3" y="37"/>
                    <a:pt x="1" y="32"/>
                    <a:pt x="1" y="25"/>
                  </a:cubicBezTo>
                  <a:cubicBezTo>
                    <a:pt x="1" y="24"/>
                    <a:pt x="1" y="24"/>
                    <a:pt x="1" y="24"/>
                  </a:cubicBezTo>
                  <a:cubicBezTo>
                    <a:pt x="1" y="12"/>
                    <a:pt x="7" y="0"/>
                    <a:pt x="31" y="0"/>
                  </a:cubicBezTo>
                  <a:cubicBezTo>
                    <a:pt x="61" y="0"/>
                    <a:pt x="61" y="0"/>
                    <a:pt x="61" y="0"/>
                  </a:cubicBezTo>
                  <a:cubicBezTo>
                    <a:pt x="63" y="0"/>
                    <a:pt x="65" y="1"/>
                    <a:pt x="65" y="3"/>
                  </a:cubicBezTo>
                  <a:cubicBezTo>
                    <a:pt x="65" y="6"/>
                    <a:pt x="65" y="6"/>
                    <a:pt x="65" y="6"/>
                  </a:cubicBezTo>
                  <a:cubicBezTo>
                    <a:pt x="65" y="8"/>
                    <a:pt x="64" y="9"/>
                    <a:pt x="62" y="9"/>
                  </a:cubicBezTo>
                  <a:close/>
                  <a:moveTo>
                    <a:pt x="51" y="81"/>
                  </a:moveTo>
                  <a:cubicBezTo>
                    <a:pt x="51" y="75"/>
                    <a:pt x="47" y="73"/>
                    <a:pt x="34" y="70"/>
                  </a:cubicBezTo>
                  <a:cubicBezTo>
                    <a:pt x="19" y="66"/>
                    <a:pt x="19" y="66"/>
                    <a:pt x="19" y="66"/>
                  </a:cubicBezTo>
                  <a:cubicBezTo>
                    <a:pt x="15" y="69"/>
                    <a:pt x="12" y="73"/>
                    <a:pt x="12" y="80"/>
                  </a:cubicBezTo>
                  <a:cubicBezTo>
                    <a:pt x="12" y="81"/>
                    <a:pt x="12" y="81"/>
                    <a:pt x="12" y="81"/>
                  </a:cubicBezTo>
                  <a:cubicBezTo>
                    <a:pt x="12" y="89"/>
                    <a:pt x="16" y="94"/>
                    <a:pt x="32" y="94"/>
                  </a:cubicBezTo>
                  <a:cubicBezTo>
                    <a:pt x="47" y="94"/>
                    <a:pt x="51" y="89"/>
                    <a:pt x="51" y="82"/>
                  </a:cubicBezTo>
                  <a:lnTo>
                    <a:pt x="51" y="81"/>
                  </a:lnTo>
                  <a:close/>
                  <a:moveTo>
                    <a:pt x="50" y="24"/>
                  </a:moveTo>
                  <a:cubicBezTo>
                    <a:pt x="50" y="16"/>
                    <a:pt x="46" y="9"/>
                    <a:pt x="31" y="9"/>
                  </a:cubicBezTo>
                  <a:cubicBezTo>
                    <a:pt x="16" y="9"/>
                    <a:pt x="13" y="16"/>
                    <a:pt x="13" y="24"/>
                  </a:cubicBezTo>
                  <a:cubicBezTo>
                    <a:pt x="13" y="25"/>
                    <a:pt x="13" y="25"/>
                    <a:pt x="13" y="25"/>
                  </a:cubicBezTo>
                  <a:cubicBezTo>
                    <a:pt x="13" y="31"/>
                    <a:pt x="15" y="39"/>
                    <a:pt x="31" y="39"/>
                  </a:cubicBezTo>
                  <a:cubicBezTo>
                    <a:pt x="46" y="39"/>
                    <a:pt x="50" y="33"/>
                    <a:pt x="50" y="25"/>
                  </a:cubicBezTo>
                  <a:lnTo>
                    <a:pt x="50" y="2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12"/>
            <p:cNvSpPr>
              <a:spLocks noEditPoints="1"/>
            </p:cNvSpPr>
            <p:nvPr/>
          </p:nvSpPr>
          <p:spPr bwMode="auto">
            <a:xfrm>
              <a:off x="-614362" y="3222625"/>
              <a:ext cx="25400" cy="196850"/>
            </a:xfrm>
            <a:custGeom>
              <a:avLst/>
              <a:gdLst>
                <a:gd name="T0" fmla="*/ 10 w 13"/>
                <a:gd name="T1" fmla="*/ 16 h 105"/>
                <a:gd name="T2" fmla="*/ 3 w 13"/>
                <a:gd name="T3" fmla="*/ 16 h 105"/>
                <a:gd name="T4" fmla="*/ 0 w 13"/>
                <a:gd name="T5" fmla="*/ 14 h 105"/>
                <a:gd name="T6" fmla="*/ 0 w 13"/>
                <a:gd name="T7" fmla="*/ 3 h 105"/>
                <a:gd name="T8" fmla="*/ 3 w 13"/>
                <a:gd name="T9" fmla="*/ 0 h 105"/>
                <a:gd name="T10" fmla="*/ 10 w 13"/>
                <a:gd name="T11" fmla="*/ 0 h 105"/>
                <a:gd name="T12" fmla="*/ 13 w 13"/>
                <a:gd name="T13" fmla="*/ 3 h 105"/>
                <a:gd name="T14" fmla="*/ 13 w 13"/>
                <a:gd name="T15" fmla="*/ 14 h 105"/>
                <a:gd name="T16" fmla="*/ 10 w 13"/>
                <a:gd name="T17" fmla="*/ 16 h 105"/>
                <a:gd name="T18" fmla="*/ 10 w 13"/>
                <a:gd name="T19" fmla="*/ 105 h 105"/>
                <a:gd name="T20" fmla="*/ 3 w 13"/>
                <a:gd name="T21" fmla="*/ 105 h 105"/>
                <a:gd name="T22" fmla="*/ 1 w 13"/>
                <a:gd name="T23" fmla="*/ 102 h 105"/>
                <a:gd name="T24" fmla="*/ 1 w 13"/>
                <a:gd name="T25" fmla="*/ 31 h 105"/>
                <a:gd name="T26" fmla="*/ 3 w 13"/>
                <a:gd name="T27" fmla="*/ 29 h 105"/>
                <a:gd name="T28" fmla="*/ 10 w 13"/>
                <a:gd name="T29" fmla="*/ 29 h 105"/>
                <a:gd name="T30" fmla="*/ 13 w 13"/>
                <a:gd name="T31" fmla="*/ 31 h 105"/>
                <a:gd name="T32" fmla="*/ 13 w 13"/>
                <a:gd name="T33" fmla="*/ 102 h 105"/>
                <a:gd name="T34" fmla="*/ 10 w 13"/>
                <a:gd name="T35"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 h="105">
                  <a:moveTo>
                    <a:pt x="10" y="16"/>
                  </a:moveTo>
                  <a:cubicBezTo>
                    <a:pt x="3" y="16"/>
                    <a:pt x="3" y="16"/>
                    <a:pt x="3" y="16"/>
                  </a:cubicBezTo>
                  <a:cubicBezTo>
                    <a:pt x="2" y="16"/>
                    <a:pt x="0" y="15"/>
                    <a:pt x="0" y="14"/>
                  </a:cubicBezTo>
                  <a:cubicBezTo>
                    <a:pt x="0" y="3"/>
                    <a:pt x="0" y="3"/>
                    <a:pt x="0" y="3"/>
                  </a:cubicBezTo>
                  <a:cubicBezTo>
                    <a:pt x="0" y="1"/>
                    <a:pt x="2" y="0"/>
                    <a:pt x="3" y="0"/>
                  </a:cubicBezTo>
                  <a:cubicBezTo>
                    <a:pt x="10" y="0"/>
                    <a:pt x="10" y="0"/>
                    <a:pt x="10" y="0"/>
                  </a:cubicBezTo>
                  <a:cubicBezTo>
                    <a:pt x="12" y="0"/>
                    <a:pt x="13" y="1"/>
                    <a:pt x="13" y="3"/>
                  </a:cubicBezTo>
                  <a:cubicBezTo>
                    <a:pt x="13" y="14"/>
                    <a:pt x="13" y="14"/>
                    <a:pt x="13" y="14"/>
                  </a:cubicBezTo>
                  <a:cubicBezTo>
                    <a:pt x="13" y="15"/>
                    <a:pt x="12" y="16"/>
                    <a:pt x="10" y="16"/>
                  </a:cubicBezTo>
                  <a:close/>
                  <a:moveTo>
                    <a:pt x="10" y="105"/>
                  </a:moveTo>
                  <a:cubicBezTo>
                    <a:pt x="3" y="105"/>
                    <a:pt x="3" y="105"/>
                    <a:pt x="3" y="105"/>
                  </a:cubicBezTo>
                  <a:cubicBezTo>
                    <a:pt x="2" y="105"/>
                    <a:pt x="1" y="103"/>
                    <a:pt x="1" y="102"/>
                  </a:cubicBezTo>
                  <a:cubicBezTo>
                    <a:pt x="1" y="31"/>
                    <a:pt x="1" y="31"/>
                    <a:pt x="1" y="31"/>
                  </a:cubicBezTo>
                  <a:cubicBezTo>
                    <a:pt x="1" y="30"/>
                    <a:pt x="2" y="29"/>
                    <a:pt x="3" y="29"/>
                  </a:cubicBezTo>
                  <a:cubicBezTo>
                    <a:pt x="10" y="29"/>
                    <a:pt x="10" y="29"/>
                    <a:pt x="10" y="29"/>
                  </a:cubicBezTo>
                  <a:cubicBezTo>
                    <a:pt x="11" y="29"/>
                    <a:pt x="13" y="30"/>
                    <a:pt x="13" y="31"/>
                  </a:cubicBezTo>
                  <a:cubicBezTo>
                    <a:pt x="13" y="102"/>
                    <a:pt x="13" y="102"/>
                    <a:pt x="13" y="102"/>
                  </a:cubicBezTo>
                  <a:cubicBezTo>
                    <a:pt x="13" y="103"/>
                    <a:pt x="11" y="105"/>
                    <a:pt x="10"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13"/>
            <p:cNvSpPr/>
            <p:nvPr/>
          </p:nvSpPr>
          <p:spPr bwMode="auto">
            <a:xfrm>
              <a:off x="-555625" y="3275013"/>
              <a:ext cx="92075" cy="147637"/>
            </a:xfrm>
            <a:custGeom>
              <a:avLst/>
              <a:gdLst>
                <a:gd name="T0" fmla="*/ 46 w 49"/>
                <a:gd name="T1" fmla="*/ 76 h 78"/>
                <a:gd name="T2" fmla="*/ 29 w 49"/>
                <a:gd name="T3" fmla="*/ 78 h 78"/>
                <a:gd name="T4" fmla="*/ 0 w 49"/>
                <a:gd name="T5" fmla="*/ 44 h 78"/>
                <a:gd name="T6" fmla="*/ 0 w 49"/>
                <a:gd name="T7" fmla="*/ 33 h 78"/>
                <a:gd name="T8" fmla="*/ 29 w 49"/>
                <a:gd name="T9" fmla="*/ 0 h 78"/>
                <a:gd name="T10" fmla="*/ 46 w 49"/>
                <a:gd name="T11" fmla="*/ 1 h 78"/>
                <a:gd name="T12" fmla="*/ 49 w 49"/>
                <a:gd name="T13" fmla="*/ 4 h 78"/>
                <a:gd name="T14" fmla="*/ 49 w 49"/>
                <a:gd name="T15" fmla="*/ 9 h 78"/>
                <a:gd name="T16" fmla="*/ 47 w 49"/>
                <a:gd name="T17" fmla="*/ 11 h 78"/>
                <a:gd name="T18" fmla="*/ 46 w 49"/>
                <a:gd name="T19" fmla="*/ 11 h 78"/>
                <a:gd name="T20" fmla="*/ 29 w 49"/>
                <a:gd name="T21" fmla="*/ 10 h 78"/>
                <a:gd name="T22" fmla="*/ 12 w 49"/>
                <a:gd name="T23" fmla="*/ 33 h 78"/>
                <a:gd name="T24" fmla="*/ 12 w 49"/>
                <a:gd name="T25" fmla="*/ 44 h 78"/>
                <a:gd name="T26" fmla="*/ 29 w 49"/>
                <a:gd name="T27" fmla="*/ 67 h 78"/>
                <a:gd name="T28" fmla="*/ 46 w 49"/>
                <a:gd name="T29" fmla="*/ 66 h 78"/>
                <a:gd name="T30" fmla="*/ 47 w 49"/>
                <a:gd name="T31" fmla="*/ 66 h 78"/>
                <a:gd name="T32" fmla="*/ 49 w 49"/>
                <a:gd name="T33" fmla="*/ 68 h 78"/>
                <a:gd name="T34" fmla="*/ 49 w 49"/>
                <a:gd name="T35" fmla="*/ 73 h 78"/>
                <a:gd name="T36" fmla="*/ 46 w 49"/>
                <a:gd name="T37" fmla="*/ 7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 h="78">
                  <a:moveTo>
                    <a:pt x="46" y="76"/>
                  </a:moveTo>
                  <a:cubicBezTo>
                    <a:pt x="42" y="77"/>
                    <a:pt x="36" y="78"/>
                    <a:pt x="29" y="78"/>
                  </a:cubicBezTo>
                  <a:cubicBezTo>
                    <a:pt x="10" y="78"/>
                    <a:pt x="0" y="64"/>
                    <a:pt x="0" y="44"/>
                  </a:cubicBezTo>
                  <a:cubicBezTo>
                    <a:pt x="0" y="33"/>
                    <a:pt x="0" y="33"/>
                    <a:pt x="0" y="33"/>
                  </a:cubicBezTo>
                  <a:cubicBezTo>
                    <a:pt x="0" y="13"/>
                    <a:pt x="10" y="0"/>
                    <a:pt x="29" y="0"/>
                  </a:cubicBezTo>
                  <a:cubicBezTo>
                    <a:pt x="35" y="0"/>
                    <a:pt x="42" y="0"/>
                    <a:pt x="46" y="1"/>
                  </a:cubicBezTo>
                  <a:cubicBezTo>
                    <a:pt x="49" y="2"/>
                    <a:pt x="49" y="2"/>
                    <a:pt x="49" y="4"/>
                  </a:cubicBezTo>
                  <a:cubicBezTo>
                    <a:pt x="49" y="9"/>
                    <a:pt x="49" y="9"/>
                    <a:pt x="49" y="9"/>
                  </a:cubicBezTo>
                  <a:cubicBezTo>
                    <a:pt x="49" y="11"/>
                    <a:pt x="48" y="11"/>
                    <a:pt x="47" y="11"/>
                  </a:cubicBezTo>
                  <a:cubicBezTo>
                    <a:pt x="46" y="11"/>
                    <a:pt x="46" y="11"/>
                    <a:pt x="46" y="11"/>
                  </a:cubicBezTo>
                  <a:cubicBezTo>
                    <a:pt x="40" y="11"/>
                    <a:pt x="36" y="10"/>
                    <a:pt x="29" y="10"/>
                  </a:cubicBezTo>
                  <a:cubicBezTo>
                    <a:pt x="18" y="10"/>
                    <a:pt x="12" y="18"/>
                    <a:pt x="12" y="33"/>
                  </a:cubicBezTo>
                  <a:cubicBezTo>
                    <a:pt x="12" y="44"/>
                    <a:pt x="12" y="44"/>
                    <a:pt x="12" y="44"/>
                  </a:cubicBezTo>
                  <a:cubicBezTo>
                    <a:pt x="12" y="59"/>
                    <a:pt x="18" y="67"/>
                    <a:pt x="29" y="67"/>
                  </a:cubicBezTo>
                  <a:cubicBezTo>
                    <a:pt x="36" y="67"/>
                    <a:pt x="40" y="67"/>
                    <a:pt x="46" y="66"/>
                  </a:cubicBezTo>
                  <a:cubicBezTo>
                    <a:pt x="46" y="66"/>
                    <a:pt x="46" y="66"/>
                    <a:pt x="47" y="66"/>
                  </a:cubicBezTo>
                  <a:cubicBezTo>
                    <a:pt x="48" y="66"/>
                    <a:pt x="49" y="67"/>
                    <a:pt x="49" y="68"/>
                  </a:cubicBezTo>
                  <a:cubicBezTo>
                    <a:pt x="49" y="73"/>
                    <a:pt x="49" y="73"/>
                    <a:pt x="49" y="73"/>
                  </a:cubicBezTo>
                  <a:cubicBezTo>
                    <a:pt x="49" y="75"/>
                    <a:pt x="49" y="76"/>
                    <a:pt x="4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14"/>
            <p:cNvSpPr>
              <a:spLocks noEditPoints="1"/>
            </p:cNvSpPr>
            <p:nvPr/>
          </p:nvSpPr>
          <p:spPr bwMode="auto">
            <a:xfrm>
              <a:off x="-374650" y="3275013"/>
              <a:ext cx="115888" cy="147637"/>
            </a:xfrm>
            <a:custGeom>
              <a:avLst/>
              <a:gdLst>
                <a:gd name="T0" fmla="*/ 31 w 62"/>
                <a:gd name="T1" fmla="*/ 78 h 78"/>
                <a:gd name="T2" fmla="*/ 0 w 62"/>
                <a:gd name="T3" fmla="*/ 44 h 78"/>
                <a:gd name="T4" fmla="*/ 0 w 62"/>
                <a:gd name="T5" fmla="*/ 33 h 78"/>
                <a:gd name="T6" fmla="*/ 31 w 62"/>
                <a:gd name="T7" fmla="*/ 0 h 78"/>
                <a:gd name="T8" fmla="*/ 62 w 62"/>
                <a:gd name="T9" fmla="*/ 33 h 78"/>
                <a:gd name="T10" fmla="*/ 62 w 62"/>
                <a:gd name="T11" fmla="*/ 44 h 78"/>
                <a:gd name="T12" fmla="*/ 31 w 62"/>
                <a:gd name="T13" fmla="*/ 78 h 78"/>
                <a:gd name="T14" fmla="*/ 50 w 62"/>
                <a:gd name="T15" fmla="*/ 33 h 78"/>
                <a:gd name="T16" fmla="*/ 31 w 62"/>
                <a:gd name="T17" fmla="*/ 10 h 78"/>
                <a:gd name="T18" fmla="*/ 12 w 62"/>
                <a:gd name="T19" fmla="*/ 33 h 78"/>
                <a:gd name="T20" fmla="*/ 12 w 62"/>
                <a:gd name="T21" fmla="*/ 44 h 78"/>
                <a:gd name="T22" fmla="*/ 31 w 62"/>
                <a:gd name="T23" fmla="*/ 67 h 78"/>
                <a:gd name="T24" fmla="*/ 50 w 62"/>
                <a:gd name="T25" fmla="*/ 44 h 78"/>
                <a:gd name="T26" fmla="*/ 50 w 62"/>
                <a:gd name="T27" fmla="*/ 3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2" h="78">
                  <a:moveTo>
                    <a:pt x="31" y="78"/>
                  </a:moveTo>
                  <a:cubicBezTo>
                    <a:pt x="11" y="78"/>
                    <a:pt x="0" y="64"/>
                    <a:pt x="0" y="44"/>
                  </a:cubicBezTo>
                  <a:cubicBezTo>
                    <a:pt x="0" y="33"/>
                    <a:pt x="0" y="33"/>
                    <a:pt x="0" y="33"/>
                  </a:cubicBezTo>
                  <a:cubicBezTo>
                    <a:pt x="0" y="13"/>
                    <a:pt x="11" y="0"/>
                    <a:pt x="31" y="0"/>
                  </a:cubicBezTo>
                  <a:cubicBezTo>
                    <a:pt x="51" y="0"/>
                    <a:pt x="62" y="13"/>
                    <a:pt x="62" y="33"/>
                  </a:cubicBezTo>
                  <a:cubicBezTo>
                    <a:pt x="62" y="44"/>
                    <a:pt x="62" y="44"/>
                    <a:pt x="62" y="44"/>
                  </a:cubicBezTo>
                  <a:cubicBezTo>
                    <a:pt x="62" y="64"/>
                    <a:pt x="51" y="78"/>
                    <a:pt x="31" y="78"/>
                  </a:cubicBezTo>
                  <a:close/>
                  <a:moveTo>
                    <a:pt x="50" y="33"/>
                  </a:moveTo>
                  <a:cubicBezTo>
                    <a:pt x="50" y="19"/>
                    <a:pt x="44" y="10"/>
                    <a:pt x="31" y="10"/>
                  </a:cubicBezTo>
                  <a:cubicBezTo>
                    <a:pt x="18" y="10"/>
                    <a:pt x="12" y="19"/>
                    <a:pt x="12" y="33"/>
                  </a:cubicBezTo>
                  <a:cubicBezTo>
                    <a:pt x="12" y="44"/>
                    <a:pt x="12" y="44"/>
                    <a:pt x="12" y="44"/>
                  </a:cubicBezTo>
                  <a:cubicBezTo>
                    <a:pt x="12" y="58"/>
                    <a:pt x="18" y="67"/>
                    <a:pt x="31" y="67"/>
                  </a:cubicBezTo>
                  <a:cubicBezTo>
                    <a:pt x="44" y="67"/>
                    <a:pt x="50" y="58"/>
                    <a:pt x="50" y="44"/>
                  </a:cubicBezTo>
                  <a:lnTo>
                    <a:pt x="50" y="3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15"/>
            <p:cNvSpPr/>
            <p:nvPr/>
          </p:nvSpPr>
          <p:spPr bwMode="auto">
            <a:xfrm>
              <a:off x="-244475" y="3221038"/>
              <a:ext cx="85725" cy="198437"/>
            </a:xfrm>
            <a:custGeom>
              <a:avLst/>
              <a:gdLst>
                <a:gd name="T0" fmla="*/ 44 w 46"/>
                <a:gd name="T1" fmla="*/ 10 h 106"/>
                <a:gd name="T2" fmla="*/ 37 w 46"/>
                <a:gd name="T3" fmla="*/ 10 h 106"/>
                <a:gd name="T4" fmla="*/ 29 w 46"/>
                <a:gd name="T5" fmla="*/ 20 h 106"/>
                <a:gd name="T6" fmla="*/ 29 w 46"/>
                <a:gd name="T7" fmla="*/ 30 h 106"/>
                <a:gd name="T8" fmla="*/ 43 w 46"/>
                <a:gd name="T9" fmla="*/ 30 h 106"/>
                <a:gd name="T10" fmla="*/ 46 w 46"/>
                <a:gd name="T11" fmla="*/ 32 h 106"/>
                <a:gd name="T12" fmla="*/ 46 w 46"/>
                <a:gd name="T13" fmla="*/ 37 h 106"/>
                <a:gd name="T14" fmla="*/ 43 w 46"/>
                <a:gd name="T15" fmla="*/ 40 h 106"/>
                <a:gd name="T16" fmla="*/ 29 w 46"/>
                <a:gd name="T17" fmla="*/ 40 h 106"/>
                <a:gd name="T18" fmla="*/ 29 w 46"/>
                <a:gd name="T19" fmla="*/ 103 h 106"/>
                <a:gd name="T20" fmla="*/ 26 w 46"/>
                <a:gd name="T21" fmla="*/ 106 h 106"/>
                <a:gd name="T22" fmla="*/ 19 w 46"/>
                <a:gd name="T23" fmla="*/ 106 h 106"/>
                <a:gd name="T24" fmla="*/ 16 w 46"/>
                <a:gd name="T25" fmla="*/ 103 h 106"/>
                <a:gd name="T26" fmla="*/ 16 w 46"/>
                <a:gd name="T27" fmla="*/ 40 h 106"/>
                <a:gd name="T28" fmla="*/ 3 w 46"/>
                <a:gd name="T29" fmla="*/ 38 h 106"/>
                <a:gd name="T30" fmla="*/ 0 w 46"/>
                <a:gd name="T31" fmla="*/ 36 h 106"/>
                <a:gd name="T32" fmla="*/ 0 w 46"/>
                <a:gd name="T33" fmla="*/ 32 h 106"/>
                <a:gd name="T34" fmla="*/ 3 w 46"/>
                <a:gd name="T35" fmla="*/ 30 h 106"/>
                <a:gd name="T36" fmla="*/ 16 w 46"/>
                <a:gd name="T37" fmla="*/ 30 h 106"/>
                <a:gd name="T38" fmla="*/ 16 w 46"/>
                <a:gd name="T39" fmla="*/ 20 h 106"/>
                <a:gd name="T40" fmla="*/ 36 w 46"/>
                <a:gd name="T41" fmla="*/ 0 h 106"/>
                <a:gd name="T42" fmla="*/ 43 w 46"/>
                <a:gd name="T43" fmla="*/ 1 h 106"/>
                <a:gd name="T44" fmla="*/ 46 w 46"/>
                <a:gd name="T45" fmla="*/ 4 h 106"/>
                <a:gd name="T46" fmla="*/ 46 w 46"/>
                <a:gd name="T47" fmla="*/ 8 h 106"/>
                <a:gd name="T48" fmla="*/ 44 w 46"/>
                <a:gd name="T49" fmla="*/ 1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 h="106">
                  <a:moveTo>
                    <a:pt x="44" y="10"/>
                  </a:moveTo>
                  <a:cubicBezTo>
                    <a:pt x="37" y="10"/>
                    <a:pt x="37" y="10"/>
                    <a:pt x="37" y="10"/>
                  </a:cubicBezTo>
                  <a:cubicBezTo>
                    <a:pt x="30" y="10"/>
                    <a:pt x="29" y="12"/>
                    <a:pt x="29" y="20"/>
                  </a:cubicBezTo>
                  <a:cubicBezTo>
                    <a:pt x="29" y="30"/>
                    <a:pt x="29" y="30"/>
                    <a:pt x="29" y="30"/>
                  </a:cubicBezTo>
                  <a:cubicBezTo>
                    <a:pt x="43" y="30"/>
                    <a:pt x="43" y="30"/>
                    <a:pt x="43" y="30"/>
                  </a:cubicBezTo>
                  <a:cubicBezTo>
                    <a:pt x="45" y="30"/>
                    <a:pt x="46" y="31"/>
                    <a:pt x="46" y="32"/>
                  </a:cubicBezTo>
                  <a:cubicBezTo>
                    <a:pt x="46" y="37"/>
                    <a:pt x="46" y="37"/>
                    <a:pt x="46" y="37"/>
                  </a:cubicBezTo>
                  <a:cubicBezTo>
                    <a:pt x="46" y="39"/>
                    <a:pt x="45" y="40"/>
                    <a:pt x="43" y="40"/>
                  </a:cubicBezTo>
                  <a:cubicBezTo>
                    <a:pt x="29" y="40"/>
                    <a:pt x="29" y="40"/>
                    <a:pt x="29" y="40"/>
                  </a:cubicBezTo>
                  <a:cubicBezTo>
                    <a:pt x="29" y="103"/>
                    <a:pt x="29" y="103"/>
                    <a:pt x="29" y="103"/>
                  </a:cubicBezTo>
                  <a:cubicBezTo>
                    <a:pt x="29" y="104"/>
                    <a:pt x="27" y="106"/>
                    <a:pt x="26" y="106"/>
                  </a:cubicBezTo>
                  <a:cubicBezTo>
                    <a:pt x="19" y="106"/>
                    <a:pt x="19" y="106"/>
                    <a:pt x="19" y="106"/>
                  </a:cubicBezTo>
                  <a:cubicBezTo>
                    <a:pt x="18" y="106"/>
                    <a:pt x="16" y="104"/>
                    <a:pt x="16" y="103"/>
                  </a:cubicBezTo>
                  <a:cubicBezTo>
                    <a:pt x="16" y="40"/>
                    <a:pt x="16" y="40"/>
                    <a:pt x="16" y="40"/>
                  </a:cubicBezTo>
                  <a:cubicBezTo>
                    <a:pt x="3" y="38"/>
                    <a:pt x="3" y="38"/>
                    <a:pt x="3" y="38"/>
                  </a:cubicBezTo>
                  <a:cubicBezTo>
                    <a:pt x="1" y="38"/>
                    <a:pt x="0" y="37"/>
                    <a:pt x="0" y="36"/>
                  </a:cubicBezTo>
                  <a:cubicBezTo>
                    <a:pt x="0" y="32"/>
                    <a:pt x="0" y="32"/>
                    <a:pt x="0" y="32"/>
                  </a:cubicBezTo>
                  <a:cubicBezTo>
                    <a:pt x="0" y="31"/>
                    <a:pt x="1" y="30"/>
                    <a:pt x="3" y="30"/>
                  </a:cubicBezTo>
                  <a:cubicBezTo>
                    <a:pt x="16" y="30"/>
                    <a:pt x="16" y="30"/>
                    <a:pt x="16" y="30"/>
                  </a:cubicBezTo>
                  <a:cubicBezTo>
                    <a:pt x="16" y="20"/>
                    <a:pt x="16" y="20"/>
                    <a:pt x="16" y="20"/>
                  </a:cubicBezTo>
                  <a:cubicBezTo>
                    <a:pt x="16" y="5"/>
                    <a:pt x="24" y="0"/>
                    <a:pt x="36" y="0"/>
                  </a:cubicBezTo>
                  <a:cubicBezTo>
                    <a:pt x="39" y="0"/>
                    <a:pt x="42" y="1"/>
                    <a:pt x="43" y="1"/>
                  </a:cubicBezTo>
                  <a:cubicBezTo>
                    <a:pt x="45" y="2"/>
                    <a:pt x="46" y="2"/>
                    <a:pt x="46" y="4"/>
                  </a:cubicBezTo>
                  <a:cubicBezTo>
                    <a:pt x="46" y="8"/>
                    <a:pt x="46" y="8"/>
                    <a:pt x="46" y="8"/>
                  </a:cubicBezTo>
                  <a:cubicBezTo>
                    <a:pt x="46" y="10"/>
                    <a:pt x="45" y="10"/>
                    <a:pt x="4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16"/>
            <p:cNvSpPr/>
            <p:nvPr/>
          </p:nvSpPr>
          <p:spPr bwMode="auto">
            <a:xfrm>
              <a:off x="-73025" y="3224213"/>
              <a:ext cx="115888" cy="198437"/>
            </a:xfrm>
            <a:custGeom>
              <a:avLst/>
              <a:gdLst>
                <a:gd name="T0" fmla="*/ 28 w 62"/>
                <a:gd name="T1" fmla="*/ 105 h 105"/>
                <a:gd name="T2" fmla="*/ 5 w 62"/>
                <a:gd name="T3" fmla="*/ 103 h 105"/>
                <a:gd name="T4" fmla="*/ 2 w 62"/>
                <a:gd name="T5" fmla="*/ 100 h 105"/>
                <a:gd name="T6" fmla="*/ 2 w 62"/>
                <a:gd name="T7" fmla="*/ 95 h 105"/>
                <a:gd name="T8" fmla="*/ 4 w 62"/>
                <a:gd name="T9" fmla="*/ 92 h 105"/>
                <a:gd name="T10" fmla="*/ 5 w 62"/>
                <a:gd name="T11" fmla="*/ 92 h 105"/>
                <a:gd name="T12" fmla="*/ 28 w 62"/>
                <a:gd name="T13" fmla="*/ 93 h 105"/>
                <a:gd name="T14" fmla="*/ 49 w 62"/>
                <a:gd name="T15" fmla="*/ 77 h 105"/>
                <a:gd name="T16" fmla="*/ 32 w 62"/>
                <a:gd name="T17" fmla="*/ 58 h 105"/>
                <a:gd name="T18" fmla="*/ 19 w 62"/>
                <a:gd name="T19" fmla="*/ 50 h 105"/>
                <a:gd name="T20" fmla="*/ 0 w 62"/>
                <a:gd name="T21" fmla="*/ 24 h 105"/>
                <a:gd name="T22" fmla="*/ 33 w 62"/>
                <a:gd name="T23" fmla="*/ 0 h 105"/>
                <a:gd name="T24" fmla="*/ 57 w 62"/>
                <a:gd name="T25" fmla="*/ 2 h 105"/>
                <a:gd name="T26" fmla="*/ 59 w 62"/>
                <a:gd name="T27" fmla="*/ 4 h 105"/>
                <a:gd name="T28" fmla="*/ 59 w 62"/>
                <a:gd name="T29" fmla="*/ 10 h 105"/>
                <a:gd name="T30" fmla="*/ 57 w 62"/>
                <a:gd name="T31" fmla="*/ 12 h 105"/>
                <a:gd name="T32" fmla="*/ 56 w 62"/>
                <a:gd name="T33" fmla="*/ 12 h 105"/>
                <a:gd name="T34" fmla="*/ 33 w 62"/>
                <a:gd name="T35" fmla="*/ 11 h 105"/>
                <a:gd name="T36" fmla="*/ 12 w 62"/>
                <a:gd name="T37" fmla="*/ 24 h 105"/>
                <a:gd name="T38" fmla="*/ 27 w 62"/>
                <a:gd name="T39" fmla="*/ 41 h 105"/>
                <a:gd name="T40" fmla="*/ 40 w 62"/>
                <a:gd name="T41" fmla="*/ 49 h 105"/>
                <a:gd name="T42" fmla="*/ 62 w 62"/>
                <a:gd name="T43" fmla="*/ 77 h 105"/>
                <a:gd name="T44" fmla="*/ 28 w 62"/>
                <a:gd name="T45"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105">
                  <a:moveTo>
                    <a:pt x="28" y="105"/>
                  </a:moveTo>
                  <a:cubicBezTo>
                    <a:pt x="18" y="105"/>
                    <a:pt x="11" y="104"/>
                    <a:pt x="5" y="103"/>
                  </a:cubicBezTo>
                  <a:cubicBezTo>
                    <a:pt x="2" y="102"/>
                    <a:pt x="2" y="102"/>
                    <a:pt x="2" y="100"/>
                  </a:cubicBezTo>
                  <a:cubicBezTo>
                    <a:pt x="2" y="95"/>
                    <a:pt x="2" y="95"/>
                    <a:pt x="2" y="95"/>
                  </a:cubicBezTo>
                  <a:cubicBezTo>
                    <a:pt x="2" y="93"/>
                    <a:pt x="3" y="92"/>
                    <a:pt x="4" y="92"/>
                  </a:cubicBezTo>
                  <a:cubicBezTo>
                    <a:pt x="5" y="92"/>
                    <a:pt x="5" y="92"/>
                    <a:pt x="5" y="92"/>
                  </a:cubicBezTo>
                  <a:cubicBezTo>
                    <a:pt x="11" y="93"/>
                    <a:pt x="21" y="93"/>
                    <a:pt x="28" y="93"/>
                  </a:cubicBezTo>
                  <a:cubicBezTo>
                    <a:pt x="44" y="93"/>
                    <a:pt x="49" y="87"/>
                    <a:pt x="49" y="77"/>
                  </a:cubicBezTo>
                  <a:cubicBezTo>
                    <a:pt x="49" y="70"/>
                    <a:pt x="45" y="66"/>
                    <a:pt x="32" y="58"/>
                  </a:cubicBezTo>
                  <a:cubicBezTo>
                    <a:pt x="19" y="50"/>
                    <a:pt x="19" y="50"/>
                    <a:pt x="19" y="50"/>
                  </a:cubicBezTo>
                  <a:cubicBezTo>
                    <a:pt x="6" y="43"/>
                    <a:pt x="0" y="35"/>
                    <a:pt x="0" y="24"/>
                  </a:cubicBezTo>
                  <a:cubicBezTo>
                    <a:pt x="0" y="8"/>
                    <a:pt x="12" y="0"/>
                    <a:pt x="33" y="0"/>
                  </a:cubicBezTo>
                  <a:cubicBezTo>
                    <a:pt x="41" y="0"/>
                    <a:pt x="51" y="1"/>
                    <a:pt x="57" y="2"/>
                  </a:cubicBezTo>
                  <a:cubicBezTo>
                    <a:pt x="58" y="2"/>
                    <a:pt x="59" y="3"/>
                    <a:pt x="59" y="4"/>
                  </a:cubicBezTo>
                  <a:cubicBezTo>
                    <a:pt x="59" y="10"/>
                    <a:pt x="59" y="10"/>
                    <a:pt x="59" y="10"/>
                  </a:cubicBezTo>
                  <a:cubicBezTo>
                    <a:pt x="59" y="11"/>
                    <a:pt x="58" y="12"/>
                    <a:pt x="57" y="12"/>
                  </a:cubicBezTo>
                  <a:cubicBezTo>
                    <a:pt x="56" y="12"/>
                    <a:pt x="56" y="12"/>
                    <a:pt x="56" y="12"/>
                  </a:cubicBezTo>
                  <a:cubicBezTo>
                    <a:pt x="50" y="12"/>
                    <a:pt x="41" y="11"/>
                    <a:pt x="33" y="11"/>
                  </a:cubicBezTo>
                  <a:cubicBezTo>
                    <a:pt x="18" y="11"/>
                    <a:pt x="12" y="14"/>
                    <a:pt x="12" y="24"/>
                  </a:cubicBezTo>
                  <a:cubicBezTo>
                    <a:pt x="12" y="31"/>
                    <a:pt x="17" y="35"/>
                    <a:pt x="27" y="41"/>
                  </a:cubicBezTo>
                  <a:cubicBezTo>
                    <a:pt x="40" y="49"/>
                    <a:pt x="40" y="49"/>
                    <a:pt x="40" y="49"/>
                  </a:cubicBezTo>
                  <a:cubicBezTo>
                    <a:pt x="56" y="58"/>
                    <a:pt x="62" y="66"/>
                    <a:pt x="62" y="77"/>
                  </a:cubicBezTo>
                  <a:cubicBezTo>
                    <a:pt x="62" y="90"/>
                    <a:pt x="55" y="105"/>
                    <a:pt x="28"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17"/>
            <p:cNvSpPr>
              <a:spLocks noEditPoints="1"/>
            </p:cNvSpPr>
            <p:nvPr/>
          </p:nvSpPr>
          <p:spPr bwMode="auto">
            <a:xfrm>
              <a:off x="69850" y="3275013"/>
              <a:ext cx="114300" cy="147637"/>
            </a:xfrm>
            <a:custGeom>
              <a:avLst/>
              <a:gdLst>
                <a:gd name="T0" fmla="*/ 30 w 61"/>
                <a:gd name="T1" fmla="*/ 78 h 78"/>
                <a:gd name="T2" fmla="*/ 0 w 61"/>
                <a:gd name="T3" fmla="*/ 44 h 78"/>
                <a:gd name="T4" fmla="*/ 0 w 61"/>
                <a:gd name="T5" fmla="*/ 33 h 78"/>
                <a:gd name="T6" fmla="*/ 30 w 61"/>
                <a:gd name="T7" fmla="*/ 0 h 78"/>
                <a:gd name="T8" fmla="*/ 61 w 61"/>
                <a:gd name="T9" fmla="*/ 33 h 78"/>
                <a:gd name="T10" fmla="*/ 61 w 61"/>
                <a:gd name="T11" fmla="*/ 44 h 78"/>
                <a:gd name="T12" fmla="*/ 30 w 61"/>
                <a:gd name="T13" fmla="*/ 78 h 78"/>
                <a:gd name="T14" fmla="*/ 49 w 61"/>
                <a:gd name="T15" fmla="*/ 33 h 78"/>
                <a:gd name="T16" fmla="*/ 30 w 61"/>
                <a:gd name="T17" fmla="*/ 10 h 78"/>
                <a:gd name="T18" fmla="*/ 12 w 61"/>
                <a:gd name="T19" fmla="*/ 33 h 78"/>
                <a:gd name="T20" fmla="*/ 12 w 61"/>
                <a:gd name="T21" fmla="*/ 44 h 78"/>
                <a:gd name="T22" fmla="*/ 30 w 61"/>
                <a:gd name="T23" fmla="*/ 67 h 78"/>
                <a:gd name="T24" fmla="*/ 49 w 61"/>
                <a:gd name="T25" fmla="*/ 44 h 78"/>
                <a:gd name="T26" fmla="*/ 49 w 61"/>
                <a:gd name="T27" fmla="*/ 3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1" h="78">
                  <a:moveTo>
                    <a:pt x="30" y="78"/>
                  </a:moveTo>
                  <a:cubicBezTo>
                    <a:pt x="10" y="78"/>
                    <a:pt x="0" y="64"/>
                    <a:pt x="0" y="44"/>
                  </a:cubicBezTo>
                  <a:cubicBezTo>
                    <a:pt x="0" y="33"/>
                    <a:pt x="0" y="33"/>
                    <a:pt x="0" y="33"/>
                  </a:cubicBezTo>
                  <a:cubicBezTo>
                    <a:pt x="0" y="13"/>
                    <a:pt x="10" y="0"/>
                    <a:pt x="30" y="0"/>
                  </a:cubicBezTo>
                  <a:cubicBezTo>
                    <a:pt x="51" y="0"/>
                    <a:pt x="61" y="13"/>
                    <a:pt x="61" y="33"/>
                  </a:cubicBezTo>
                  <a:cubicBezTo>
                    <a:pt x="61" y="44"/>
                    <a:pt x="61" y="44"/>
                    <a:pt x="61" y="44"/>
                  </a:cubicBezTo>
                  <a:cubicBezTo>
                    <a:pt x="61" y="64"/>
                    <a:pt x="51" y="78"/>
                    <a:pt x="30" y="78"/>
                  </a:cubicBezTo>
                  <a:close/>
                  <a:moveTo>
                    <a:pt x="49" y="33"/>
                  </a:moveTo>
                  <a:cubicBezTo>
                    <a:pt x="49" y="19"/>
                    <a:pt x="43" y="10"/>
                    <a:pt x="30" y="10"/>
                  </a:cubicBezTo>
                  <a:cubicBezTo>
                    <a:pt x="17" y="10"/>
                    <a:pt x="12" y="19"/>
                    <a:pt x="12" y="33"/>
                  </a:cubicBezTo>
                  <a:cubicBezTo>
                    <a:pt x="12" y="44"/>
                    <a:pt x="12" y="44"/>
                    <a:pt x="12" y="44"/>
                  </a:cubicBezTo>
                  <a:cubicBezTo>
                    <a:pt x="12" y="58"/>
                    <a:pt x="17" y="67"/>
                    <a:pt x="30" y="67"/>
                  </a:cubicBezTo>
                  <a:cubicBezTo>
                    <a:pt x="43" y="67"/>
                    <a:pt x="49" y="58"/>
                    <a:pt x="49" y="44"/>
                  </a:cubicBezTo>
                  <a:lnTo>
                    <a:pt x="49" y="3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18"/>
            <p:cNvSpPr/>
            <p:nvPr/>
          </p:nvSpPr>
          <p:spPr bwMode="auto">
            <a:xfrm>
              <a:off x="198438" y="3221038"/>
              <a:ext cx="85725" cy="198437"/>
            </a:xfrm>
            <a:custGeom>
              <a:avLst/>
              <a:gdLst>
                <a:gd name="T0" fmla="*/ 43 w 45"/>
                <a:gd name="T1" fmla="*/ 10 h 106"/>
                <a:gd name="T2" fmla="*/ 36 w 45"/>
                <a:gd name="T3" fmla="*/ 10 h 106"/>
                <a:gd name="T4" fmla="*/ 28 w 45"/>
                <a:gd name="T5" fmla="*/ 20 h 106"/>
                <a:gd name="T6" fmla="*/ 28 w 45"/>
                <a:gd name="T7" fmla="*/ 30 h 106"/>
                <a:gd name="T8" fmla="*/ 42 w 45"/>
                <a:gd name="T9" fmla="*/ 30 h 106"/>
                <a:gd name="T10" fmla="*/ 45 w 45"/>
                <a:gd name="T11" fmla="*/ 32 h 106"/>
                <a:gd name="T12" fmla="*/ 45 w 45"/>
                <a:gd name="T13" fmla="*/ 37 h 106"/>
                <a:gd name="T14" fmla="*/ 42 w 45"/>
                <a:gd name="T15" fmla="*/ 40 h 106"/>
                <a:gd name="T16" fmla="*/ 28 w 45"/>
                <a:gd name="T17" fmla="*/ 40 h 106"/>
                <a:gd name="T18" fmla="*/ 28 w 45"/>
                <a:gd name="T19" fmla="*/ 103 h 106"/>
                <a:gd name="T20" fmla="*/ 25 w 45"/>
                <a:gd name="T21" fmla="*/ 106 h 106"/>
                <a:gd name="T22" fmla="*/ 18 w 45"/>
                <a:gd name="T23" fmla="*/ 106 h 106"/>
                <a:gd name="T24" fmla="*/ 16 w 45"/>
                <a:gd name="T25" fmla="*/ 103 h 106"/>
                <a:gd name="T26" fmla="*/ 16 w 45"/>
                <a:gd name="T27" fmla="*/ 40 h 106"/>
                <a:gd name="T28" fmla="*/ 2 w 45"/>
                <a:gd name="T29" fmla="*/ 38 h 106"/>
                <a:gd name="T30" fmla="*/ 0 w 45"/>
                <a:gd name="T31" fmla="*/ 36 h 106"/>
                <a:gd name="T32" fmla="*/ 0 w 45"/>
                <a:gd name="T33" fmla="*/ 32 h 106"/>
                <a:gd name="T34" fmla="*/ 2 w 45"/>
                <a:gd name="T35" fmla="*/ 30 h 106"/>
                <a:gd name="T36" fmla="*/ 16 w 45"/>
                <a:gd name="T37" fmla="*/ 30 h 106"/>
                <a:gd name="T38" fmla="*/ 16 w 45"/>
                <a:gd name="T39" fmla="*/ 20 h 106"/>
                <a:gd name="T40" fmla="*/ 35 w 45"/>
                <a:gd name="T41" fmla="*/ 0 h 106"/>
                <a:gd name="T42" fmla="*/ 43 w 45"/>
                <a:gd name="T43" fmla="*/ 1 h 106"/>
                <a:gd name="T44" fmla="*/ 45 w 45"/>
                <a:gd name="T45" fmla="*/ 4 h 106"/>
                <a:gd name="T46" fmla="*/ 45 w 45"/>
                <a:gd name="T47" fmla="*/ 8 h 106"/>
                <a:gd name="T48" fmla="*/ 43 w 45"/>
                <a:gd name="T49" fmla="*/ 1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5" h="106">
                  <a:moveTo>
                    <a:pt x="43" y="10"/>
                  </a:moveTo>
                  <a:cubicBezTo>
                    <a:pt x="36" y="10"/>
                    <a:pt x="36" y="10"/>
                    <a:pt x="36" y="10"/>
                  </a:cubicBezTo>
                  <a:cubicBezTo>
                    <a:pt x="30" y="10"/>
                    <a:pt x="28" y="12"/>
                    <a:pt x="28" y="20"/>
                  </a:cubicBezTo>
                  <a:cubicBezTo>
                    <a:pt x="28" y="30"/>
                    <a:pt x="28" y="30"/>
                    <a:pt x="28" y="30"/>
                  </a:cubicBezTo>
                  <a:cubicBezTo>
                    <a:pt x="42" y="30"/>
                    <a:pt x="42" y="30"/>
                    <a:pt x="42" y="30"/>
                  </a:cubicBezTo>
                  <a:cubicBezTo>
                    <a:pt x="44" y="30"/>
                    <a:pt x="45" y="31"/>
                    <a:pt x="45" y="32"/>
                  </a:cubicBezTo>
                  <a:cubicBezTo>
                    <a:pt x="45" y="37"/>
                    <a:pt x="45" y="37"/>
                    <a:pt x="45" y="37"/>
                  </a:cubicBezTo>
                  <a:cubicBezTo>
                    <a:pt x="45" y="39"/>
                    <a:pt x="44" y="40"/>
                    <a:pt x="42" y="40"/>
                  </a:cubicBezTo>
                  <a:cubicBezTo>
                    <a:pt x="28" y="40"/>
                    <a:pt x="28" y="40"/>
                    <a:pt x="28" y="40"/>
                  </a:cubicBezTo>
                  <a:cubicBezTo>
                    <a:pt x="28" y="103"/>
                    <a:pt x="28" y="103"/>
                    <a:pt x="28" y="103"/>
                  </a:cubicBezTo>
                  <a:cubicBezTo>
                    <a:pt x="28" y="104"/>
                    <a:pt x="27" y="106"/>
                    <a:pt x="25" y="106"/>
                  </a:cubicBezTo>
                  <a:cubicBezTo>
                    <a:pt x="18" y="106"/>
                    <a:pt x="18" y="106"/>
                    <a:pt x="18" y="106"/>
                  </a:cubicBezTo>
                  <a:cubicBezTo>
                    <a:pt x="17" y="106"/>
                    <a:pt x="16" y="104"/>
                    <a:pt x="16" y="103"/>
                  </a:cubicBezTo>
                  <a:cubicBezTo>
                    <a:pt x="16" y="40"/>
                    <a:pt x="16" y="40"/>
                    <a:pt x="16" y="40"/>
                  </a:cubicBezTo>
                  <a:cubicBezTo>
                    <a:pt x="2" y="38"/>
                    <a:pt x="2" y="38"/>
                    <a:pt x="2" y="38"/>
                  </a:cubicBezTo>
                  <a:cubicBezTo>
                    <a:pt x="1" y="38"/>
                    <a:pt x="0" y="37"/>
                    <a:pt x="0" y="36"/>
                  </a:cubicBezTo>
                  <a:cubicBezTo>
                    <a:pt x="0" y="32"/>
                    <a:pt x="0" y="32"/>
                    <a:pt x="0" y="32"/>
                  </a:cubicBezTo>
                  <a:cubicBezTo>
                    <a:pt x="0" y="31"/>
                    <a:pt x="1" y="30"/>
                    <a:pt x="2" y="30"/>
                  </a:cubicBezTo>
                  <a:cubicBezTo>
                    <a:pt x="16" y="30"/>
                    <a:pt x="16" y="30"/>
                    <a:pt x="16" y="30"/>
                  </a:cubicBezTo>
                  <a:cubicBezTo>
                    <a:pt x="16" y="20"/>
                    <a:pt x="16" y="20"/>
                    <a:pt x="16" y="20"/>
                  </a:cubicBezTo>
                  <a:cubicBezTo>
                    <a:pt x="16" y="5"/>
                    <a:pt x="23" y="0"/>
                    <a:pt x="35" y="0"/>
                  </a:cubicBezTo>
                  <a:cubicBezTo>
                    <a:pt x="39" y="0"/>
                    <a:pt x="41" y="1"/>
                    <a:pt x="43" y="1"/>
                  </a:cubicBezTo>
                  <a:cubicBezTo>
                    <a:pt x="44" y="2"/>
                    <a:pt x="45" y="2"/>
                    <a:pt x="45" y="4"/>
                  </a:cubicBezTo>
                  <a:cubicBezTo>
                    <a:pt x="45" y="8"/>
                    <a:pt x="45" y="8"/>
                    <a:pt x="45" y="8"/>
                  </a:cubicBezTo>
                  <a:cubicBezTo>
                    <a:pt x="45" y="10"/>
                    <a:pt x="44" y="10"/>
                    <a:pt x="4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19"/>
            <p:cNvSpPr/>
            <p:nvPr/>
          </p:nvSpPr>
          <p:spPr bwMode="auto">
            <a:xfrm>
              <a:off x="296863" y="3243263"/>
              <a:ext cx="88900" cy="179387"/>
            </a:xfrm>
            <a:custGeom>
              <a:avLst/>
              <a:gdLst>
                <a:gd name="T0" fmla="*/ 44 w 47"/>
                <a:gd name="T1" fmla="*/ 94 h 95"/>
                <a:gd name="T2" fmla="*/ 35 w 47"/>
                <a:gd name="T3" fmla="*/ 95 h 95"/>
                <a:gd name="T4" fmla="*/ 16 w 47"/>
                <a:gd name="T5" fmla="*/ 76 h 95"/>
                <a:gd name="T6" fmla="*/ 16 w 47"/>
                <a:gd name="T7" fmla="*/ 28 h 95"/>
                <a:gd name="T8" fmla="*/ 3 w 47"/>
                <a:gd name="T9" fmla="*/ 26 h 95"/>
                <a:gd name="T10" fmla="*/ 0 w 47"/>
                <a:gd name="T11" fmla="*/ 24 h 95"/>
                <a:gd name="T12" fmla="*/ 0 w 47"/>
                <a:gd name="T13" fmla="*/ 20 h 95"/>
                <a:gd name="T14" fmla="*/ 3 w 47"/>
                <a:gd name="T15" fmla="*/ 18 h 95"/>
                <a:gd name="T16" fmla="*/ 16 w 47"/>
                <a:gd name="T17" fmla="*/ 18 h 95"/>
                <a:gd name="T18" fmla="*/ 16 w 47"/>
                <a:gd name="T19" fmla="*/ 4 h 95"/>
                <a:gd name="T20" fmla="*/ 19 w 47"/>
                <a:gd name="T21" fmla="*/ 1 h 95"/>
                <a:gd name="T22" fmla="*/ 26 w 47"/>
                <a:gd name="T23" fmla="*/ 0 h 95"/>
                <a:gd name="T24" fmla="*/ 26 w 47"/>
                <a:gd name="T25" fmla="*/ 0 h 95"/>
                <a:gd name="T26" fmla="*/ 28 w 47"/>
                <a:gd name="T27" fmla="*/ 3 h 95"/>
                <a:gd name="T28" fmla="*/ 28 w 47"/>
                <a:gd name="T29" fmla="*/ 18 h 95"/>
                <a:gd name="T30" fmla="*/ 43 w 47"/>
                <a:gd name="T31" fmla="*/ 18 h 95"/>
                <a:gd name="T32" fmla="*/ 46 w 47"/>
                <a:gd name="T33" fmla="*/ 20 h 95"/>
                <a:gd name="T34" fmla="*/ 46 w 47"/>
                <a:gd name="T35" fmla="*/ 25 h 95"/>
                <a:gd name="T36" fmla="*/ 43 w 47"/>
                <a:gd name="T37" fmla="*/ 28 h 95"/>
                <a:gd name="T38" fmla="*/ 28 w 47"/>
                <a:gd name="T39" fmla="*/ 28 h 95"/>
                <a:gd name="T40" fmla="*/ 28 w 47"/>
                <a:gd name="T41" fmla="*/ 76 h 95"/>
                <a:gd name="T42" fmla="*/ 36 w 47"/>
                <a:gd name="T43" fmla="*/ 85 h 95"/>
                <a:gd name="T44" fmla="*/ 44 w 47"/>
                <a:gd name="T45" fmla="*/ 85 h 95"/>
                <a:gd name="T46" fmla="*/ 47 w 47"/>
                <a:gd name="T47" fmla="*/ 87 h 95"/>
                <a:gd name="T48" fmla="*/ 47 w 47"/>
                <a:gd name="T49" fmla="*/ 92 h 95"/>
                <a:gd name="T50" fmla="*/ 44 w 47"/>
                <a:gd name="T51" fmla="*/ 94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 h="95">
                  <a:moveTo>
                    <a:pt x="44" y="94"/>
                  </a:moveTo>
                  <a:cubicBezTo>
                    <a:pt x="41" y="94"/>
                    <a:pt x="38" y="95"/>
                    <a:pt x="35" y="95"/>
                  </a:cubicBezTo>
                  <a:cubicBezTo>
                    <a:pt x="22" y="95"/>
                    <a:pt x="16" y="91"/>
                    <a:pt x="16" y="76"/>
                  </a:cubicBezTo>
                  <a:cubicBezTo>
                    <a:pt x="16" y="28"/>
                    <a:pt x="16" y="28"/>
                    <a:pt x="16" y="28"/>
                  </a:cubicBezTo>
                  <a:cubicBezTo>
                    <a:pt x="3" y="26"/>
                    <a:pt x="3" y="26"/>
                    <a:pt x="3" y="26"/>
                  </a:cubicBezTo>
                  <a:cubicBezTo>
                    <a:pt x="1" y="26"/>
                    <a:pt x="0" y="25"/>
                    <a:pt x="0" y="24"/>
                  </a:cubicBezTo>
                  <a:cubicBezTo>
                    <a:pt x="0" y="20"/>
                    <a:pt x="0" y="20"/>
                    <a:pt x="0" y="20"/>
                  </a:cubicBezTo>
                  <a:cubicBezTo>
                    <a:pt x="0" y="19"/>
                    <a:pt x="1" y="18"/>
                    <a:pt x="3" y="18"/>
                  </a:cubicBezTo>
                  <a:cubicBezTo>
                    <a:pt x="16" y="18"/>
                    <a:pt x="16" y="18"/>
                    <a:pt x="16" y="18"/>
                  </a:cubicBezTo>
                  <a:cubicBezTo>
                    <a:pt x="16" y="4"/>
                    <a:pt x="16" y="4"/>
                    <a:pt x="16" y="4"/>
                  </a:cubicBezTo>
                  <a:cubicBezTo>
                    <a:pt x="16" y="3"/>
                    <a:pt x="17" y="2"/>
                    <a:pt x="19" y="1"/>
                  </a:cubicBezTo>
                  <a:cubicBezTo>
                    <a:pt x="26" y="0"/>
                    <a:pt x="26" y="0"/>
                    <a:pt x="26" y="0"/>
                  </a:cubicBezTo>
                  <a:cubicBezTo>
                    <a:pt x="26" y="0"/>
                    <a:pt x="26" y="0"/>
                    <a:pt x="26" y="0"/>
                  </a:cubicBezTo>
                  <a:cubicBezTo>
                    <a:pt x="27" y="0"/>
                    <a:pt x="28" y="1"/>
                    <a:pt x="28" y="3"/>
                  </a:cubicBezTo>
                  <a:cubicBezTo>
                    <a:pt x="28" y="18"/>
                    <a:pt x="28" y="18"/>
                    <a:pt x="28" y="18"/>
                  </a:cubicBezTo>
                  <a:cubicBezTo>
                    <a:pt x="43" y="18"/>
                    <a:pt x="43" y="18"/>
                    <a:pt x="43" y="18"/>
                  </a:cubicBezTo>
                  <a:cubicBezTo>
                    <a:pt x="45" y="18"/>
                    <a:pt x="46" y="19"/>
                    <a:pt x="46" y="20"/>
                  </a:cubicBezTo>
                  <a:cubicBezTo>
                    <a:pt x="46" y="25"/>
                    <a:pt x="46" y="25"/>
                    <a:pt x="46" y="25"/>
                  </a:cubicBezTo>
                  <a:cubicBezTo>
                    <a:pt x="46" y="27"/>
                    <a:pt x="45" y="28"/>
                    <a:pt x="43" y="28"/>
                  </a:cubicBezTo>
                  <a:cubicBezTo>
                    <a:pt x="28" y="28"/>
                    <a:pt x="28" y="28"/>
                    <a:pt x="28" y="28"/>
                  </a:cubicBezTo>
                  <a:cubicBezTo>
                    <a:pt x="28" y="76"/>
                    <a:pt x="28" y="76"/>
                    <a:pt x="28" y="76"/>
                  </a:cubicBezTo>
                  <a:cubicBezTo>
                    <a:pt x="28" y="84"/>
                    <a:pt x="30" y="85"/>
                    <a:pt x="36" y="85"/>
                  </a:cubicBezTo>
                  <a:cubicBezTo>
                    <a:pt x="44" y="85"/>
                    <a:pt x="44" y="85"/>
                    <a:pt x="44" y="85"/>
                  </a:cubicBezTo>
                  <a:cubicBezTo>
                    <a:pt x="46" y="85"/>
                    <a:pt x="47" y="85"/>
                    <a:pt x="47" y="87"/>
                  </a:cubicBezTo>
                  <a:cubicBezTo>
                    <a:pt x="47" y="92"/>
                    <a:pt x="47" y="92"/>
                    <a:pt x="47" y="92"/>
                  </a:cubicBezTo>
                  <a:cubicBezTo>
                    <a:pt x="47" y="93"/>
                    <a:pt x="46" y="94"/>
                    <a:pt x="44" y="9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20"/>
            <p:cNvSpPr/>
            <p:nvPr/>
          </p:nvSpPr>
          <p:spPr bwMode="auto">
            <a:xfrm>
              <a:off x="400050" y="3276600"/>
              <a:ext cx="184150" cy="146050"/>
            </a:xfrm>
            <a:custGeom>
              <a:avLst/>
              <a:gdLst>
                <a:gd name="T0" fmla="*/ 98 w 98"/>
                <a:gd name="T1" fmla="*/ 3 h 77"/>
                <a:gd name="T2" fmla="*/ 85 w 98"/>
                <a:gd name="T3" fmla="*/ 67 h 77"/>
                <a:gd name="T4" fmla="*/ 73 w 98"/>
                <a:gd name="T5" fmla="*/ 77 h 77"/>
                <a:gd name="T6" fmla="*/ 62 w 98"/>
                <a:gd name="T7" fmla="*/ 67 h 77"/>
                <a:gd name="T8" fmla="*/ 50 w 98"/>
                <a:gd name="T9" fmla="*/ 20 h 77"/>
                <a:gd name="T10" fmla="*/ 49 w 98"/>
                <a:gd name="T11" fmla="*/ 19 h 77"/>
                <a:gd name="T12" fmla="*/ 49 w 98"/>
                <a:gd name="T13" fmla="*/ 20 h 77"/>
                <a:gd name="T14" fmla="*/ 37 w 98"/>
                <a:gd name="T15" fmla="*/ 67 h 77"/>
                <a:gd name="T16" fmla="*/ 25 w 98"/>
                <a:gd name="T17" fmla="*/ 77 h 77"/>
                <a:gd name="T18" fmla="*/ 14 w 98"/>
                <a:gd name="T19" fmla="*/ 67 h 77"/>
                <a:gd name="T20" fmla="*/ 0 w 98"/>
                <a:gd name="T21" fmla="*/ 3 h 77"/>
                <a:gd name="T22" fmla="*/ 0 w 98"/>
                <a:gd name="T23" fmla="*/ 2 h 77"/>
                <a:gd name="T24" fmla="*/ 3 w 98"/>
                <a:gd name="T25" fmla="*/ 0 h 77"/>
                <a:gd name="T26" fmla="*/ 10 w 98"/>
                <a:gd name="T27" fmla="*/ 0 h 77"/>
                <a:gd name="T28" fmla="*/ 13 w 98"/>
                <a:gd name="T29" fmla="*/ 2 h 77"/>
                <a:gd name="T30" fmla="*/ 24 w 98"/>
                <a:gd name="T31" fmla="*/ 65 h 77"/>
                <a:gd name="T32" fmla="*/ 25 w 98"/>
                <a:gd name="T33" fmla="*/ 66 h 77"/>
                <a:gd name="T34" fmla="*/ 26 w 98"/>
                <a:gd name="T35" fmla="*/ 65 h 77"/>
                <a:gd name="T36" fmla="*/ 40 w 98"/>
                <a:gd name="T37" fmla="*/ 12 h 77"/>
                <a:gd name="T38" fmla="*/ 45 w 98"/>
                <a:gd name="T39" fmla="*/ 8 h 77"/>
                <a:gd name="T40" fmla="*/ 53 w 98"/>
                <a:gd name="T41" fmla="*/ 8 h 77"/>
                <a:gd name="T42" fmla="*/ 59 w 98"/>
                <a:gd name="T43" fmla="*/ 12 h 77"/>
                <a:gd name="T44" fmla="*/ 72 w 98"/>
                <a:gd name="T45" fmla="*/ 65 h 77"/>
                <a:gd name="T46" fmla="*/ 73 w 98"/>
                <a:gd name="T47" fmla="*/ 66 h 77"/>
                <a:gd name="T48" fmla="*/ 74 w 98"/>
                <a:gd name="T49" fmla="*/ 65 h 77"/>
                <a:gd name="T50" fmla="*/ 86 w 98"/>
                <a:gd name="T51" fmla="*/ 2 h 77"/>
                <a:gd name="T52" fmla="*/ 88 w 98"/>
                <a:gd name="T53" fmla="*/ 0 h 77"/>
                <a:gd name="T54" fmla="*/ 96 w 98"/>
                <a:gd name="T55" fmla="*/ 0 h 77"/>
                <a:gd name="T56" fmla="*/ 98 w 98"/>
                <a:gd name="T57" fmla="*/ 2 h 77"/>
                <a:gd name="T58" fmla="*/ 98 w 98"/>
                <a:gd name="T59" fmla="*/ 3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8" h="77">
                  <a:moveTo>
                    <a:pt x="98" y="3"/>
                  </a:moveTo>
                  <a:cubicBezTo>
                    <a:pt x="85" y="67"/>
                    <a:pt x="85" y="67"/>
                    <a:pt x="85" y="67"/>
                  </a:cubicBezTo>
                  <a:cubicBezTo>
                    <a:pt x="83" y="76"/>
                    <a:pt x="82" y="77"/>
                    <a:pt x="73" y="77"/>
                  </a:cubicBezTo>
                  <a:cubicBezTo>
                    <a:pt x="66" y="77"/>
                    <a:pt x="64" y="75"/>
                    <a:pt x="62" y="67"/>
                  </a:cubicBezTo>
                  <a:cubicBezTo>
                    <a:pt x="50" y="20"/>
                    <a:pt x="50" y="20"/>
                    <a:pt x="50" y="20"/>
                  </a:cubicBezTo>
                  <a:cubicBezTo>
                    <a:pt x="50" y="19"/>
                    <a:pt x="50" y="19"/>
                    <a:pt x="49" y="19"/>
                  </a:cubicBezTo>
                  <a:cubicBezTo>
                    <a:pt x="49" y="19"/>
                    <a:pt x="49" y="19"/>
                    <a:pt x="49" y="20"/>
                  </a:cubicBezTo>
                  <a:cubicBezTo>
                    <a:pt x="37" y="67"/>
                    <a:pt x="37" y="67"/>
                    <a:pt x="37" y="67"/>
                  </a:cubicBezTo>
                  <a:cubicBezTo>
                    <a:pt x="35" y="75"/>
                    <a:pt x="32" y="77"/>
                    <a:pt x="25" y="77"/>
                  </a:cubicBezTo>
                  <a:cubicBezTo>
                    <a:pt x="17" y="77"/>
                    <a:pt x="15" y="76"/>
                    <a:pt x="14" y="67"/>
                  </a:cubicBezTo>
                  <a:cubicBezTo>
                    <a:pt x="0" y="3"/>
                    <a:pt x="0" y="3"/>
                    <a:pt x="0" y="3"/>
                  </a:cubicBezTo>
                  <a:cubicBezTo>
                    <a:pt x="0" y="3"/>
                    <a:pt x="0" y="3"/>
                    <a:pt x="0" y="2"/>
                  </a:cubicBezTo>
                  <a:cubicBezTo>
                    <a:pt x="0" y="1"/>
                    <a:pt x="1" y="0"/>
                    <a:pt x="3" y="0"/>
                  </a:cubicBezTo>
                  <a:cubicBezTo>
                    <a:pt x="10" y="0"/>
                    <a:pt x="10" y="0"/>
                    <a:pt x="10" y="0"/>
                  </a:cubicBezTo>
                  <a:cubicBezTo>
                    <a:pt x="12" y="0"/>
                    <a:pt x="13" y="1"/>
                    <a:pt x="13" y="2"/>
                  </a:cubicBezTo>
                  <a:cubicBezTo>
                    <a:pt x="24" y="65"/>
                    <a:pt x="24" y="65"/>
                    <a:pt x="24" y="65"/>
                  </a:cubicBezTo>
                  <a:cubicBezTo>
                    <a:pt x="24" y="66"/>
                    <a:pt x="25" y="66"/>
                    <a:pt x="25" y="66"/>
                  </a:cubicBezTo>
                  <a:cubicBezTo>
                    <a:pt x="26" y="66"/>
                    <a:pt x="26" y="66"/>
                    <a:pt x="26" y="65"/>
                  </a:cubicBezTo>
                  <a:cubicBezTo>
                    <a:pt x="40" y="12"/>
                    <a:pt x="40" y="12"/>
                    <a:pt x="40" y="12"/>
                  </a:cubicBezTo>
                  <a:cubicBezTo>
                    <a:pt x="41" y="9"/>
                    <a:pt x="43" y="8"/>
                    <a:pt x="45" y="8"/>
                  </a:cubicBezTo>
                  <a:cubicBezTo>
                    <a:pt x="53" y="8"/>
                    <a:pt x="53" y="8"/>
                    <a:pt x="53" y="8"/>
                  </a:cubicBezTo>
                  <a:cubicBezTo>
                    <a:pt x="56" y="8"/>
                    <a:pt x="58" y="9"/>
                    <a:pt x="59" y="12"/>
                  </a:cubicBezTo>
                  <a:cubicBezTo>
                    <a:pt x="72" y="65"/>
                    <a:pt x="72" y="65"/>
                    <a:pt x="72" y="65"/>
                  </a:cubicBezTo>
                  <a:cubicBezTo>
                    <a:pt x="73" y="66"/>
                    <a:pt x="73" y="66"/>
                    <a:pt x="73" y="66"/>
                  </a:cubicBezTo>
                  <a:cubicBezTo>
                    <a:pt x="74" y="66"/>
                    <a:pt x="74" y="66"/>
                    <a:pt x="74" y="65"/>
                  </a:cubicBezTo>
                  <a:cubicBezTo>
                    <a:pt x="86" y="2"/>
                    <a:pt x="86" y="2"/>
                    <a:pt x="86" y="2"/>
                  </a:cubicBezTo>
                  <a:cubicBezTo>
                    <a:pt x="86" y="1"/>
                    <a:pt x="87" y="0"/>
                    <a:pt x="88" y="0"/>
                  </a:cubicBezTo>
                  <a:cubicBezTo>
                    <a:pt x="96" y="0"/>
                    <a:pt x="96" y="0"/>
                    <a:pt x="96" y="0"/>
                  </a:cubicBezTo>
                  <a:cubicBezTo>
                    <a:pt x="97" y="0"/>
                    <a:pt x="98" y="1"/>
                    <a:pt x="98" y="2"/>
                  </a:cubicBezTo>
                  <a:cubicBezTo>
                    <a:pt x="98" y="3"/>
                    <a:pt x="98" y="3"/>
                    <a:pt x="9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21"/>
            <p:cNvSpPr>
              <a:spLocks noEditPoints="1"/>
            </p:cNvSpPr>
            <p:nvPr/>
          </p:nvSpPr>
          <p:spPr bwMode="auto">
            <a:xfrm>
              <a:off x="608013" y="3275013"/>
              <a:ext cx="104775" cy="147637"/>
            </a:xfrm>
            <a:custGeom>
              <a:avLst/>
              <a:gdLst>
                <a:gd name="T0" fmla="*/ 53 w 56"/>
                <a:gd name="T1" fmla="*/ 77 h 78"/>
                <a:gd name="T2" fmla="*/ 47 w 56"/>
                <a:gd name="T3" fmla="*/ 77 h 78"/>
                <a:gd name="T4" fmla="*/ 44 w 56"/>
                <a:gd name="T5" fmla="*/ 74 h 78"/>
                <a:gd name="T6" fmla="*/ 44 w 56"/>
                <a:gd name="T7" fmla="*/ 71 h 78"/>
                <a:gd name="T8" fmla="*/ 23 w 56"/>
                <a:gd name="T9" fmla="*/ 78 h 78"/>
                <a:gd name="T10" fmla="*/ 0 w 56"/>
                <a:gd name="T11" fmla="*/ 55 h 78"/>
                <a:gd name="T12" fmla="*/ 0 w 56"/>
                <a:gd name="T13" fmla="*/ 54 h 78"/>
                <a:gd name="T14" fmla="*/ 34 w 56"/>
                <a:gd name="T15" fmla="*/ 31 h 78"/>
                <a:gd name="T16" fmla="*/ 44 w 56"/>
                <a:gd name="T17" fmla="*/ 31 h 78"/>
                <a:gd name="T18" fmla="*/ 44 w 56"/>
                <a:gd name="T19" fmla="*/ 26 h 78"/>
                <a:gd name="T20" fmla="*/ 29 w 56"/>
                <a:gd name="T21" fmla="*/ 10 h 78"/>
                <a:gd name="T22" fmla="*/ 8 w 56"/>
                <a:gd name="T23" fmla="*/ 11 h 78"/>
                <a:gd name="T24" fmla="*/ 7 w 56"/>
                <a:gd name="T25" fmla="*/ 11 h 78"/>
                <a:gd name="T26" fmla="*/ 5 w 56"/>
                <a:gd name="T27" fmla="*/ 9 h 78"/>
                <a:gd name="T28" fmla="*/ 5 w 56"/>
                <a:gd name="T29" fmla="*/ 4 h 78"/>
                <a:gd name="T30" fmla="*/ 8 w 56"/>
                <a:gd name="T31" fmla="*/ 1 h 78"/>
                <a:gd name="T32" fmla="*/ 29 w 56"/>
                <a:gd name="T33" fmla="*/ 0 h 78"/>
                <a:gd name="T34" fmla="*/ 56 w 56"/>
                <a:gd name="T35" fmla="*/ 26 h 78"/>
                <a:gd name="T36" fmla="*/ 56 w 56"/>
                <a:gd name="T37" fmla="*/ 74 h 78"/>
                <a:gd name="T38" fmla="*/ 53 w 56"/>
                <a:gd name="T39" fmla="*/ 77 h 78"/>
                <a:gd name="T40" fmla="*/ 44 w 56"/>
                <a:gd name="T41" fmla="*/ 40 h 78"/>
                <a:gd name="T42" fmla="*/ 34 w 56"/>
                <a:gd name="T43" fmla="*/ 40 h 78"/>
                <a:gd name="T44" fmla="*/ 12 w 56"/>
                <a:gd name="T45" fmla="*/ 53 h 78"/>
                <a:gd name="T46" fmla="*/ 12 w 56"/>
                <a:gd name="T47" fmla="*/ 55 h 78"/>
                <a:gd name="T48" fmla="*/ 25 w 56"/>
                <a:gd name="T49" fmla="*/ 68 h 78"/>
                <a:gd name="T50" fmla="*/ 44 w 56"/>
                <a:gd name="T51" fmla="*/ 62 h 78"/>
                <a:gd name="T52" fmla="*/ 44 w 56"/>
                <a:gd name="T53" fmla="*/ 4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6" h="78">
                  <a:moveTo>
                    <a:pt x="53" y="77"/>
                  </a:moveTo>
                  <a:cubicBezTo>
                    <a:pt x="47" y="77"/>
                    <a:pt x="47" y="77"/>
                    <a:pt x="47" y="77"/>
                  </a:cubicBezTo>
                  <a:cubicBezTo>
                    <a:pt x="45" y="77"/>
                    <a:pt x="44" y="75"/>
                    <a:pt x="44" y="74"/>
                  </a:cubicBezTo>
                  <a:cubicBezTo>
                    <a:pt x="44" y="71"/>
                    <a:pt x="44" y="71"/>
                    <a:pt x="44" y="71"/>
                  </a:cubicBezTo>
                  <a:cubicBezTo>
                    <a:pt x="37" y="75"/>
                    <a:pt x="30" y="78"/>
                    <a:pt x="23" y="78"/>
                  </a:cubicBezTo>
                  <a:cubicBezTo>
                    <a:pt x="11" y="78"/>
                    <a:pt x="0" y="72"/>
                    <a:pt x="0" y="55"/>
                  </a:cubicBezTo>
                  <a:cubicBezTo>
                    <a:pt x="0" y="54"/>
                    <a:pt x="0" y="54"/>
                    <a:pt x="0" y="54"/>
                  </a:cubicBezTo>
                  <a:cubicBezTo>
                    <a:pt x="0" y="39"/>
                    <a:pt x="9" y="31"/>
                    <a:pt x="34" y="31"/>
                  </a:cubicBezTo>
                  <a:cubicBezTo>
                    <a:pt x="44" y="31"/>
                    <a:pt x="44" y="31"/>
                    <a:pt x="44" y="31"/>
                  </a:cubicBezTo>
                  <a:cubicBezTo>
                    <a:pt x="44" y="26"/>
                    <a:pt x="44" y="26"/>
                    <a:pt x="44" y="26"/>
                  </a:cubicBezTo>
                  <a:cubicBezTo>
                    <a:pt x="44" y="14"/>
                    <a:pt x="40" y="10"/>
                    <a:pt x="29" y="10"/>
                  </a:cubicBezTo>
                  <a:cubicBezTo>
                    <a:pt x="20" y="10"/>
                    <a:pt x="13" y="11"/>
                    <a:pt x="8" y="11"/>
                  </a:cubicBezTo>
                  <a:cubicBezTo>
                    <a:pt x="8" y="11"/>
                    <a:pt x="7" y="11"/>
                    <a:pt x="7" y="11"/>
                  </a:cubicBezTo>
                  <a:cubicBezTo>
                    <a:pt x="6" y="11"/>
                    <a:pt x="5" y="11"/>
                    <a:pt x="5" y="9"/>
                  </a:cubicBezTo>
                  <a:cubicBezTo>
                    <a:pt x="5" y="4"/>
                    <a:pt x="5" y="4"/>
                    <a:pt x="5" y="4"/>
                  </a:cubicBezTo>
                  <a:cubicBezTo>
                    <a:pt x="5" y="3"/>
                    <a:pt x="6" y="2"/>
                    <a:pt x="8" y="1"/>
                  </a:cubicBezTo>
                  <a:cubicBezTo>
                    <a:pt x="13" y="0"/>
                    <a:pt x="20" y="0"/>
                    <a:pt x="29" y="0"/>
                  </a:cubicBezTo>
                  <a:cubicBezTo>
                    <a:pt x="48" y="0"/>
                    <a:pt x="56" y="9"/>
                    <a:pt x="56" y="26"/>
                  </a:cubicBezTo>
                  <a:cubicBezTo>
                    <a:pt x="56" y="74"/>
                    <a:pt x="56" y="74"/>
                    <a:pt x="56" y="74"/>
                  </a:cubicBezTo>
                  <a:cubicBezTo>
                    <a:pt x="56" y="75"/>
                    <a:pt x="55" y="77"/>
                    <a:pt x="53" y="77"/>
                  </a:cubicBezTo>
                  <a:close/>
                  <a:moveTo>
                    <a:pt x="44" y="40"/>
                  </a:moveTo>
                  <a:cubicBezTo>
                    <a:pt x="34" y="40"/>
                    <a:pt x="34" y="40"/>
                    <a:pt x="34" y="40"/>
                  </a:cubicBezTo>
                  <a:cubicBezTo>
                    <a:pt x="17" y="40"/>
                    <a:pt x="12" y="44"/>
                    <a:pt x="12" y="53"/>
                  </a:cubicBezTo>
                  <a:cubicBezTo>
                    <a:pt x="12" y="55"/>
                    <a:pt x="12" y="55"/>
                    <a:pt x="12" y="55"/>
                  </a:cubicBezTo>
                  <a:cubicBezTo>
                    <a:pt x="12" y="65"/>
                    <a:pt x="17" y="68"/>
                    <a:pt x="25" y="68"/>
                  </a:cubicBezTo>
                  <a:cubicBezTo>
                    <a:pt x="31" y="68"/>
                    <a:pt x="37" y="66"/>
                    <a:pt x="44" y="62"/>
                  </a:cubicBezTo>
                  <a:lnTo>
                    <a:pt x="44" y="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22"/>
            <p:cNvSpPr/>
            <p:nvPr/>
          </p:nvSpPr>
          <p:spPr bwMode="auto">
            <a:xfrm>
              <a:off x="749300" y="3275013"/>
              <a:ext cx="63500" cy="144462"/>
            </a:xfrm>
            <a:custGeom>
              <a:avLst/>
              <a:gdLst>
                <a:gd name="T0" fmla="*/ 31 w 34"/>
                <a:gd name="T1" fmla="*/ 10 h 77"/>
                <a:gd name="T2" fmla="*/ 12 w 34"/>
                <a:gd name="T3" fmla="*/ 16 h 77"/>
                <a:gd name="T4" fmla="*/ 12 w 34"/>
                <a:gd name="T5" fmla="*/ 74 h 77"/>
                <a:gd name="T6" fmla="*/ 9 w 34"/>
                <a:gd name="T7" fmla="*/ 77 h 77"/>
                <a:gd name="T8" fmla="*/ 2 w 34"/>
                <a:gd name="T9" fmla="*/ 77 h 77"/>
                <a:gd name="T10" fmla="*/ 0 w 34"/>
                <a:gd name="T11" fmla="*/ 74 h 77"/>
                <a:gd name="T12" fmla="*/ 0 w 34"/>
                <a:gd name="T13" fmla="*/ 3 h 77"/>
                <a:gd name="T14" fmla="*/ 2 w 34"/>
                <a:gd name="T15" fmla="*/ 1 h 77"/>
                <a:gd name="T16" fmla="*/ 9 w 34"/>
                <a:gd name="T17" fmla="*/ 1 h 77"/>
                <a:gd name="T18" fmla="*/ 11 w 34"/>
                <a:gd name="T19" fmla="*/ 3 h 77"/>
                <a:gd name="T20" fmla="*/ 11 w 34"/>
                <a:gd name="T21" fmla="*/ 6 h 77"/>
                <a:gd name="T22" fmla="*/ 31 w 34"/>
                <a:gd name="T23" fmla="*/ 0 h 77"/>
                <a:gd name="T24" fmla="*/ 34 w 34"/>
                <a:gd name="T25" fmla="*/ 2 h 77"/>
                <a:gd name="T26" fmla="*/ 34 w 34"/>
                <a:gd name="T27" fmla="*/ 8 h 77"/>
                <a:gd name="T28" fmla="*/ 31 w 34"/>
                <a:gd name="T29" fmla="*/ 1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 h="77">
                  <a:moveTo>
                    <a:pt x="31" y="10"/>
                  </a:moveTo>
                  <a:cubicBezTo>
                    <a:pt x="25" y="10"/>
                    <a:pt x="19" y="12"/>
                    <a:pt x="12" y="16"/>
                  </a:cubicBezTo>
                  <a:cubicBezTo>
                    <a:pt x="12" y="74"/>
                    <a:pt x="12" y="74"/>
                    <a:pt x="12" y="74"/>
                  </a:cubicBezTo>
                  <a:cubicBezTo>
                    <a:pt x="12" y="75"/>
                    <a:pt x="11" y="77"/>
                    <a:pt x="9" y="77"/>
                  </a:cubicBezTo>
                  <a:cubicBezTo>
                    <a:pt x="2" y="77"/>
                    <a:pt x="2" y="77"/>
                    <a:pt x="2" y="77"/>
                  </a:cubicBezTo>
                  <a:cubicBezTo>
                    <a:pt x="1" y="77"/>
                    <a:pt x="0" y="75"/>
                    <a:pt x="0" y="74"/>
                  </a:cubicBezTo>
                  <a:cubicBezTo>
                    <a:pt x="0" y="3"/>
                    <a:pt x="0" y="3"/>
                    <a:pt x="0" y="3"/>
                  </a:cubicBezTo>
                  <a:cubicBezTo>
                    <a:pt x="0" y="2"/>
                    <a:pt x="1" y="1"/>
                    <a:pt x="2" y="1"/>
                  </a:cubicBezTo>
                  <a:cubicBezTo>
                    <a:pt x="9" y="1"/>
                    <a:pt x="9" y="1"/>
                    <a:pt x="9" y="1"/>
                  </a:cubicBezTo>
                  <a:cubicBezTo>
                    <a:pt x="10" y="1"/>
                    <a:pt x="11" y="2"/>
                    <a:pt x="11" y="3"/>
                  </a:cubicBezTo>
                  <a:cubicBezTo>
                    <a:pt x="11" y="6"/>
                    <a:pt x="11" y="6"/>
                    <a:pt x="11" y="6"/>
                  </a:cubicBezTo>
                  <a:cubicBezTo>
                    <a:pt x="18" y="1"/>
                    <a:pt x="25" y="0"/>
                    <a:pt x="31" y="0"/>
                  </a:cubicBezTo>
                  <a:cubicBezTo>
                    <a:pt x="33" y="0"/>
                    <a:pt x="34" y="0"/>
                    <a:pt x="34" y="2"/>
                  </a:cubicBezTo>
                  <a:cubicBezTo>
                    <a:pt x="34" y="8"/>
                    <a:pt x="34" y="8"/>
                    <a:pt x="34" y="8"/>
                  </a:cubicBezTo>
                  <a:cubicBezTo>
                    <a:pt x="34" y="9"/>
                    <a:pt x="33" y="10"/>
                    <a:pt x="3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23"/>
            <p:cNvSpPr>
              <a:spLocks noEditPoints="1"/>
            </p:cNvSpPr>
            <p:nvPr/>
          </p:nvSpPr>
          <p:spPr bwMode="auto">
            <a:xfrm>
              <a:off x="825500" y="3275013"/>
              <a:ext cx="114300" cy="147637"/>
            </a:xfrm>
            <a:custGeom>
              <a:avLst/>
              <a:gdLst>
                <a:gd name="T0" fmla="*/ 59 w 61"/>
                <a:gd name="T1" fmla="*/ 42 h 78"/>
                <a:gd name="T2" fmla="*/ 12 w 61"/>
                <a:gd name="T3" fmla="*/ 42 h 78"/>
                <a:gd name="T4" fmla="*/ 12 w 61"/>
                <a:gd name="T5" fmla="*/ 44 h 78"/>
                <a:gd name="T6" fmla="*/ 32 w 61"/>
                <a:gd name="T7" fmla="*/ 67 h 78"/>
                <a:gd name="T8" fmla="*/ 56 w 61"/>
                <a:gd name="T9" fmla="*/ 65 h 78"/>
                <a:gd name="T10" fmla="*/ 57 w 61"/>
                <a:gd name="T11" fmla="*/ 65 h 78"/>
                <a:gd name="T12" fmla="*/ 59 w 61"/>
                <a:gd name="T13" fmla="*/ 67 h 78"/>
                <a:gd name="T14" fmla="*/ 59 w 61"/>
                <a:gd name="T15" fmla="*/ 72 h 78"/>
                <a:gd name="T16" fmla="*/ 56 w 61"/>
                <a:gd name="T17" fmla="*/ 75 h 78"/>
                <a:gd name="T18" fmla="*/ 32 w 61"/>
                <a:gd name="T19" fmla="*/ 78 h 78"/>
                <a:gd name="T20" fmla="*/ 0 w 61"/>
                <a:gd name="T21" fmla="*/ 44 h 78"/>
                <a:gd name="T22" fmla="*/ 0 w 61"/>
                <a:gd name="T23" fmla="*/ 32 h 78"/>
                <a:gd name="T24" fmla="*/ 31 w 61"/>
                <a:gd name="T25" fmla="*/ 0 h 78"/>
                <a:gd name="T26" fmla="*/ 61 w 61"/>
                <a:gd name="T27" fmla="*/ 32 h 78"/>
                <a:gd name="T28" fmla="*/ 61 w 61"/>
                <a:gd name="T29" fmla="*/ 39 h 78"/>
                <a:gd name="T30" fmla="*/ 59 w 61"/>
                <a:gd name="T31" fmla="*/ 42 h 78"/>
                <a:gd name="T32" fmla="*/ 49 w 61"/>
                <a:gd name="T33" fmla="*/ 32 h 78"/>
                <a:gd name="T34" fmla="*/ 31 w 61"/>
                <a:gd name="T35" fmla="*/ 10 h 78"/>
                <a:gd name="T36" fmla="*/ 12 w 61"/>
                <a:gd name="T37" fmla="*/ 32 h 78"/>
                <a:gd name="T38" fmla="*/ 12 w 61"/>
                <a:gd name="T39" fmla="*/ 33 h 78"/>
                <a:gd name="T40" fmla="*/ 49 w 61"/>
                <a:gd name="T41" fmla="*/ 33 h 78"/>
                <a:gd name="T42" fmla="*/ 49 w 61"/>
                <a:gd name="T43" fmla="*/ 3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 h="78">
                  <a:moveTo>
                    <a:pt x="59" y="42"/>
                  </a:moveTo>
                  <a:cubicBezTo>
                    <a:pt x="12" y="42"/>
                    <a:pt x="12" y="42"/>
                    <a:pt x="12" y="42"/>
                  </a:cubicBezTo>
                  <a:cubicBezTo>
                    <a:pt x="12" y="44"/>
                    <a:pt x="12" y="44"/>
                    <a:pt x="12" y="44"/>
                  </a:cubicBezTo>
                  <a:cubicBezTo>
                    <a:pt x="12" y="61"/>
                    <a:pt x="19" y="67"/>
                    <a:pt x="32" y="67"/>
                  </a:cubicBezTo>
                  <a:cubicBezTo>
                    <a:pt x="40" y="67"/>
                    <a:pt x="50" y="66"/>
                    <a:pt x="56" y="65"/>
                  </a:cubicBezTo>
                  <a:cubicBezTo>
                    <a:pt x="56" y="65"/>
                    <a:pt x="57" y="65"/>
                    <a:pt x="57" y="65"/>
                  </a:cubicBezTo>
                  <a:cubicBezTo>
                    <a:pt x="58" y="65"/>
                    <a:pt x="59" y="66"/>
                    <a:pt x="59" y="67"/>
                  </a:cubicBezTo>
                  <a:cubicBezTo>
                    <a:pt x="59" y="72"/>
                    <a:pt x="59" y="72"/>
                    <a:pt x="59" y="72"/>
                  </a:cubicBezTo>
                  <a:cubicBezTo>
                    <a:pt x="59" y="74"/>
                    <a:pt x="58" y="75"/>
                    <a:pt x="56" y="75"/>
                  </a:cubicBezTo>
                  <a:cubicBezTo>
                    <a:pt x="48" y="77"/>
                    <a:pt x="41" y="78"/>
                    <a:pt x="32" y="78"/>
                  </a:cubicBezTo>
                  <a:cubicBezTo>
                    <a:pt x="16" y="78"/>
                    <a:pt x="0" y="70"/>
                    <a:pt x="0" y="44"/>
                  </a:cubicBezTo>
                  <a:cubicBezTo>
                    <a:pt x="0" y="32"/>
                    <a:pt x="0" y="32"/>
                    <a:pt x="0" y="32"/>
                  </a:cubicBezTo>
                  <a:cubicBezTo>
                    <a:pt x="0" y="12"/>
                    <a:pt x="11" y="0"/>
                    <a:pt x="31" y="0"/>
                  </a:cubicBezTo>
                  <a:cubicBezTo>
                    <a:pt x="51" y="0"/>
                    <a:pt x="61" y="12"/>
                    <a:pt x="61" y="32"/>
                  </a:cubicBezTo>
                  <a:cubicBezTo>
                    <a:pt x="61" y="39"/>
                    <a:pt x="61" y="39"/>
                    <a:pt x="61" y="39"/>
                  </a:cubicBezTo>
                  <a:cubicBezTo>
                    <a:pt x="61" y="41"/>
                    <a:pt x="60" y="42"/>
                    <a:pt x="59" y="42"/>
                  </a:cubicBezTo>
                  <a:close/>
                  <a:moveTo>
                    <a:pt x="49" y="32"/>
                  </a:moveTo>
                  <a:cubicBezTo>
                    <a:pt x="49" y="16"/>
                    <a:pt x="43" y="10"/>
                    <a:pt x="31" y="10"/>
                  </a:cubicBezTo>
                  <a:cubicBezTo>
                    <a:pt x="19" y="10"/>
                    <a:pt x="12" y="17"/>
                    <a:pt x="12" y="32"/>
                  </a:cubicBezTo>
                  <a:cubicBezTo>
                    <a:pt x="12" y="33"/>
                    <a:pt x="12" y="33"/>
                    <a:pt x="12" y="33"/>
                  </a:cubicBezTo>
                  <a:cubicBezTo>
                    <a:pt x="49" y="33"/>
                    <a:pt x="49" y="33"/>
                    <a:pt x="49" y="33"/>
                  </a:cubicBezTo>
                  <a:lnTo>
                    <a:pt x="49"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24"/>
            <p:cNvSpPr>
              <a:spLocks noEditPoints="1"/>
            </p:cNvSpPr>
            <p:nvPr/>
          </p:nvSpPr>
          <p:spPr bwMode="auto">
            <a:xfrm>
              <a:off x="-1906587" y="2647950"/>
              <a:ext cx="441325" cy="441325"/>
            </a:xfrm>
            <a:custGeom>
              <a:avLst/>
              <a:gdLst>
                <a:gd name="T0" fmla="*/ 78 w 234"/>
                <a:gd name="T1" fmla="*/ 178 h 234"/>
                <a:gd name="T2" fmla="*/ 78 w 234"/>
                <a:gd name="T3" fmla="*/ 232 h 234"/>
                <a:gd name="T4" fmla="*/ 60 w 234"/>
                <a:gd name="T5" fmla="*/ 232 h 234"/>
                <a:gd name="T6" fmla="*/ 60 w 234"/>
                <a:gd name="T7" fmla="*/ 181 h 234"/>
                <a:gd name="T8" fmla="*/ 4 w 234"/>
                <a:gd name="T9" fmla="*/ 190 h 234"/>
                <a:gd name="T10" fmla="*/ 0 w 234"/>
                <a:gd name="T11" fmla="*/ 170 h 234"/>
                <a:gd name="T12" fmla="*/ 60 w 234"/>
                <a:gd name="T13" fmla="*/ 162 h 234"/>
                <a:gd name="T14" fmla="*/ 60 w 234"/>
                <a:gd name="T15" fmla="*/ 126 h 234"/>
                <a:gd name="T16" fmla="*/ 33 w 234"/>
                <a:gd name="T17" fmla="*/ 126 h 234"/>
                <a:gd name="T18" fmla="*/ 14 w 234"/>
                <a:gd name="T19" fmla="*/ 129 h 234"/>
                <a:gd name="T20" fmla="*/ 8 w 234"/>
                <a:gd name="T21" fmla="*/ 112 h 234"/>
                <a:gd name="T22" fmla="*/ 22 w 234"/>
                <a:gd name="T23" fmla="*/ 92 h 234"/>
                <a:gd name="T24" fmla="*/ 38 w 234"/>
                <a:gd name="T25" fmla="*/ 49 h 234"/>
                <a:gd name="T26" fmla="*/ 3 w 234"/>
                <a:gd name="T27" fmla="*/ 49 h 234"/>
                <a:gd name="T28" fmla="*/ 3 w 234"/>
                <a:gd name="T29" fmla="*/ 31 h 234"/>
                <a:gd name="T30" fmla="*/ 44 w 234"/>
                <a:gd name="T31" fmla="*/ 31 h 234"/>
                <a:gd name="T32" fmla="*/ 51 w 234"/>
                <a:gd name="T33" fmla="*/ 1 h 234"/>
                <a:gd name="T34" fmla="*/ 70 w 234"/>
                <a:gd name="T35" fmla="*/ 5 h 234"/>
                <a:gd name="T36" fmla="*/ 63 w 234"/>
                <a:gd name="T37" fmla="*/ 31 h 234"/>
                <a:gd name="T38" fmla="*/ 111 w 234"/>
                <a:gd name="T39" fmla="*/ 31 h 234"/>
                <a:gd name="T40" fmla="*/ 111 w 234"/>
                <a:gd name="T41" fmla="*/ 49 h 234"/>
                <a:gd name="T42" fmla="*/ 57 w 234"/>
                <a:gd name="T43" fmla="*/ 49 h 234"/>
                <a:gd name="T44" fmla="*/ 33 w 234"/>
                <a:gd name="T45" fmla="*/ 108 h 234"/>
                <a:gd name="T46" fmla="*/ 60 w 234"/>
                <a:gd name="T47" fmla="*/ 108 h 234"/>
                <a:gd name="T48" fmla="*/ 60 w 234"/>
                <a:gd name="T49" fmla="*/ 71 h 234"/>
                <a:gd name="T50" fmla="*/ 78 w 234"/>
                <a:gd name="T51" fmla="*/ 71 h 234"/>
                <a:gd name="T52" fmla="*/ 78 w 234"/>
                <a:gd name="T53" fmla="*/ 108 h 234"/>
                <a:gd name="T54" fmla="*/ 110 w 234"/>
                <a:gd name="T55" fmla="*/ 108 h 234"/>
                <a:gd name="T56" fmla="*/ 110 w 234"/>
                <a:gd name="T57" fmla="*/ 126 h 234"/>
                <a:gd name="T58" fmla="*/ 78 w 234"/>
                <a:gd name="T59" fmla="*/ 126 h 234"/>
                <a:gd name="T60" fmla="*/ 78 w 234"/>
                <a:gd name="T61" fmla="*/ 160 h 234"/>
                <a:gd name="T62" fmla="*/ 111 w 234"/>
                <a:gd name="T63" fmla="*/ 155 h 234"/>
                <a:gd name="T64" fmla="*/ 112 w 234"/>
                <a:gd name="T65" fmla="*/ 172 h 234"/>
                <a:gd name="T66" fmla="*/ 78 w 234"/>
                <a:gd name="T67" fmla="*/ 178 h 234"/>
                <a:gd name="T68" fmla="*/ 176 w 234"/>
                <a:gd name="T69" fmla="*/ 93 h 234"/>
                <a:gd name="T70" fmla="*/ 176 w 234"/>
                <a:gd name="T71" fmla="*/ 116 h 234"/>
                <a:gd name="T72" fmla="*/ 234 w 234"/>
                <a:gd name="T73" fmla="*/ 218 h 234"/>
                <a:gd name="T74" fmla="*/ 222 w 234"/>
                <a:gd name="T75" fmla="*/ 233 h 234"/>
                <a:gd name="T76" fmla="*/ 169 w 234"/>
                <a:gd name="T77" fmla="*/ 155 h 234"/>
                <a:gd name="T78" fmla="*/ 114 w 234"/>
                <a:gd name="T79" fmla="*/ 234 h 234"/>
                <a:gd name="T80" fmla="*/ 100 w 234"/>
                <a:gd name="T81" fmla="*/ 221 h 234"/>
                <a:gd name="T82" fmla="*/ 158 w 234"/>
                <a:gd name="T83" fmla="*/ 92 h 234"/>
                <a:gd name="T84" fmla="*/ 158 w 234"/>
                <a:gd name="T85" fmla="*/ 81 h 234"/>
                <a:gd name="T86" fmla="*/ 176 w 234"/>
                <a:gd name="T87" fmla="*/ 81 h 234"/>
                <a:gd name="T88" fmla="*/ 176 w 234"/>
                <a:gd name="T89" fmla="*/ 93 h 234"/>
                <a:gd name="T90" fmla="*/ 147 w 234"/>
                <a:gd name="T91" fmla="*/ 57 h 234"/>
                <a:gd name="T92" fmla="*/ 122 w 234"/>
                <a:gd name="T93" fmla="*/ 111 h 234"/>
                <a:gd name="T94" fmla="*/ 107 w 234"/>
                <a:gd name="T95" fmla="*/ 101 h 234"/>
                <a:gd name="T96" fmla="*/ 140 w 234"/>
                <a:gd name="T97" fmla="*/ 0 h 234"/>
                <a:gd name="T98" fmla="*/ 158 w 234"/>
                <a:gd name="T99" fmla="*/ 3 h 234"/>
                <a:gd name="T100" fmla="*/ 151 w 234"/>
                <a:gd name="T101" fmla="*/ 39 h 234"/>
                <a:gd name="T102" fmla="*/ 218 w 234"/>
                <a:gd name="T103" fmla="*/ 39 h 234"/>
                <a:gd name="T104" fmla="*/ 220 w 234"/>
                <a:gd name="T105" fmla="*/ 39 h 234"/>
                <a:gd name="T106" fmla="*/ 233 w 234"/>
                <a:gd name="T107" fmla="*/ 42 h 234"/>
                <a:gd name="T108" fmla="*/ 216 w 234"/>
                <a:gd name="T109" fmla="*/ 110 h 234"/>
                <a:gd name="T110" fmla="*/ 200 w 234"/>
                <a:gd name="T111" fmla="*/ 106 h 234"/>
                <a:gd name="T112" fmla="*/ 212 w 234"/>
                <a:gd name="T113" fmla="*/ 57 h 234"/>
                <a:gd name="T114" fmla="*/ 147 w 234"/>
                <a:gd name="T115" fmla="*/ 5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4" h="234">
                  <a:moveTo>
                    <a:pt x="78" y="178"/>
                  </a:moveTo>
                  <a:cubicBezTo>
                    <a:pt x="78" y="232"/>
                    <a:pt x="78" y="232"/>
                    <a:pt x="78" y="232"/>
                  </a:cubicBezTo>
                  <a:cubicBezTo>
                    <a:pt x="60" y="232"/>
                    <a:pt x="60" y="232"/>
                    <a:pt x="60" y="232"/>
                  </a:cubicBezTo>
                  <a:cubicBezTo>
                    <a:pt x="60" y="181"/>
                    <a:pt x="60" y="181"/>
                    <a:pt x="60" y="181"/>
                  </a:cubicBezTo>
                  <a:cubicBezTo>
                    <a:pt x="40" y="184"/>
                    <a:pt x="20" y="187"/>
                    <a:pt x="4" y="190"/>
                  </a:cubicBezTo>
                  <a:cubicBezTo>
                    <a:pt x="0" y="170"/>
                    <a:pt x="0" y="170"/>
                    <a:pt x="0" y="170"/>
                  </a:cubicBezTo>
                  <a:cubicBezTo>
                    <a:pt x="16" y="169"/>
                    <a:pt x="37" y="166"/>
                    <a:pt x="60" y="162"/>
                  </a:cubicBezTo>
                  <a:cubicBezTo>
                    <a:pt x="60" y="126"/>
                    <a:pt x="60" y="126"/>
                    <a:pt x="60" y="126"/>
                  </a:cubicBezTo>
                  <a:cubicBezTo>
                    <a:pt x="33" y="126"/>
                    <a:pt x="33" y="126"/>
                    <a:pt x="33" y="126"/>
                  </a:cubicBezTo>
                  <a:cubicBezTo>
                    <a:pt x="24" y="126"/>
                    <a:pt x="16" y="127"/>
                    <a:pt x="14" y="129"/>
                  </a:cubicBezTo>
                  <a:cubicBezTo>
                    <a:pt x="13" y="125"/>
                    <a:pt x="10" y="117"/>
                    <a:pt x="8" y="112"/>
                  </a:cubicBezTo>
                  <a:cubicBezTo>
                    <a:pt x="13" y="111"/>
                    <a:pt x="16" y="103"/>
                    <a:pt x="22" y="92"/>
                  </a:cubicBezTo>
                  <a:cubicBezTo>
                    <a:pt x="25" y="86"/>
                    <a:pt x="31" y="69"/>
                    <a:pt x="38" y="49"/>
                  </a:cubicBezTo>
                  <a:cubicBezTo>
                    <a:pt x="3" y="49"/>
                    <a:pt x="3" y="49"/>
                    <a:pt x="3" y="49"/>
                  </a:cubicBezTo>
                  <a:cubicBezTo>
                    <a:pt x="3" y="31"/>
                    <a:pt x="3" y="31"/>
                    <a:pt x="3" y="31"/>
                  </a:cubicBezTo>
                  <a:cubicBezTo>
                    <a:pt x="44" y="31"/>
                    <a:pt x="44" y="31"/>
                    <a:pt x="44" y="31"/>
                  </a:cubicBezTo>
                  <a:cubicBezTo>
                    <a:pt x="47" y="21"/>
                    <a:pt x="49" y="11"/>
                    <a:pt x="51" y="1"/>
                  </a:cubicBezTo>
                  <a:cubicBezTo>
                    <a:pt x="70" y="5"/>
                    <a:pt x="70" y="5"/>
                    <a:pt x="70" y="5"/>
                  </a:cubicBezTo>
                  <a:cubicBezTo>
                    <a:pt x="68" y="13"/>
                    <a:pt x="65" y="22"/>
                    <a:pt x="63" y="31"/>
                  </a:cubicBezTo>
                  <a:cubicBezTo>
                    <a:pt x="111" y="31"/>
                    <a:pt x="111" y="31"/>
                    <a:pt x="111" y="31"/>
                  </a:cubicBezTo>
                  <a:cubicBezTo>
                    <a:pt x="111" y="49"/>
                    <a:pt x="111" y="49"/>
                    <a:pt x="111" y="49"/>
                  </a:cubicBezTo>
                  <a:cubicBezTo>
                    <a:pt x="57" y="49"/>
                    <a:pt x="57" y="49"/>
                    <a:pt x="57" y="49"/>
                  </a:cubicBezTo>
                  <a:cubicBezTo>
                    <a:pt x="49" y="70"/>
                    <a:pt x="41" y="91"/>
                    <a:pt x="33" y="108"/>
                  </a:cubicBezTo>
                  <a:cubicBezTo>
                    <a:pt x="60" y="108"/>
                    <a:pt x="60" y="108"/>
                    <a:pt x="60" y="108"/>
                  </a:cubicBezTo>
                  <a:cubicBezTo>
                    <a:pt x="60" y="71"/>
                    <a:pt x="60" y="71"/>
                    <a:pt x="60" y="71"/>
                  </a:cubicBezTo>
                  <a:cubicBezTo>
                    <a:pt x="78" y="71"/>
                    <a:pt x="78" y="71"/>
                    <a:pt x="78" y="71"/>
                  </a:cubicBezTo>
                  <a:cubicBezTo>
                    <a:pt x="78" y="108"/>
                    <a:pt x="78" y="108"/>
                    <a:pt x="78" y="108"/>
                  </a:cubicBezTo>
                  <a:cubicBezTo>
                    <a:pt x="110" y="108"/>
                    <a:pt x="110" y="108"/>
                    <a:pt x="110" y="108"/>
                  </a:cubicBezTo>
                  <a:cubicBezTo>
                    <a:pt x="110" y="126"/>
                    <a:pt x="110" y="126"/>
                    <a:pt x="110" y="126"/>
                  </a:cubicBezTo>
                  <a:cubicBezTo>
                    <a:pt x="78" y="126"/>
                    <a:pt x="78" y="126"/>
                    <a:pt x="78" y="126"/>
                  </a:cubicBezTo>
                  <a:cubicBezTo>
                    <a:pt x="78" y="160"/>
                    <a:pt x="78" y="160"/>
                    <a:pt x="78" y="160"/>
                  </a:cubicBezTo>
                  <a:cubicBezTo>
                    <a:pt x="111" y="155"/>
                    <a:pt x="111" y="155"/>
                    <a:pt x="111" y="155"/>
                  </a:cubicBezTo>
                  <a:cubicBezTo>
                    <a:pt x="112" y="172"/>
                    <a:pt x="112" y="172"/>
                    <a:pt x="112" y="172"/>
                  </a:cubicBezTo>
                  <a:lnTo>
                    <a:pt x="78" y="178"/>
                  </a:lnTo>
                  <a:close/>
                  <a:moveTo>
                    <a:pt x="176" y="93"/>
                  </a:moveTo>
                  <a:cubicBezTo>
                    <a:pt x="176" y="100"/>
                    <a:pt x="176" y="107"/>
                    <a:pt x="176" y="116"/>
                  </a:cubicBezTo>
                  <a:cubicBezTo>
                    <a:pt x="185" y="161"/>
                    <a:pt x="203" y="201"/>
                    <a:pt x="234" y="218"/>
                  </a:cubicBezTo>
                  <a:cubicBezTo>
                    <a:pt x="231" y="221"/>
                    <a:pt x="225" y="228"/>
                    <a:pt x="222" y="233"/>
                  </a:cubicBezTo>
                  <a:cubicBezTo>
                    <a:pt x="196" y="218"/>
                    <a:pt x="180" y="190"/>
                    <a:pt x="169" y="155"/>
                  </a:cubicBezTo>
                  <a:cubicBezTo>
                    <a:pt x="161" y="182"/>
                    <a:pt x="146" y="210"/>
                    <a:pt x="114" y="234"/>
                  </a:cubicBezTo>
                  <a:cubicBezTo>
                    <a:pt x="111" y="229"/>
                    <a:pt x="105" y="224"/>
                    <a:pt x="100" y="221"/>
                  </a:cubicBezTo>
                  <a:cubicBezTo>
                    <a:pt x="155" y="181"/>
                    <a:pt x="158" y="128"/>
                    <a:pt x="158" y="92"/>
                  </a:cubicBezTo>
                  <a:cubicBezTo>
                    <a:pt x="158" y="81"/>
                    <a:pt x="158" y="81"/>
                    <a:pt x="158" y="81"/>
                  </a:cubicBezTo>
                  <a:cubicBezTo>
                    <a:pt x="176" y="81"/>
                    <a:pt x="176" y="81"/>
                    <a:pt x="176" y="81"/>
                  </a:cubicBezTo>
                  <a:lnTo>
                    <a:pt x="176" y="93"/>
                  </a:lnTo>
                  <a:close/>
                  <a:moveTo>
                    <a:pt x="147" y="57"/>
                  </a:moveTo>
                  <a:cubicBezTo>
                    <a:pt x="140" y="78"/>
                    <a:pt x="132" y="97"/>
                    <a:pt x="122" y="111"/>
                  </a:cubicBezTo>
                  <a:cubicBezTo>
                    <a:pt x="119" y="108"/>
                    <a:pt x="111" y="103"/>
                    <a:pt x="107" y="101"/>
                  </a:cubicBezTo>
                  <a:cubicBezTo>
                    <a:pt x="124" y="77"/>
                    <a:pt x="134" y="40"/>
                    <a:pt x="140" y="0"/>
                  </a:cubicBezTo>
                  <a:cubicBezTo>
                    <a:pt x="158" y="3"/>
                    <a:pt x="158" y="3"/>
                    <a:pt x="158" y="3"/>
                  </a:cubicBezTo>
                  <a:cubicBezTo>
                    <a:pt x="156" y="16"/>
                    <a:pt x="154" y="28"/>
                    <a:pt x="151" y="39"/>
                  </a:cubicBezTo>
                  <a:cubicBezTo>
                    <a:pt x="218" y="39"/>
                    <a:pt x="218" y="39"/>
                    <a:pt x="218" y="39"/>
                  </a:cubicBezTo>
                  <a:cubicBezTo>
                    <a:pt x="220" y="39"/>
                    <a:pt x="220" y="39"/>
                    <a:pt x="220" y="39"/>
                  </a:cubicBezTo>
                  <a:cubicBezTo>
                    <a:pt x="233" y="42"/>
                    <a:pt x="233" y="42"/>
                    <a:pt x="233" y="42"/>
                  </a:cubicBezTo>
                  <a:cubicBezTo>
                    <a:pt x="228" y="66"/>
                    <a:pt x="221" y="93"/>
                    <a:pt x="216" y="110"/>
                  </a:cubicBezTo>
                  <a:cubicBezTo>
                    <a:pt x="200" y="106"/>
                    <a:pt x="200" y="106"/>
                    <a:pt x="200" y="106"/>
                  </a:cubicBezTo>
                  <a:cubicBezTo>
                    <a:pt x="204" y="93"/>
                    <a:pt x="208" y="74"/>
                    <a:pt x="212" y="57"/>
                  </a:cubicBezTo>
                  <a:lnTo>
                    <a:pt x="147" y="5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25"/>
            <p:cNvSpPr>
              <a:spLocks noEditPoints="1"/>
            </p:cNvSpPr>
            <p:nvPr/>
          </p:nvSpPr>
          <p:spPr bwMode="auto">
            <a:xfrm>
              <a:off x="-1428750" y="2649538"/>
              <a:ext cx="436563" cy="439737"/>
            </a:xfrm>
            <a:custGeom>
              <a:avLst/>
              <a:gdLst>
                <a:gd name="T0" fmla="*/ 77 w 232"/>
                <a:gd name="T1" fmla="*/ 6 h 233"/>
                <a:gd name="T2" fmla="*/ 52 w 232"/>
                <a:gd name="T3" fmla="*/ 61 h 233"/>
                <a:gd name="T4" fmla="*/ 52 w 232"/>
                <a:gd name="T5" fmla="*/ 232 h 233"/>
                <a:gd name="T6" fmla="*/ 34 w 232"/>
                <a:gd name="T7" fmla="*/ 232 h 233"/>
                <a:gd name="T8" fmla="*/ 34 w 232"/>
                <a:gd name="T9" fmla="*/ 90 h 233"/>
                <a:gd name="T10" fmla="*/ 10 w 232"/>
                <a:gd name="T11" fmla="*/ 120 h 233"/>
                <a:gd name="T12" fmla="*/ 0 w 232"/>
                <a:gd name="T13" fmla="*/ 102 h 233"/>
                <a:gd name="T14" fmla="*/ 59 w 232"/>
                <a:gd name="T15" fmla="*/ 0 h 233"/>
                <a:gd name="T16" fmla="*/ 77 w 232"/>
                <a:gd name="T17" fmla="*/ 6 h 233"/>
                <a:gd name="T18" fmla="*/ 232 w 232"/>
                <a:gd name="T19" fmla="*/ 144 h 233"/>
                <a:gd name="T20" fmla="*/ 163 w 232"/>
                <a:gd name="T21" fmla="*/ 144 h 233"/>
                <a:gd name="T22" fmla="*/ 163 w 232"/>
                <a:gd name="T23" fmla="*/ 233 h 233"/>
                <a:gd name="T24" fmla="*/ 144 w 232"/>
                <a:gd name="T25" fmla="*/ 233 h 233"/>
                <a:gd name="T26" fmla="*/ 144 w 232"/>
                <a:gd name="T27" fmla="*/ 144 h 233"/>
                <a:gd name="T28" fmla="*/ 72 w 232"/>
                <a:gd name="T29" fmla="*/ 144 h 233"/>
                <a:gd name="T30" fmla="*/ 72 w 232"/>
                <a:gd name="T31" fmla="*/ 126 h 233"/>
                <a:gd name="T32" fmla="*/ 144 w 232"/>
                <a:gd name="T33" fmla="*/ 126 h 233"/>
                <a:gd name="T34" fmla="*/ 144 w 232"/>
                <a:gd name="T35" fmla="*/ 70 h 233"/>
                <a:gd name="T36" fmla="*/ 104 w 232"/>
                <a:gd name="T37" fmla="*/ 70 h 233"/>
                <a:gd name="T38" fmla="*/ 86 w 232"/>
                <a:gd name="T39" fmla="*/ 109 h 233"/>
                <a:gd name="T40" fmla="*/ 69 w 232"/>
                <a:gd name="T41" fmla="*/ 99 h 233"/>
                <a:gd name="T42" fmla="*/ 101 w 232"/>
                <a:gd name="T43" fmla="*/ 12 h 233"/>
                <a:gd name="T44" fmla="*/ 119 w 232"/>
                <a:gd name="T45" fmla="*/ 16 h 233"/>
                <a:gd name="T46" fmla="*/ 110 w 232"/>
                <a:gd name="T47" fmla="*/ 51 h 233"/>
                <a:gd name="T48" fmla="*/ 144 w 232"/>
                <a:gd name="T49" fmla="*/ 51 h 233"/>
                <a:gd name="T50" fmla="*/ 144 w 232"/>
                <a:gd name="T51" fmla="*/ 3 h 233"/>
                <a:gd name="T52" fmla="*/ 163 w 232"/>
                <a:gd name="T53" fmla="*/ 3 h 233"/>
                <a:gd name="T54" fmla="*/ 163 w 232"/>
                <a:gd name="T55" fmla="*/ 51 h 233"/>
                <a:gd name="T56" fmla="*/ 221 w 232"/>
                <a:gd name="T57" fmla="*/ 51 h 233"/>
                <a:gd name="T58" fmla="*/ 221 w 232"/>
                <a:gd name="T59" fmla="*/ 70 h 233"/>
                <a:gd name="T60" fmla="*/ 163 w 232"/>
                <a:gd name="T61" fmla="*/ 70 h 233"/>
                <a:gd name="T62" fmla="*/ 163 w 232"/>
                <a:gd name="T63" fmla="*/ 126 h 233"/>
                <a:gd name="T64" fmla="*/ 232 w 232"/>
                <a:gd name="T65" fmla="*/ 126 h 233"/>
                <a:gd name="T66" fmla="*/ 232 w 232"/>
                <a:gd name="T67" fmla="*/ 144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2" h="233">
                  <a:moveTo>
                    <a:pt x="77" y="6"/>
                  </a:moveTo>
                  <a:cubicBezTo>
                    <a:pt x="70" y="24"/>
                    <a:pt x="62" y="43"/>
                    <a:pt x="52" y="61"/>
                  </a:cubicBezTo>
                  <a:cubicBezTo>
                    <a:pt x="52" y="232"/>
                    <a:pt x="52" y="232"/>
                    <a:pt x="52" y="232"/>
                  </a:cubicBezTo>
                  <a:cubicBezTo>
                    <a:pt x="34" y="232"/>
                    <a:pt x="34" y="232"/>
                    <a:pt x="34" y="232"/>
                  </a:cubicBezTo>
                  <a:cubicBezTo>
                    <a:pt x="34" y="90"/>
                    <a:pt x="34" y="90"/>
                    <a:pt x="34" y="90"/>
                  </a:cubicBezTo>
                  <a:cubicBezTo>
                    <a:pt x="26" y="101"/>
                    <a:pt x="18" y="111"/>
                    <a:pt x="10" y="120"/>
                  </a:cubicBezTo>
                  <a:cubicBezTo>
                    <a:pt x="8" y="116"/>
                    <a:pt x="3" y="106"/>
                    <a:pt x="0" y="102"/>
                  </a:cubicBezTo>
                  <a:cubicBezTo>
                    <a:pt x="23" y="77"/>
                    <a:pt x="46" y="39"/>
                    <a:pt x="59" y="0"/>
                  </a:cubicBezTo>
                  <a:lnTo>
                    <a:pt x="77" y="6"/>
                  </a:lnTo>
                  <a:close/>
                  <a:moveTo>
                    <a:pt x="232" y="144"/>
                  </a:moveTo>
                  <a:cubicBezTo>
                    <a:pt x="163" y="144"/>
                    <a:pt x="163" y="144"/>
                    <a:pt x="163" y="144"/>
                  </a:cubicBezTo>
                  <a:cubicBezTo>
                    <a:pt x="163" y="233"/>
                    <a:pt x="163" y="233"/>
                    <a:pt x="163" y="233"/>
                  </a:cubicBezTo>
                  <a:cubicBezTo>
                    <a:pt x="144" y="233"/>
                    <a:pt x="144" y="233"/>
                    <a:pt x="144" y="233"/>
                  </a:cubicBezTo>
                  <a:cubicBezTo>
                    <a:pt x="144" y="144"/>
                    <a:pt x="144" y="144"/>
                    <a:pt x="144" y="144"/>
                  </a:cubicBezTo>
                  <a:cubicBezTo>
                    <a:pt x="72" y="144"/>
                    <a:pt x="72" y="144"/>
                    <a:pt x="72" y="144"/>
                  </a:cubicBezTo>
                  <a:cubicBezTo>
                    <a:pt x="72" y="126"/>
                    <a:pt x="72" y="126"/>
                    <a:pt x="72" y="126"/>
                  </a:cubicBezTo>
                  <a:cubicBezTo>
                    <a:pt x="144" y="126"/>
                    <a:pt x="144" y="126"/>
                    <a:pt x="144" y="126"/>
                  </a:cubicBezTo>
                  <a:cubicBezTo>
                    <a:pt x="144" y="70"/>
                    <a:pt x="144" y="70"/>
                    <a:pt x="144" y="70"/>
                  </a:cubicBezTo>
                  <a:cubicBezTo>
                    <a:pt x="104" y="70"/>
                    <a:pt x="104" y="70"/>
                    <a:pt x="104" y="70"/>
                  </a:cubicBezTo>
                  <a:cubicBezTo>
                    <a:pt x="99" y="85"/>
                    <a:pt x="93" y="98"/>
                    <a:pt x="86" y="109"/>
                  </a:cubicBezTo>
                  <a:cubicBezTo>
                    <a:pt x="82" y="106"/>
                    <a:pt x="74" y="101"/>
                    <a:pt x="69" y="99"/>
                  </a:cubicBezTo>
                  <a:cubicBezTo>
                    <a:pt x="85" y="78"/>
                    <a:pt x="95" y="45"/>
                    <a:pt x="101" y="12"/>
                  </a:cubicBezTo>
                  <a:cubicBezTo>
                    <a:pt x="119" y="16"/>
                    <a:pt x="119" y="16"/>
                    <a:pt x="119" y="16"/>
                  </a:cubicBezTo>
                  <a:cubicBezTo>
                    <a:pt x="116" y="28"/>
                    <a:pt x="114" y="40"/>
                    <a:pt x="110" y="51"/>
                  </a:cubicBezTo>
                  <a:cubicBezTo>
                    <a:pt x="144" y="51"/>
                    <a:pt x="144" y="51"/>
                    <a:pt x="144" y="51"/>
                  </a:cubicBezTo>
                  <a:cubicBezTo>
                    <a:pt x="144" y="3"/>
                    <a:pt x="144" y="3"/>
                    <a:pt x="144" y="3"/>
                  </a:cubicBezTo>
                  <a:cubicBezTo>
                    <a:pt x="163" y="3"/>
                    <a:pt x="163" y="3"/>
                    <a:pt x="163" y="3"/>
                  </a:cubicBezTo>
                  <a:cubicBezTo>
                    <a:pt x="163" y="51"/>
                    <a:pt x="163" y="51"/>
                    <a:pt x="163" y="51"/>
                  </a:cubicBezTo>
                  <a:cubicBezTo>
                    <a:pt x="221" y="51"/>
                    <a:pt x="221" y="51"/>
                    <a:pt x="221" y="51"/>
                  </a:cubicBezTo>
                  <a:cubicBezTo>
                    <a:pt x="221" y="70"/>
                    <a:pt x="221" y="70"/>
                    <a:pt x="221" y="70"/>
                  </a:cubicBezTo>
                  <a:cubicBezTo>
                    <a:pt x="163" y="70"/>
                    <a:pt x="163" y="70"/>
                    <a:pt x="163" y="70"/>
                  </a:cubicBezTo>
                  <a:cubicBezTo>
                    <a:pt x="163" y="126"/>
                    <a:pt x="163" y="126"/>
                    <a:pt x="163" y="126"/>
                  </a:cubicBezTo>
                  <a:cubicBezTo>
                    <a:pt x="232" y="126"/>
                    <a:pt x="232" y="126"/>
                    <a:pt x="232" y="126"/>
                  </a:cubicBezTo>
                  <a:lnTo>
                    <a:pt x="232" y="1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26"/>
            <p:cNvSpPr>
              <a:spLocks noEditPoints="1"/>
            </p:cNvSpPr>
            <p:nvPr/>
          </p:nvSpPr>
          <p:spPr bwMode="auto">
            <a:xfrm>
              <a:off x="-942975" y="2649538"/>
              <a:ext cx="417513" cy="439737"/>
            </a:xfrm>
            <a:custGeom>
              <a:avLst/>
              <a:gdLst>
                <a:gd name="T0" fmla="*/ 110 w 222"/>
                <a:gd name="T1" fmla="*/ 53 h 233"/>
                <a:gd name="T2" fmla="*/ 81 w 222"/>
                <a:gd name="T3" fmla="*/ 168 h 233"/>
                <a:gd name="T4" fmla="*/ 109 w 222"/>
                <a:gd name="T5" fmla="*/ 195 h 233"/>
                <a:gd name="T6" fmla="*/ 97 w 222"/>
                <a:gd name="T7" fmla="*/ 211 h 233"/>
                <a:gd name="T8" fmla="*/ 71 w 222"/>
                <a:gd name="T9" fmla="*/ 185 h 233"/>
                <a:gd name="T10" fmla="*/ 12 w 222"/>
                <a:gd name="T11" fmla="*/ 233 h 233"/>
                <a:gd name="T12" fmla="*/ 0 w 222"/>
                <a:gd name="T13" fmla="*/ 217 h 233"/>
                <a:gd name="T14" fmla="*/ 57 w 222"/>
                <a:gd name="T15" fmla="*/ 172 h 233"/>
                <a:gd name="T16" fmla="*/ 13 w 222"/>
                <a:gd name="T17" fmla="*/ 138 h 233"/>
                <a:gd name="T18" fmla="*/ 31 w 222"/>
                <a:gd name="T19" fmla="*/ 69 h 233"/>
                <a:gd name="T20" fmla="*/ 0 w 222"/>
                <a:gd name="T21" fmla="*/ 69 h 233"/>
                <a:gd name="T22" fmla="*/ 0 w 222"/>
                <a:gd name="T23" fmla="*/ 52 h 233"/>
                <a:gd name="T24" fmla="*/ 35 w 222"/>
                <a:gd name="T25" fmla="*/ 52 h 233"/>
                <a:gd name="T26" fmla="*/ 43 w 222"/>
                <a:gd name="T27" fmla="*/ 0 h 233"/>
                <a:gd name="T28" fmla="*/ 62 w 222"/>
                <a:gd name="T29" fmla="*/ 1 h 233"/>
                <a:gd name="T30" fmla="*/ 53 w 222"/>
                <a:gd name="T31" fmla="*/ 52 h 233"/>
                <a:gd name="T32" fmla="*/ 94 w 222"/>
                <a:gd name="T33" fmla="*/ 52 h 233"/>
                <a:gd name="T34" fmla="*/ 98 w 222"/>
                <a:gd name="T35" fmla="*/ 51 h 233"/>
                <a:gd name="T36" fmla="*/ 110 w 222"/>
                <a:gd name="T37" fmla="*/ 53 h 233"/>
                <a:gd name="T38" fmla="*/ 50 w 222"/>
                <a:gd name="T39" fmla="*/ 69 h 233"/>
                <a:gd name="T40" fmla="*/ 34 w 222"/>
                <a:gd name="T41" fmla="*/ 131 h 233"/>
                <a:gd name="T42" fmla="*/ 67 w 222"/>
                <a:gd name="T43" fmla="*/ 156 h 233"/>
                <a:gd name="T44" fmla="*/ 90 w 222"/>
                <a:gd name="T45" fmla="*/ 69 h 233"/>
                <a:gd name="T46" fmla="*/ 50 w 222"/>
                <a:gd name="T47" fmla="*/ 69 h 233"/>
                <a:gd name="T48" fmla="*/ 222 w 222"/>
                <a:gd name="T49" fmla="*/ 27 h 233"/>
                <a:gd name="T50" fmla="*/ 222 w 222"/>
                <a:gd name="T51" fmla="*/ 222 h 233"/>
                <a:gd name="T52" fmla="*/ 204 w 222"/>
                <a:gd name="T53" fmla="*/ 222 h 233"/>
                <a:gd name="T54" fmla="*/ 204 w 222"/>
                <a:gd name="T55" fmla="*/ 207 h 233"/>
                <a:gd name="T56" fmla="*/ 141 w 222"/>
                <a:gd name="T57" fmla="*/ 207 h 233"/>
                <a:gd name="T58" fmla="*/ 141 w 222"/>
                <a:gd name="T59" fmla="*/ 226 h 233"/>
                <a:gd name="T60" fmla="*/ 123 w 222"/>
                <a:gd name="T61" fmla="*/ 226 h 233"/>
                <a:gd name="T62" fmla="*/ 123 w 222"/>
                <a:gd name="T63" fmla="*/ 27 h 233"/>
                <a:gd name="T64" fmla="*/ 222 w 222"/>
                <a:gd name="T65" fmla="*/ 27 h 233"/>
                <a:gd name="T66" fmla="*/ 204 w 222"/>
                <a:gd name="T67" fmla="*/ 189 h 233"/>
                <a:gd name="T68" fmla="*/ 204 w 222"/>
                <a:gd name="T69" fmla="*/ 45 h 233"/>
                <a:gd name="T70" fmla="*/ 141 w 222"/>
                <a:gd name="T71" fmla="*/ 45 h 233"/>
                <a:gd name="T72" fmla="*/ 141 w 222"/>
                <a:gd name="T73" fmla="*/ 189 h 233"/>
                <a:gd name="T74" fmla="*/ 204 w 222"/>
                <a:gd name="T75" fmla="*/ 18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2" h="233">
                  <a:moveTo>
                    <a:pt x="110" y="53"/>
                  </a:moveTo>
                  <a:cubicBezTo>
                    <a:pt x="106" y="102"/>
                    <a:pt x="97" y="140"/>
                    <a:pt x="81" y="168"/>
                  </a:cubicBezTo>
                  <a:cubicBezTo>
                    <a:pt x="93" y="178"/>
                    <a:pt x="103" y="187"/>
                    <a:pt x="109" y="195"/>
                  </a:cubicBezTo>
                  <a:cubicBezTo>
                    <a:pt x="97" y="211"/>
                    <a:pt x="97" y="211"/>
                    <a:pt x="97" y="211"/>
                  </a:cubicBezTo>
                  <a:cubicBezTo>
                    <a:pt x="90" y="203"/>
                    <a:pt x="81" y="194"/>
                    <a:pt x="71" y="185"/>
                  </a:cubicBezTo>
                  <a:cubicBezTo>
                    <a:pt x="56" y="207"/>
                    <a:pt x="36" y="222"/>
                    <a:pt x="12" y="233"/>
                  </a:cubicBezTo>
                  <a:cubicBezTo>
                    <a:pt x="10" y="228"/>
                    <a:pt x="4" y="221"/>
                    <a:pt x="0" y="217"/>
                  </a:cubicBezTo>
                  <a:cubicBezTo>
                    <a:pt x="23" y="208"/>
                    <a:pt x="42" y="194"/>
                    <a:pt x="57" y="172"/>
                  </a:cubicBezTo>
                  <a:cubicBezTo>
                    <a:pt x="42" y="160"/>
                    <a:pt x="27" y="148"/>
                    <a:pt x="13" y="138"/>
                  </a:cubicBezTo>
                  <a:cubicBezTo>
                    <a:pt x="19" y="120"/>
                    <a:pt x="26" y="95"/>
                    <a:pt x="31" y="69"/>
                  </a:cubicBezTo>
                  <a:cubicBezTo>
                    <a:pt x="0" y="69"/>
                    <a:pt x="0" y="69"/>
                    <a:pt x="0" y="69"/>
                  </a:cubicBezTo>
                  <a:cubicBezTo>
                    <a:pt x="0" y="52"/>
                    <a:pt x="0" y="52"/>
                    <a:pt x="0" y="52"/>
                  </a:cubicBezTo>
                  <a:cubicBezTo>
                    <a:pt x="35" y="52"/>
                    <a:pt x="35" y="52"/>
                    <a:pt x="35" y="52"/>
                  </a:cubicBezTo>
                  <a:cubicBezTo>
                    <a:pt x="39" y="34"/>
                    <a:pt x="41" y="16"/>
                    <a:pt x="43" y="0"/>
                  </a:cubicBezTo>
                  <a:cubicBezTo>
                    <a:pt x="62" y="1"/>
                    <a:pt x="62" y="1"/>
                    <a:pt x="62" y="1"/>
                  </a:cubicBezTo>
                  <a:cubicBezTo>
                    <a:pt x="60" y="17"/>
                    <a:pt x="57" y="34"/>
                    <a:pt x="53" y="52"/>
                  </a:cubicBezTo>
                  <a:cubicBezTo>
                    <a:pt x="94" y="52"/>
                    <a:pt x="94" y="52"/>
                    <a:pt x="94" y="52"/>
                  </a:cubicBezTo>
                  <a:cubicBezTo>
                    <a:pt x="98" y="51"/>
                    <a:pt x="98" y="51"/>
                    <a:pt x="98" y="51"/>
                  </a:cubicBezTo>
                  <a:lnTo>
                    <a:pt x="110" y="53"/>
                  </a:lnTo>
                  <a:close/>
                  <a:moveTo>
                    <a:pt x="50" y="69"/>
                  </a:moveTo>
                  <a:cubicBezTo>
                    <a:pt x="45" y="92"/>
                    <a:pt x="39" y="113"/>
                    <a:pt x="34" y="131"/>
                  </a:cubicBezTo>
                  <a:cubicBezTo>
                    <a:pt x="44" y="139"/>
                    <a:pt x="56" y="147"/>
                    <a:pt x="67" y="156"/>
                  </a:cubicBezTo>
                  <a:cubicBezTo>
                    <a:pt x="78" y="133"/>
                    <a:pt x="86" y="104"/>
                    <a:pt x="90" y="69"/>
                  </a:cubicBezTo>
                  <a:lnTo>
                    <a:pt x="50" y="69"/>
                  </a:lnTo>
                  <a:close/>
                  <a:moveTo>
                    <a:pt x="222" y="27"/>
                  </a:moveTo>
                  <a:cubicBezTo>
                    <a:pt x="222" y="222"/>
                    <a:pt x="222" y="222"/>
                    <a:pt x="222" y="222"/>
                  </a:cubicBezTo>
                  <a:cubicBezTo>
                    <a:pt x="204" y="222"/>
                    <a:pt x="204" y="222"/>
                    <a:pt x="204" y="222"/>
                  </a:cubicBezTo>
                  <a:cubicBezTo>
                    <a:pt x="204" y="207"/>
                    <a:pt x="204" y="207"/>
                    <a:pt x="204" y="207"/>
                  </a:cubicBezTo>
                  <a:cubicBezTo>
                    <a:pt x="141" y="207"/>
                    <a:pt x="141" y="207"/>
                    <a:pt x="141" y="207"/>
                  </a:cubicBezTo>
                  <a:cubicBezTo>
                    <a:pt x="141" y="226"/>
                    <a:pt x="141" y="226"/>
                    <a:pt x="141" y="226"/>
                  </a:cubicBezTo>
                  <a:cubicBezTo>
                    <a:pt x="123" y="226"/>
                    <a:pt x="123" y="226"/>
                    <a:pt x="123" y="226"/>
                  </a:cubicBezTo>
                  <a:cubicBezTo>
                    <a:pt x="123" y="27"/>
                    <a:pt x="123" y="27"/>
                    <a:pt x="123" y="27"/>
                  </a:cubicBezTo>
                  <a:lnTo>
                    <a:pt x="222" y="27"/>
                  </a:lnTo>
                  <a:close/>
                  <a:moveTo>
                    <a:pt x="204" y="189"/>
                  </a:moveTo>
                  <a:cubicBezTo>
                    <a:pt x="204" y="45"/>
                    <a:pt x="204" y="45"/>
                    <a:pt x="204" y="45"/>
                  </a:cubicBezTo>
                  <a:cubicBezTo>
                    <a:pt x="141" y="45"/>
                    <a:pt x="141" y="45"/>
                    <a:pt x="141" y="45"/>
                  </a:cubicBezTo>
                  <a:cubicBezTo>
                    <a:pt x="141" y="189"/>
                    <a:pt x="141" y="189"/>
                    <a:pt x="141" y="189"/>
                  </a:cubicBezTo>
                  <a:lnTo>
                    <a:pt x="204" y="18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27"/>
            <p:cNvSpPr>
              <a:spLocks noEditPoints="1"/>
            </p:cNvSpPr>
            <p:nvPr/>
          </p:nvSpPr>
          <p:spPr bwMode="auto">
            <a:xfrm>
              <a:off x="-463550" y="2647950"/>
              <a:ext cx="442913" cy="433387"/>
            </a:xfrm>
            <a:custGeom>
              <a:avLst/>
              <a:gdLst>
                <a:gd name="T0" fmla="*/ 123 w 235"/>
                <a:gd name="T1" fmla="*/ 189 h 230"/>
                <a:gd name="T2" fmla="*/ 125 w 235"/>
                <a:gd name="T3" fmla="*/ 207 h 230"/>
                <a:gd name="T4" fmla="*/ 3 w 235"/>
                <a:gd name="T5" fmla="*/ 230 h 230"/>
                <a:gd name="T6" fmla="*/ 0 w 235"/>
                <a:gd name="T7" fmla="*/ 210 h 230"/>
                <a:gd name="T8" fmla="*/ 20 w 235"/>
                <a:gd name="T9" fmla="*/ 207 h 230"/>
                <a:gd name="T10" fmla="*/ 20 w 235"/>
                <a:gd name="T11" fmla="*/ 52 h 230"/>
                <a:gd name="T12" fmla="*/ 39 w 235"/>
                <a:gd name="T13" fmla="*/ 52 h 230"/>
                <a:gd name="T14" fmla="*/ 39 w 235"/>
                <a:gd name="T15" fmla="*/ 203 h 230"/>
                <a:gd name="T16" fmla="*/ 68 w 235"/>
                <a:gd name="T17" fmla="*/ 199 h 230"/>
                <a:gd name="T18" fmla="*/ 68 w 235"/>
                <a:gd name="T19" fmla="*/ 0 h 230"/>
                <a:gd name="T20" fmla="*/ 87 w 235"/>
                <a:gd name="T21" fmla="*/ 0 h 230"/>
                <a:gd name="T22" fmla="*/ 87 w 235"/>
                <a:gd name="T23" fmla="*/ 79 h 230"/>
                <a:gd name="T24" fmla="*/ 123 w 235"/>
                <a:gd name="T25" fmla="*/ 79 h 230"/>
                <a:gd name="T26" fmla="*/ 123 w 235"/>
                <a:gd name="T27" fmla="*/ 97 h 230"/>
                <a:gd name="T28" fmla="*/ 87 w 235"/>
                <a:gd name="T29" fmla="*/ 97 h 230"/>
                <a:gd name="T30" fmla="*/ 87 w 235"/>
                <a:gd name="T31" fmla="*/ 195 h 230"/>
                <a:gd name="T32" fmla="*/ 123 w 235"/>
                <a:gd name="T33" fmla="*/ 189 h 230"/>
                <a:gd name="T34" fmla="*/ 203 w 235"/>
                <a:gd name="T35" fmla="*/ 207 h 230"/>
                <a:gd name="T36" fmla="*/ 216 w 235"/>
                <a:gd name="T37" fmla="*/ 162 h 230"/>
                <a:gd name="T38" fmla="*/ 235 w 235"/>
                <a:gd name="T39" fmla="*/ 170 h 230"/>
                <a:gd name="T40" fmla="*/ 204 w 235"/>
                <a:gd name="T41" fmla="*/ 225 h 230"/>
                <a:gd name="T42" fmla="*/ 166 w 235"/>
                <a:gd name="T43" fmla="*/ 225 h 230"/>
                <a:gd name="T44" fmla="*/ 136 w 235"/>
                <a:gd name="T45" fmla="*/ 190 h 230"/>
                <a:gd name="T46" fmla="*/ 136 w 235"/>
                <a:gd name="T47" fmla="*/ 0 h 230"/>
                <a:gd name="T48" fmla="*/ 156 w 235"/>
                <a:gd name="T49" fmla="*/ 0 h 230"/>
                <a:gd name="T50" fmla="*/ 156 w 235"/>
                <a:gd name="T51" fmla="*/ 93 h 230"/>
                <a:gd name="T52" fmla="*/ 210 w 235"/>
                <a:gd name="T53" fmla="*/ 56 h 230"/>
                <a:gd name="T54" fmla="*/ 226 w 235"/>
                <a:gd name="T55" fmla="*/ 71 h 230"/>
                <a:gd name="T56" fmla="*/ 156 w 235"/>
                <a:gd name="T57" fmla="*/ 112 h 230"/>
                <a:gd name="T58" fmla="*/ 156 w 235"/>
                <a:gd name="T59" fmla="*/ 191 h 230"/>
                <a:gd name="T60" fmla="*/ 168 w 235"/>
                <a:gd name="T61" fmla="*/ 207 h 230"/>
                <a:gd name="T62" fmla="*/ 203 w 235"/>
                <a:gd name="T63" fmla="*/ 20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5" h="230">
                  <a:moveTo>
                    <a:pt x="123" y="189"/>
                  </a:moveTo>
                  <a:cubicBezTo>
                    <a:pt x="125" y="207"/>
                    <a:pt x="125" y="207"/>
                    <a:pt x="125" y="207"/>
                  </a:cubicBezTo>
                  <a:cubicBezTo>
                    <a:pt x="81" y="216"/>
                    <a:pt x="35" y="224"/>
                    <a:pt x="3" y="230"/>
                  </a:cubicBezTo>
                  <a:cubicBezTo>
                    <a:pt x="0" y="210"/>
                    <a:pt x="0" y="210"/>
                    <a:pt x="0" y="210"/>
                  </a:cubicBezTo>
                  <a:cubicBezTo>
                    <a:pt x="6" y="209"/>
                    <a:pt x="13" y="208"/>
                    <a:pt x="20" y="207"/>
                  </a:cubicBezTo>
                  <a:cubicBezTo>
                    <a:pt x="20" y="52"/>
                    <a:pt x="20" y="52"/>
                    <a:pt x="20" y="52"/>
                  </a:cubicBezTo>
                  <a:cubicBezTo>
                    <a:pt x="39" y="52"/>
                    <a:pt x="39" y="52"/>
                    <a:pt x="39" y="52"/>
                  </a:cubicBezTo>
                  <a:cubicBezTo>
                    <a:pt x="39" y="203"/>
                    <a:pt x="39" y="203"/>
                    <a:pt x="39" y="203"/>
                  </a:cubicBezTo>
                  <a:cubicBezTo>
                    <a:pt x="68" y="199"/>
                    <a:pt x="68" y="199"/>
                    <a:pt x="68" y="199"/>
                  </a:cubicBezTo>
                  <a:cubicBezTo>
                    <a:pt x="68" y="0"/>
                    <a:pt x="68" y="0"/>
                    <a:pt x="68" y="0"/>
                  </a:cubicBezTo>
                  <a:cubicBezTo>
                    <a:pt x="87" y="0"/>
                    <a:pt x="87" y="0"/>
                    <a:pt x="87" y="0"/>
                  </a:cubicBezTo>
                  <a:cubicBezTo>
                    <a:pt x="87" y="79"/>
                    <a:pt x="87" y="79"/>
                    <a:pt x="87" y="79"/>
                  </a:cubicBezTo>
                  <a:cubicBezTo>
                    <a:pt x="123" y="79"/>
                    <a:pt x="123" y="79"/>
                    <a:pt x="123" y="79"/>
                  </a:cubicBezTo>
                  <a:cubicBezTo>
                    <a:pt x="123" y="97"/>
                    <a:pt x="123" y="97"/>
                    <a:pt x="123" y="97"/>
                  </a:cubicBezTo>
                  <a:cubicBezTo>
                    <a:pt x="87" y="97"/>
                    <a:pt x="87" y="97"/>
                    <a:pt x="87" y="97"/>
                  </a:cubicBezTo>
                  <a:cubicBezTo>
                    <a:pt x="87" y="195"/>
                    <a:pt x="87" y="195"/>
                    <a:pt x="87" y="195"/>
                  </a:cubicBezTo>
                  <a:lnTo>
                    <a:pt x="123" y="189"/>
                  </a:lnTo>
                  <a:close/>
                  <a:moveTo>
                    <a:pt x="203" y="207"/>
                  </a:moveTo>
                  <a:cubicBezTo>
                    <a:pt x="214" y="207"/>
                    <a:pt x="215" y="198"/>
                    <a:pt x="216" y="162"/>
                  </a:cubicBezTo>
                  <a:cubicBezTo>
                    <a:pt x="222" y="165"/>
                    <a:pt x="229" y="169"/>
                    <a:pt x="235" y="170"/>
                  </a:cubicBezTo>
                  <a:cubicBezTo>
                    <a:pt x="232" y="211"/>
                    <a:pt x="227" y="225"/>
                    <a:pt x="204" y="225"/>
                  </a:cubicBezTo>
                  <a:cubicBezTo>
                    <a:pt x="166" y="225"/>
                    <a:pt x="166" y="225"/>
                    <a:pt x="166" y="225"/>
                  </a:cubicBezTo>
                  <a:cubicBezTo>
                    <a:pt x="142" y="225"/>
                    <a:pt x="136" y="218"/>
                    <a:pt x="136" y="190"/>
                  </a:cubicBezTo>
                  <a:cubicBezTo>
                    <a:pt x="136" y="0"/>
                    <a:pt x="136" y="0"/>
                    <a:pt x="136" y="0"/>
                  </a:cubicBezTo>
                  <a:cubicBezTo>
                    <a:pt x="156" y="0"/>
                    <a:pt x="156" y="0"/>
                    <a:pt x="156" y="0"/>
                  </a:cubicBezTo>
                  <a:cubicBezTo>
                    <a:pt x="156" y="93"/>
                    <a:pt x="156" y="93"/>
                    <a:pt x="156" y="93"/>
                  </a:cubicBezTo>
                  <a:cubicBezTo>
                    <a:pt x="176" y="82"/>
                    <a:pt x="197" y="68"/>
                    <a:pt x="210" y="56"/>
                  </a:cubicBezTo>
                  <a:cubicBezTo>
                    <a:pt x="226" y="71"/>
                    <a:pt x="226" y="71"/>
                    <a:pt x="226" y="71"/>
                  </a:cubicBezTo>
                  <a:cubicBezTo>
                    <a:pt x="206" y="85"/>
                    <a:pt x="180" y="100"/>
                    <a:pt x="156" y="112"/>
                  </a:cubicBezTo>
                  <a:cubicBezTo>
                    <a:pt x="156" y="191"/>
                    <a:pt x="156" y="191"/>
                    <a:pt x="156" y="191"/>
                  </a:cubicBezTo>
                  <a:cubicBezTo>
                    <a:pt x="156" y="204"/>
                    <a:pt x="157" y="207"/>
                    <a:pt x="168" y="207"/>
                  </a:cubicBezTo>
                  <a:lnTo>
                    <a:pt x="203" y="2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28"/>
            <p:cNvSpPr>
              <a:spLocks noEditPoints="1"/>
            </p:cNvSpPr>
            <p:nvPr/>
          </p:nvSpPr>
          <p:spPr bwMode="auto">
            <a:xfrm>
              <a:off x="20638" y="2647950"/>
              <a:ext cx="427038" cy="441325"/>
            </a:xfrm>
            <a:custGeom>
              <a:avLst/>
              <a:gdLst>
                <a:gd name="T0" fmla="*/ 227 w 227"/>
                <a:gd name="T1" fmla="*/ 118 h 234"/>
                <a:gd name="T2" fmla="*/ 192 w 227"/>
                <a:gd name="T3" fmla="*/ 118 h 234"/>
                <a:gd name="T4" fmla="*/ 192 w 227"/>
                <a:gd name="T5" fmla="*/ 210 h 234"/>
                <a:gd name="T6" fmla="*/ 180 w 227"/>
                <a:gd name="T7" fmla="*/ 230 h 234"/>
                <a:gd name="T8" fmla="*/ 132 w 227"/>
                <a:gd name="T9" fmla="*/ 234 h 234"/>
                <a:gd name="T10" fmla="*/ 125 w 227"/>
                <a:gd name="T11" fmla="*/ 215 h 234"/>
                <a:gd name="T12" fmla="*/ 167 w 227"/>
                <a:gd name="T13" fmla="*/ 216 h 234"/>
                <a:gd name="T14" fmla="*/ 173 w 227"/>
                <a:gd name="T15" fmla="*/ 210 h 234"/>
                <a:gd name="T16" fmla="*/ 173 w 227"/>
                <a:gd name="T17" fmla="*/ 118 h 234"/>
                <a:gd name="T18" fmla="*/ 0 w 227"/>
                <a:gd name="T19" fmla="*/ 118 h 234"/>
                <a:gd name="T20" fmla="*/ 0 w 227"/>
                <a:gd name="T21" fmla="*/ 101 h 234"/>
                <a:gd name="T22" fmla="*/ 227 w 227"/>
                <a:gd name="T23" fmla="*/ 101 h 234"/>
                <a:gd name="T24" fmla="*/ 227 w 227"/>
                <a:gd name="T25" fmla="*/ 118 h 234"/>
                <a:gd name="T26" fmla="*/ 197 w 227"/>
                <a:gd name="T27" fmla="*/ 98 h 234"/>
                <a:gd name="T28" fmla="*/ 107 w 227"/>
                <a:gd name="T29" fmla="*/ 61 h 234"/>
                <a:gd name="T30" fmla="*/ 18 w 227"/>
                <a:gd name="T31" fmla="*/ 99 h 234"/>
                <a:gd name="T32" fmla="*/ 9 w 227"/>
                <a:gd name="T33" fmla="*/ 84 h 234"/>
                <a:gd name="T34" fmla="*/ 98 w 227"/>
                <a:gd name="T35" fmla="*/ 41 h 234"/>
                <a:gd name="T36" fmla="*/ 13 w 227"/>
                <a:gd name="T37" fmla="*/ 41 h 234"/>
                <a:gd name="T38" fmla="*/ 13 w 227"/>
                <a:gd name="T39" fmla="*/ 24 h 234"/>
                <a:gd name="T40" fmla="*/ 103 w 227"/>
                <a:gd name="T41" fmla="*/ 24 h 234"/>
                <a:gd name="T42" fmla="*/ 107 w 227"/>
                <a:gd name="T43" fmla="*/ 0 h 234"/>
                <a:gd name="T44" fmla="*/ 126 w 227"/>
                <a:gd name="T45" fmla="*/ 0 h 234"/>
                <a:gd name="T46" fmla="*/ 123 w 227"/>
                <a:gd name="T47" fmla="*/ 24 h 234"/>
                <a:gd name="T48" fmla="*/ 215 w 227"/>
                <a:gd name="T49" fmla="*/ 24 h 234"/>
                <a:gd name="T50" fmla="*/ 215 w 227"/>
                <a:gd name="T51" fmla="*/ 41 h 234"/>
                <a:gd name="T52" fmla="*/ 118 w 227"/>
                <a:gd name="T53" fmla="*/ 41 h 234"/>
                <a:gd name="T54" fmla="*/ 116 w 227"/>
                <a:gd name="T55" fmla="*/ 47 h 234"/>
                <a:gd name="T56" fmla="*/ 211 w 227"/>
                <a:gd name="T57" fmla="*/ 85 h 234"/>
                <a:gd name="T58" fmla="*/ 197 w 227"/>
                <a:gd name="T59" fmla="*/ 98 h 234"/>
                <a:gd name="T60" fmla="*/ 45 w 227"/>
                <a:gd name="T61" fmla="*/ 204 h 234"/>
                <a:gd name="T62" fmla="*/ 45 w 227"/>
                <a:gd name="T63" fmla="*/ 221 h 234"/>
                <a:gd name="T64" fmla="*/ 27 w 227"/>
                <a:gd name="T65" fmla="*/ 221 h 234"/>
                <a:gd name="T66" fmla="*/ 27 w 227"/>
                <a:gd name="T67" fmla="*/ 138 h 234"/>
                <a:gd name="T68" fmla="*/ 128 w 227"/>
                <a:gd name="T69" fmla="*/ 138 h 234"/>
                <a:gd name="T70" fmla="*/ 128 w 227"/>
                <a:gd name="T71" fmla="*/ 204 h 234"/>
                <a:gd name="T72" fmla="*/ 45 w 227"/>
                <a:gd name="T73" fmla="*/ 204 h 234"/>
                <a:gd name="T74" fmla="*/ 45 w 227"/>
                <a:gd name="T75" fmla="*/ 154 h 234"/>
                <a:gd name="T76" fmla="*/ 45 w 227"/>
                <a:gd name="T77" fmla="*/ 189 h 234"/>
                <a:gd name="T78" fmla="*/ 110 w 227"/>
                <a:gd name="T79" fmla="*/ 189 h 234"/>
                <a:gd name="T80" fmla="*/ 110 w 227"/>
                <a:gd name="T81" fmla="*/ 154 h 234"/>
                <a:gd name="T82" fmla="*/ 45 w 227"/>
                <a:gd name="T83" fmla="*/ 15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7" h="234">
                  <a:moveTo>
                    <a:pt x="227" y="118"/>
                  </a:moveTo>
                  <a:cubicBezTo>
                    <a:pt x="192" y="118"/>
                    <a:pt x="192" y="118"/>
                    <a:pt x="192" y="118"/>
                  </a:cubicBezTo>
                  <a:cubicBezTo>
                    <a:pt x="192" y="210"/>
                    <a:pt x="192" y="210"/>
                    <a:pt x="192" y="210"/>
                  </a:cubicBezTo>
                  <a:cubicBezTo>
                    <a:pt x="192" y="222"/>
                    <a:pt x="189" y="227"/>
                    <a:pt x="180" y="230"/>
                  </a:cubicBezTo>
                  <a:cubicBezTo>
                    <a:pt x="171" y="233"/>
                    <a:pt x="155" y="234"/>
                    <a:pt x="132" y="234"/>
                  </a:cubicBezTo>
                  <a:cubicBezTo>
                    <a:pt x="131" y="228"/>
                    <a:pt x="127" y="221"/>
                    <a:pt x="125" y="215"/>
                  </a:cubicBezTo>
                  <a:cubicBezTo>
                    <a:pt x="144" y="216"/>
                    <a:pt x="162" y="216"/>
                    <a:pt x="167" y="216"/>
                  </a:cubicBezTo>
                  <a:cubicBezTo>
                    <a:pt x="172" y="215"/>
                    <a:pt x="173" y="214"/>
                    <a:pt x="173" y="210"/>
                  </a:cubicBezTo>
                  <a:cubicBezTo>
                    <a:pt x="173" y="118"/>
                    <a:pt x="173" y="118"/>
                    <a:pt x="173" y="118"/>
                  </a:cubicBezTo>
                  <a:cubicBezTo>
                    <a:pt x="0" y="118"/>
                    <a:pt x="0" y="118"/>
                    <a:pt x="0" y="118"/>
                  </a:cubicBezTo>
                  <a:cubicBezTo>
                    <a:pt x="0" y="101"/>
                    <a:pt x="0" y="101"/>
                    <a:pt x="0" y="101"/>
                  </a:cubicBezTo>
                  <a:cubicBezTo>
                    <a:pt x="227" y="101"/>
                    <a:pt x="227" y="101"/>
                    <a:pt x="227" y="101"/>
                  </a:cubicBezTo>
                  <a:lnTo>
                    <a:pt x="227" y="118"/>
                  </a:lnTo>
                  <a:close/>
                  <a:moveTo>
                    <a:pt x="197" y="98"/>
                  </a:moveTo>
                  <a:cubicBezTo>
                    <a:pt x="176" y="88"/>
                    <a:pt x="139" y="72"/>
                    <a:pt x="107" y="61"/>
                  </a:cubicBezTo>
                  <a:cubicBezTo>
                    <a:pt x="92" y="80"/>
                    <a:pt x="65" y="92"/>
                    <a:pt x="18" y="99"/>
                  </a:cubicBezTo>
                  <a:cubicBezTo>
                    <a:pt x="16" y="95"/>
                    <a:pt x="12" y="88"/>
                    <a:pt x="9" y="84"/>
                  </a:cubicBezTo>
                  <a:cubicBezTo>
                    <a:pt x="63" y="77"/>
                    <a:pt x="87" y="64"/>
                    <a:pt x="98" y="41"/>
                  </a:cubicBezTo>
                  <a:cubicBezTo>
                    <a:pt x="13" y="41"/>
                    <a:pt x="13" y="41"/>
                    <a:pt x="13" y="41"/>
                  </a:cubicBezTo>
                  <a:cubicBezTo>
                    <a:pt x="13" y="24"/>
                    <a:pt x="13" y="24"/>
                    <a:pt x="13" y="24"/>
                  </a:cubicBezTo>
                  <a:cubicBezTo>
                    <a:pt x="103" y="24"/>
                    <a:pt x="103" y="24"/>
                    <a:pt x="103" y="24"/>
                  </a:cubicBezTo>
                  <a:cubicBezTo>
                    <a:pt x="105" y="17"/>
                    <a:pt x="106" y="9"/>
                    <a:pt x="107" y="0"/>
                  </a:cubicBezTo>
                  <a:cubicBezTo>
                    <a:pt x="126" y="0"/>
                    <a:pt x="126" y="0"/>
                    <a:pt x="126" y="0"/>
                  </a:cubicBezTo>
                  <a:cubicBezTo>
                    <a:pt x="125" y="9"/>
                    <a:pt x="124" y="17"/>
                    <a:pt x="123" y="24"/>
                  </a:cubicBezTo>
                  <a:cubicBezTo>
                    <a:pt x="215" y="24"/>
                    <a:pt x="215" y="24"/>
                    <a:pt x="215" y="24"/>
                  </a:cubicBezTo>
                  <a:cubicBezTo>
                    <a:pt x="215" y="41"/>
                    <a:pt x="215" y="41"/>
                    <a:pt x="215" y="41"/>
                  </a:cubicBezTo>
                  <a:cubicBezTo>
                    <a:pt x="118" y="41"/>
                    <a:pt x="118" y="41"/>
                    <a:pt x="118" y="41"/>
                  </a:cubicBezTo>
                  <a:cubicBezTo>
                    <a:pt x="117" y="43"/>
                    <a:pt x="116" y="45"/>
                    <a:pt x="116" y="47"/>
                  </a:cubicBezTo>
                  <a:cubicBezTo>
                    <a:pt x="148" y="58"/>
                    <a:pt x="188" y="74"/>
                    <a:pt x="211" y="85"/>
                  </a:cubicBezTo>
                  <a:lnTo>
                    <a:pt x="197" y="98"/>
                  </a:lnTo>
                  <a:close/>
                  <a:moveTo>
                    <a:pt x="45" y="204"/>
                  </a:moveTo>
                  <a:cubicBezTo>
                    <a:pt x="45" y="221"/>
                    <a:pt x="45" y="221"/>
                    <a:pt x="45" y="221"/>
                  </a:cubicBezTo>
                  <a:cubicBezTo>
                    <a:pt x="27" y="221"/>
                    <a:pt x="27" y="221"/>
                    <a:pt x="27" y="221"/>
                  </a:cubicBezTo>
                  <a:cubicBezTo>
                    <a:pt x="27" y="138"/>
                    <a:pt x="27" y="138"/>
                    <a:pt x="27" y="138"/>
                  </a:cubicBezTo>
                  <a:cubicBezTo>
                    <a:pt x="128" y="138"/>
                    <a:pt x="128" y="138"/>
                    <a:pt x="128" y="138"/>
                  </a:cubicBezTo>
                  <a:cubicBezTo>
                    <a:pt x="128" y="204"/>
                    <a:pt x="128" y="204"/>
                    <a:pt x="128" y="204"/>
                  </a:cubicBezTo>
                  <a:lnTo>
                    <a:pt x="45" y="204"/>
                  </a:lnTo>
                  <a:close/>
                  <a:moveTo>
                    <a:pt x="45" y="154"/>
                  </a:moveTo>
                  <a:cubicBezTo>
                    <a:pt x="45" y="189"/>
                    <a:pt x="45" y="189"/>
                    <a:pt x="45" y="189"/>
                  </a:cubicBezTo>
                  <a:cubicBezTo>
                    <a:pt x="110" y="189"/>
                    <a:pt x="110" y="189"/>
                    <a:pt x="110" y="189"/>
                  </a:cubicBezTo>
                  <a:cubicBezTo>
                    <a:pt x="110" y="154"/>
                    <a:pt x="110" y="154"/>
                    <a:pt x="110" y="154"/>
                  </a:cubicBezTo>
                  <a:lnTo>
                    <a:pt x="45" y="1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29"/>
            <p:cNvSpPr>
              <a:spLocks noEditPoints="1"/>
            </p:cNvSpPr>
            <p:nvPr/>
          </p:nvSpPr>
          <p:spPr bwMode="auto">
            <a:xfrm>
              <a:off x="496888" y="2647950"/>
              <a:ext cx="434975" cy="438150"/>
            </a:xfrm>
            <a:custGeom>
              <a:avLst/>
              <a:gdLst>
                <a:gd name="T0" fmla="*/ 88 w 231"/>
                <a:gd name="T1" fmla="*/ 54 h 233"/>
                <a:gd name="T2" fmla="*/ 66 w 231"/>
                <a:gd name="T3" fmla="*/ 165 h 233"/>
                <a:gd name="T4" fmla="*/ 92 w 231"/>
                <a:gd name="T5" fmla="*/ 188 h 233"/>
                <a:gd name="T6" fmla="*/ 80 w 231"/>
                <a:gd name="T7" fmla="*/ 202 h 233"/>
                <a:gd name="T8" fmla="*/ 58 w 231"/>
                <a:gd name="T9" fmla="*/ 181 h 233"/>
                <a:gd name="T10" fmla="*/ 11 w 231"/>
                <a:gd name="T11" fmla="*/ 233 h 233"/>
                <a:gd name="T12" fmla="*/ 0 w 231"/>
                <a:gd name="T13" fmla="*/ 218 h 233"/>
                <a:gd name="T14" fmla="*/ 44 w 231"/>
                <a:gd name="T15" fmla="*/ 169 h 233"/>
                <a:gd name="T16" fmla="*/ 6 w 231"/>
                <a:gd name="T17" fmla="*/ 139 h 233"/>
                <a:gd name="T18" fmla="*/ 24 w 231"/>
                <a:gd name="T19" fmla="*/ 70 h 233"/>
                <a:gd name="T20" fmla="*/ 0 w 231"/>
                <a:gd name="T21" fmla="*/ 70 h 233"/>
                <a:gd name="T22" fmla="*/ 0 w 231"/>
                <a:gd name="T23" fmla="*/ 53 h 233"/>
                <a:gd name="T24" fmla="*/ 28 w 231"/>
                <a:gd name="T25" fmla="*/ 53 h 233"/>
                <a:gd name="T26" fmla="*/ 36 w 231"/>
                <a:gd name="T27" fmla="*/ 0 h 233"/>
                <a:gd name="T28" fmla="*/ 54 w 231"/>
                <a:gd name="T29" fmla="*/ 2 h 233"/>
                <a:gd name="T30" fmla="*/ 45 w 231"/>
                <a:gd name="T31" fmla="*/ 53 h 233"/>
                <a:gd name="T32" fmla="*/ 74 w 231"/>
                <a:gd name="T33" fmla="*/ 53 h 233"/>
                <a:gd name="T34" fmla="*/ 77 w 231"/>
                <a:gd name="T35" fmla="*/ 52 h 233"/>
                <a:gd name="T36" fmla="*/ 88 w 231"/>
                <a:gd name="T37" fmla="*/ 54 h 233"/>
                <a:gd name="T38" fmla="*/ 42 w 231"/>
                <a:gd name="T39" fmla="*/ 70 h 233"/>
                <a:gd name="T40" fmla="*/ 26 w 231"/>
                <a:gd name="T41" fmla="*/ 133 h 233"/>
                <a:gd name="T42" fmla="*/ 52 w 231"/>
                <a:gd name="T43" fmla="*/ 153 h 233"/>
                <a:gd name="T44" fmla="*/ 70 w 231"/>
                <a:gd name="T45" fmla="*/ 70 h 233"/>
                <a:gd name="T46" fmla="*/ 42 w 231"/>
                <a:gd name="T47" fmla="*/ 70 h 233"/>
                <a:gd name="T48" fmla="*/ 219 w 231"/>
                <a:gd name="T49" fmla="*/ 130 h 233"/>
                <a:gd name="T50" fmla="*/ 91 w 231"/>
                <a:gd name="T51" fmla="*/ 233 h 233"/>
                <a:gd name="T52" fmla="*/ 80 w 231"/>
                <a:gd name="T53" fmla="*/ 216 h 233"/>
                <a:gd name="T54" fmla="*/ 202 w 231"/>
                <a:gd name="T55" fmla="*/ 125 h 233"/>
                <a:gd name="T56" fmla="*/ 219 w 231"/>
                <a:gd name="T57" fmla="*/ 130 h 233"/>
                <a:gd name="T58" fmla="*/ 133 w 231"/>
                <a:gd name="T59" fmla="*/ 47 h 233"/>
                <a:gd name="T60" fmla="*/ 112 w 231"/>
                <a:gd name="T61" fmla="*/ 128 h 233"/>
                <a:gd name="T62" fmla="*/ 96 w 231"/>
                <a:gd name="T63" fmla="*/ 120 h 233"/>
                <a:gd name="T64" fmla="*/ 116 w 231"/>
                <a:gd name="T65" fmla="*/ 44 h 233"/>
                <a:gd name="T66" fmla="*/ 133 w 231"/>
                <a:gd name="T67" fmla="*/ 47 h 233"/>
                <a:gd name="T68" fmla="*/ 169 w 231"/>
                <a:gd name="T69" fmla="*/ 157 h 233"/>
                <a:gd name="T70" fmla="*/ 151 w 231"/>
                <a:gd name="T71" fmla="*/ 157 h 233"/>
                <a:gd name="T72" fmla="*/ 151 w 231"/>
                <a:gd name="T73" fmla="*/ 0 h 233"/>
                <a:gd name="T74" fmla="*/ 169 w 231"/>
                <a:gd name="T75" fmla="*/ 0 h 233"/>
                <a:gd name="T76" fmla="*/ 169 w 231"/>
                <a:gd name="T77" fmla="*/ 157 h 233"/>
                <a:gd name="T78" fmla="*/ 214 w 231"/>
                <a:gd name="T79" fmla="*/ 115 h 233"/>
                <a:gd name="T80" fmla="*/ 186 w 231"/>
                <a:gd name="T81" fmla="*/ 46 h 233"/>
                <a:gd name="T82" fmla="*/ 202 w 231"/>
                <a:gd name="T83" fmla="*/ 40 h 233"/>
                <a:gd name="T84" fmla="*/ 231 w 231"/>
                <a:gd name="T85" fmla="*/ 109 h 233"/>
                <a:gd name="T86" fmla="*/ 214 w 231"/>
                <a:gd name="T87" fmla="*/ 11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1" h="233">
                  <a:moveTo>
                    <a:pt x="88" y="54"/>
                  </a:moveTo>
                  <a:cubicBezTo>
                    <a:pt x="85" y="100"/>
                    <a:pt x="78" y="137"/>
                    <a:pt x="66" y="165"/>
                  </a:cubicBezTo>
                  <a:cubicBezTo>
                    <a:pt x="76" y="173"/>
                    <a:pt x="86" y="181"/>
                    <a:pt x="92" y="188"/>
                  </a:cubicBezTo>
                  <a:cubicBezTo>
                    <a:pt x="80" y="202"/>
                    <a:pt x="80" y="202"/>
                    <a:pt x="80" y="202"/>
                  </a:cubicBezTo>
                  <a:cubicBezTo>
                    <a:pt x="74" y="197"/>
                    <a:pt x="67" y="189"/>
                    <a:pt x="58" y="181"/>
                  </a:cubicBezTo>
                  <a:cubicBezTo>
                    <a:pt x="46" y="204"/>
                    <a:pt x="30" y="221"/>
                    <a:pt x="11" y="233"/>
                  </a:cubicBezTo>
                  <a:cubicBezTo>
                    <a:pt x="9" y="228"/>
                    <a:pt x="4" y="222"/>
                    <a:pt x="0" y="218"/>
                  </a:cubicBezTo>
                  <a:cubicBezTo>
                    <a:pt x="18" y="208"/>
                    <a:pt x="33" y="192"/>
                    <a:pt x="44" y="169"/>
                  </a:cubicBezTo>
                  <a:cubicBezTo>
                    <a:pt x="32" y="159"/>
                    <a:pt x="18" y="148"/>
                    <a:pt x="6" y="139"/>
                  </a:cubicBezTo>
                  <a:cubicBezTo>
                    <a:pt x="12" y="121"/>
                    <a:pt x="18" y="96"/>
                    <a:pt x="24" y="70"/>
                  </a:cubicBezTo>
                  <a:cubicBezTo>
                    <a:pt x="0" y="70"/>
                    <a:pt x="0" y="70"/>
                    <a:pt x="0" y="70"/>
                  </a:cubicBezTo>
                  <a:cubicBezTo>
                    <a:pt x="0" y="53"/>
                    <a:pt x="0" y="53"/>
                    <a:pt x="0" y="53"/>
                  </a:cubicBezTo>
                  <a:cubicBezTo>
                    <a:pt x="28" y="53"/>
                    <a:pt x="28" y="53"/>
                    <a:pt x="28" y="53"/>
                  </a:cubicBezTo>
                  <a:cubicBezTo>
                    <a:pt x="31" y="34"/>
                    <a:pt x="34" y="17"/>
                    <a:pt x="36" y="0"/>
                  </a:cubicBezTo>
                  <a:cubicBezTo>
                    <a:pt x="54" y="2"/>
                    <a:pt x="54" y="2"/>
                    <a:pt x="54" y="2"/>
                  </a:cubicBezTo>
                  <a:cubicBezTo>
                    <a:pt x="52" y="18"/>
                    <a:pt x="49" y="35"/>
                    <a:pt x="45" y="53"/>
                  </a:cubicBezTo>
                  <a:cubicBezTo>
                    <a:pt x="74" y="53"/>
                    <a:pt x="74" y="53"/>
                    <a:pt x="74" y="53"/>
                  </a:cubicBezTo>
                  <a:cubicBezTo>
                    <a:pt x="77" y="52"/>
                    <a:pt x="77" y="52"/>
                    <a:pt x="77" y="52"/>
                  </a:cubicBezTo>
                  <a:lnTo>
                    <a:pt x="88" y="54"/>
                  </a:lnTo>
                  <a:close/>
                  <a:moveTo>
                    <a:pt x="42" y="70"/>
                  </a:moveTo>
                  <a:cubicBezTo>
                    <a:pt x="36" y="93"/>
                    <a:pt x="31" y="115"/>
                    <a:pt x="26" y="133"/>
                  </a:cubicBezTo>
                  <a:cubicBezTo>
                    <a:pt x="34" y="140"/>
                    <a:pt x="43" y="146"/>
                    <a:pt x="52" y="153"/>
                  </a:cubicBezTo>
                  <a:cubicBezTo>
                    <a:pt x="60" y="130"/>
                    <a:pt x="67" y="103"/>
                    <a:pt x="70" y="70"/>
                  </a:cubicBezTo>
                  <a:lnTo>
                    <a:pt x="42" y="70"/>
                  </a:lnTo>
                  <a:close/>
                  <a:moveTo>
                    <a:pt x="219" y="130"/>
                  </a:moveTo>
                  <a:cubicBezTo>
                    <a:pt x="200" y="185"/>
                    <a:pt x="157" y="217"/>
                    <a:pt x="91" y="233"/>
                  </a:cubicBezTo>
                  <a:cubicBezTo>
                    <a:pt x="89" y="227"/>
                    <a:pt x="84" y="220"/>
                    <a:pt x="80" y="216"/>
                  </a:cubicBezTo>
                  <a:cubicBezTo>
                    <a:pt x="143" y="203"/>
                    <a:pt x="183" y="174"/>
                    <a:pt x="202" y="125"/>
                  </a:cubicBezTo>
                  <a:lnTo>
                    <a:pt x="219" y="130"/>
                  </a:lnTo>
                  <a:close/>
                  <a:moveTo>
                    <a:pt x="133" y="47"/>
                  </a:moveTo>
                  <a:cubicBezTo>
                    <a:pt x="129" y="77"/>
                    <a:pt x="121" y="108"/>
                    <a:pt x="112" y="128"/>
                  </a:cubicBezTo>
                  <a:cubicBezTo>
                    <a:pt x="108" y="126"/>
                    <a:pt x="100" y="122"/>
                    <a:pt x="96" y="120"/>
                  </a:cubicBezTo>
                  <a:cubicBezTo>
                    <a:pt x="105" y="101"/>
                    <a:pt x="112" y="72"/>
                    <a:pt x="116" y="44"/>
                  </a:cubicBezTo>
                  <a:lnTo>
                    <a:pt x="133" y="47"/>
                  </a:lnTo>
                  <a:close/>
                  <a:moveTo>
                    <a:pt x="169" y="157"/>
                  </a:moveTo>
                  <a:cubicBezTo>
                    <a:pt x="151" y="157"/>
                    <a:pt x="151" y="157"/>
                    <a:pt x="151" y="157"/>
                  </a:cubicBezTo>
                  <a:cubicBezTo>
                    <a:pt x="151" y="0"/>
                    <a:pt x="151" y="0"/>
                    <a:pt x="151" y="0"/>
                  </a:cubicBezTo>
                  <a:cubicBezTo>
                    <a:pt x="169" y="0"/>
                    <a:pt x="169" y="0"/>
                    <a:pt x="169" y="0"/>
                  </a:cubicBezTo>
                  <a:lnTo>
                    <a:pt x="169" y="157"/>
                  </a:lnTo>
                  <a:close/>
                  <a:moveTo>
                    <a:pt x="214" y="115"/>
                  </a:moveTo>
                  <a:cubicBezTo>
                    <a:pt x="209" y="96"/>
                    <a:pt x="198" y="67"/>
                    <a:pt x="186" y="46"/>
                  </a:cubicBezTo>
                  <a:cubicBezTo>
                    <a:pt x="202" y="40"/>
                    <a:pt x="202" y="40"/>
                    <a:pt x="202" y="40"/>
                  </a:cubicBezTo>
                  <a:cubicBezTo>
                    <a:pt x="214" y="62"/>
                    <a:pt x="226" y="90"/>
                    <a:pt x="231" y="109"/>
                  </a:cubicBezTo>
                  <a:lnTo>
                    <a:pt x="214" y="1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6" Type="http://schemas.openxmlformats.org/officeDocument/2006/relationships/theme" Target="../theme/theme2.xml"/><Relationship Id="rId25" Type="http://schemas.openxmlformats.org/officeDocument/2006/relationships/slideLayout" Target="../slideLayouts/slideLayout41.xml"/><Relationship Id="rId24" Type="http://schemas.openxmlformats.org/officeDocument/2006/relationships/slideLayout" Target="../slideLayouts/slideLayout40.xml"/><Relationship Id="rId23" Type="http://schemas.openxmlformats.org/officeDocument/2006/relationships/slideLayout" Target="../slideLayouts/slideLayout39.xml"/><Relationship Id="rId22" Type="http://schemas.openxmlformats.org/officeDocument/2006/relationships/slideLayout" Target="../slideLayouts/slideLayout38.xml"/><Relationship Id="rId21" Type="http://schemas.openxmlformats.org/officeDocument/2006/relationships/slideLayout" Target="../slideLayouts/slideLayout37.xml"/><Relationship Id="rId20" Type="http://schemas.openxmlformats.org/officeDocument/2006/relationships/slideLayout" Target="../slideLayouts/slideLayout36.xml"/><Relationship Id="rId2" Type="http://schemas.openxmlformats.org/officeDocument/2006/relationships/slideLayout" Target="../slideLayouts/slideLayout18.xml"/><Relationship Id="rId19" Type="http://schemas.openxmlformats.org/officeDocument/2006/relationships/slideLayout" Target="../slideLayouts/slideLayout35.xml"/><Relationship Id="rId18" Type="http://schemas.openxmlformats.org/officeDocument/2006/relationships/slideLayout" Target="../slideLayouts/slideLayout34.xml"/><Relationship Id="rId17" Type="http://schemas.openxmlformats.org/officeDocument/2006/relationships/slideLayout" Target="../slideLayouts/slideLayout33.xml"/><Relationship Id="rId16" Type="http://schemas.openxmlformats.org/officeDocument/2006/relationships/slideLayout" Target="../slideLayouts/slideLayout32.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1" Type="http://schemas.openxmlformats.org/officeDocument/2006/relationships/slideLayout" Target="../slideLayouts/slideLayout27.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50.xml"/><Relationship Id="rId8" Type="http://schemas.openxmlformats.org/officeDocument/2006/relationships/slideLayout" Target="../slideLayouts/slideLayout49.xml"/><Relationship Id="rId7" Type="http://schemas.openxmlformats.org/officeDocument/2006/relationships/slideLayout" Target="../slideLayouts/slideLayout48.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 Id="rId3" Type="http://schemas.openxmlformats.org/officeDocument/2006/relationships/slideLayout" Target="../slideLayouts/slideLayout44.xml"/><Relationship Id="rId28" Type="http://schemas.openxmlformats.org/officeDocument/2006/relationships/theme" Target="../theme/theme3.xml"/><Relationship Id="rId27" Type="http://schemas.openxmlformats.org/officeDocument/2006/relationships/slideLayout" Target="../slideLayouts/slideLayout68.xml"/><Relationship Id="rId26" Type="http://schemas.openxmlformats.org/officeDocument/2006/relationships/slideLayout" Target="../slideLayouts/slideLayout67.xml"/><Relationship Id="rId25" Type="http://schemas.openxmlformats.org/officeDocument/2006/relationships/slideLayout" Target="../slideLayouts/slideLayout66.xml"/><Relationship Id="rId24" Type="http://schemas.openxmlformats.org/officeDocument/2006/relationships/slideLayout" Target="../slideLayouts/slideLayout65.xml"/><Relationship Id="rId23" Type="http://schemas.openxmlformats.org/officeDocument/2006/relationships/slideLayout" Target="../slideLayouts/slideLayout64.xml"/><Relationship Id="rId22" Type="http://schemas.openxmlformats.org/officeDocument/2006/relationships/slideLayout" Target="../slideLayouts/slideLayout63.xml"/><Relationship Id="rId21" Type="http://schemas.openxmlformats.org/officeDocument/2006/relationships/slideLayout" Target="../slideLayouts/slideLayout62.xml"/><Relationship Id="rId20" Type="http://schemas.openxmlformats.org/officeDocument/2006/relationships/slideLayout" Target="../slideLayouts/slideLayout61.xml"/><Relationship Id="rId2" Type="http://schemas.openxmlformats.org/officeDocument/2006/relationships/slideLayout" Target="../slideLayouts/slideLayout43.xml"/><Relationship Id="rId19" Type="http://schemas.openxmlformats.org/officeDocument/2006/relationships/slideLayout" Target="../slideLayouts/slideLayout60.xml"/><Relationship Id="rId18" Type="http://schemas.openxmlformats.org/officeDocument/2006/relationships/slideLayout" Target="../slideLayouts/slideLayout59.xml"/><Relationship Id="rId17" Type="http://schemas.openxmlformats.org/officeDocument/2006/relationships/slideLayout" Target="../slideLayouts/slideLayout58.xml"/><Relationship Id="rId16" Type="http://schemas.openxmlformats.org/officeDocument/2006/relationships/slideLayout" Target="../slideLayouts/slideLayout57.xml"/><Relationship Id="rId15" Type="http://schemas.openxmlformats.org/officeDocument/2006/relationships/slideLayout" Target="../slideLayouts/slideLayout56.xml"/><Relationship Id="rId14" Type="http://schemas.openxmlformats.org/officeDocument/2006/relationships/slideLayout" Target="../slideLayouts/slideLayout55.xml"/><Relationship Id="rId13" Type="http://schemas.openxmlformats.org/officeDocument/2006/relationships/slideLayout" Target="../slideLayouts/slideLayout54.xml"/><Relationship Id="rId12" Type="http://schemas.openxmlformats.org/officeDocument/2006/relationships/slideLayout" Target="../slideLayouts/slideLayout53.xml"/><Relationship Id="rId11" Type="http://schemas.openxmlformats.org/officeDocument/2006/relationships/slideLayout" Target="../slideLayouts/slideLayout52.xml"/><Relationship Id="rId10" Type="http://schemas.openxmlformats.org/officeDocument/2006/relationships/slideLayout" Target="../slideLayouts/slideLayout51.xml"/><Relationship Id="rId1"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77.xml"/><Relationship Id="rId8" Type="http://schemas.openxmlformats.org/officeDocument/2006/relationships/slideLayout" Target="../slideLayouts/slideLayout76.xml"/><Relationship Id="rId7" Type="http://schemas.openxmlformats.org/officeDocument/2006/relationships/slideLayout" Target="../slideLayouts/slideLayout75.xml"/><Relationship Id="rId6" Type="http://schemas.openxmlformats.org/officeDocument/2006/relationships/slideLayout" Target="../slideLayouts/slideLayout74.xml"/><Relationship Id="rId5" Type="http://schemas.openxmlformats.org/officeDocument/2006/relationships/slideLayout" Target="../slideLayouts/slideLayout73.xml"/><Relationship Id="rId4" Type="http://schemas.openxmlformats.org/officeDocument/2006/relationships/slideLayout" Target="../slideLayouts/slideLayout72.xml"/><Relationship Id="rId3" Type="http://schemas.openxmlformats.org/officeDocument/2006/relationships/slideLayout" Target="../slideLayouts/slideLayout71.xml"/><Relationship Id="rId26" Type="http://schemas.openxmlformats.org/officeDocument/2006/relationships/theme" Target="../theme/theme4.xml"/><Relationship Id="rId25" Type="http://schemas.openxmlformats.org/officeDocument/2006/relationships/slideLayout" Target="../slideLayouts/slideLayout93.xml"/><Relationship Id="rId24" Type="http://schemas.openxmlformats.org/officeDocument/2006/relationships/slideLayout" Target="../slideLayouts/slideLayout92.xml"/><Relationship Id="rId23" Type="http://schemas.openxmlformats.org/officeDocument/2006/relationships/slideLayout" Target="../slideLayouts/slideLayout91.xml"/><Relationship Id="rId22" Type="http://schemas.openxmlformats.org/officeDocument/2006/relationships/slideLayout" Target="../slideLayouts/slideLayout90.xml"/><Relationship Id="rId21" Type="http://schemas.openxmlformats.org/officeDocument/2006/relationships/slideLayout" Target="../slideLayouts/slideLayout89.xml"/><Relationship Id="rId20" Type="http://schemas.openxmlformats.org/officeDocument/2006/relationships/slideLayout" Target="../slideLayouts/slideLayout88.xml"/><Relationship Id="rId2" Type="http://schemas.openxmlformats.org/officeDocument/2006/relationships/slideLayout" Target="../slideLayouts/slideLayout70.xml"/><Relationship Id="rId19" Type="http://schemas.openxmlformats.org/officeDocument/2006/relationships/slideLayout" Target="../slideLayouts/slideLayout87.xml"/><Relationship Id="rId18" Type="http://schemas.openxmlformats.org/officeDocument/2006/relationships/slideLayout" Target="../slideLayouts/slideLayout86.xml"/><Relationship Id="rId17" Type="http://schemas.openxmlformats.org/officeDocument/2006/relationships/slideLayout" Target="../slideLayouts/slideLayout85.xml"/><Relationship Id="rId16" Type="http://schemas.openxmlformats.org/officeDocument/2006/relationships/slideLayout" Target="../slideLayouts/slideLayout84.xml"/><Relationship Id="rId15" Type="http://schemas.openxmlformats.org/officeDocument/2006/relationships/slideLayout" Target="../slideLayouts/slideLayout83.xml"/><Relationship Id="rId14" Type="http://schemas.openxmlformats.org/officeDocument/2006/relationships/slideLayout" Target="../slideLayouts/slideLayout82.xml"/><Relationship Id="rId13" Type="http://schemas.openxmlformats.org/officeDocument/2006/relationships/slideLayout" Target="../slideLayouts/slideLayout81.xml"/><Relationship Id="rId12" Type="http://schemas.openxmlformats.org/officeDocument/2006/relationships/slideLayout" Target="../slideLayouts/slideLayout80.xml"/><Relationship Id="rId11" Type="http://schemas.openxmlformats.org/officeDocument/2006/relationships/slideLayout" Target="../slideLayouts/slideLayout79.xml"/><Relationship Id="rId10" Type="http://schemas.openxmlformats.org/officeDocument/2006/relationships/slideLayout" Target="../slideLayouts/slideLayout78.xml"/><Relationship Id="rId1"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B6B78F-6B37-483B-892E-1E95811A8FD0}" type="datetimeFigureOut">
              <a:rPr kumimoji="1" lang="ja-JP" altLang="en-US" smtClean="0"/>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9F643E-6FCC-4B5A-96C4-4BECF0418DD6}" type="slidenum">
              <a:rPr kumimoji="1" lang="ja-JP" altLang="en-US" smtClean="0"/>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テキスト ボックス 1"/>
          <p:cNvSpPr txBox="1"/>
          <p:nvPr userDrawn="1"/>
        </p:nvSpPr>
        <p:spPr>
          <a:xfrm>
            <a:off x="537633" y="6388099"/>
            <a:ext cx="1871133" cy="369332"/>
          </a:xfrm>
          <a:prstGeom prst="rect">
            <a:avLst/>
          </a:prstGeom>
          <a:noFill/>
        </p:spPr>
        <p:txBody>
          <a:bodyPr wrap="square" rtlCol="0">
            <a:spAutoFit/>
          </a:bodyPr>
          <a:lstStyle/>
          <a:p>
            <a:r>
              <a:rPr kumimoji="1" lang="en-US" altLang="ja-JP" sz="1800" dirty="0">
                <a:solidFill>
                  <a:srgbClr val="C00000"/>
                </a:solidFill>
                <a:latin typeface="+mj-ea"/>
                <a:ea typeface="+mj-ea"/>
              </a:rPr>
              <a:t>Confidential</a:t>
            </a:r>
            <a:endParaRPr kumimoji="1" lang="ja-JP" altLang="en-US" dirty="0">
              <a:solidFill>
                <a:srgbClr val="C00000"/>
              </a:solidFill>
            </a:endParaRP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 id="2147483684" r:id="rId19"/>
    <p:sldLayoutId id="2147483685" r:id="rId20"/>
    <p:sldLayoutId id="2147483686" r:id="rId21"/>
    <p:sldLayoutId id="2147483687" r:id="rId22"/>
    <p:sldLayoutId id="2147483688" r:id="rId23"/>
    <p:sldLayoutId id="2147483689" r:id="rId24"/>
    <p:sldLayoutId id="2147483690"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テキスト ボックス 1"/>
          <p:cNvSpPr txBox="1"/>
          <p:nvPr userDrawn="1"/>
        </p:nvSpPr>
        <p:spPr>
          <a:xfrm>
            <a:off x="537633" y="6388099"/>
            <a:ext cx="1871133" cy="369332"/>
          </a:xfrm>
          <a:prstGeom prst="rect">
            <a:avLst/>
          </a:prstGeom>
          <a:noFill/>
        </p:spPr>
        <p:txBody>
          <a:bodyPr wrap="square" rtlCol="0">
            <a:spAutoFit/>
          </a:bodyPr>
          <a:lstStyle/>
          <a:p>
            <a:r>
              <a:rPr kumimoji="1" lang="en-US" altLang="ja-JP" sz="1800" dirty="0">
                <a:solidFill>
                  <a:srgbClr val="C00000"/>
                </a:solidFill>
                <a:latin typeface="+mj-ea"/>
                <a:ea typeface="+mj-ea"/>
              </a:rPr>
              <a:t>Confidential</a:t>
            </a:r>
            <a:endParaRPr kumimoji="1" lang="ja-JP" altLang="en-US" dirty="0">
              <a:solidFill>
                <a:srgbClr val="C00000"/>
              </a:solidFill>
            </a:endParaRPr>
          </a:p>
        </p:txBody>
      </p:sp>
    </p:spTree>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 id="2147483737" r:id="rId18"/>
    <p:sldLayoutId id="2147483738" r:id="rId19"/>
    <p:sldLayoutId id="2147483739" r:id="rId20"/>
    <p:sldLayoutId id="2147483740" r:id="rId21"/>
    <p:sldLayoutId id="2147483741" r:id="rId22"/>
    <p:sldLayoutId id="2147483742" r:id="rId23"/>
    <p:sldLayoutId id="2147483743" r:id="rId24"/>
    <p:sldLayoutId id="2147483744"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4.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9" Type="http://schemas.openxmlformats.org/officeDocument/2006/relationships/hyperlink" Target="https://bitbucket.org/neusoftjp/shimano-mobile-sdk-doc/pull-requests/285" TargetMode="External"/><Relationship Id="rId8" Type="http://schemas.openxmlformats.org/officeDocument/2006/relationships/hyperlink" Target="https://bitbucket.org/neusoftjp/shimano-mobile-sdk-doc/pull-requests/281" TargetMode="External"/><Relationship Id="rId7" Type="http://schemas.openxmlformats.org/officeDocument/2006/relationships/hyperlink" Target="https://bitbucket.org/neusoftjp/shimano-mobile-sdk-doc/pull-requests/277" TargetMode="External"/><Relationship Id="rId6" Type="http://schemas.openxmlformats.org/officeDocument/2006/relationships/hyperlink" Target="https://bitbucket.org/neusoftjp/shimano-mobile-sdk-doc/pull-requests/276" TargetMode="External"/><Relationship Id="rId5" Type="http://schemas.openxmlformats.org/officeDocument/2006/relationships/hyperlink" Target="https://bitbucket.org/neusoftjp/shimano-mobile-sdk-doc/pull-requests/243" TargetMode="External"/><Relationship Id="rId4" Type="http://schemas.openxmlformats.org/officeDocument/2006/relationships/hyperlink" Target="https://bitbucket.org/neusoftjp/shimano-mobile-sdk-doc/pull-requests/263" TargetMode="External"/><Relationship Id="rId3" Type="http://schemas.openxmlformats.org/officeDocument/2006/relationships/hyperlink" Target="https://bitbucket.org/neusoftjp/shimano-mobile-sdk-doc/pull-requests/13" TargetMode="External"/><Relationship Id="rId22" Type="http://schemas.openxmlformats.org/officeDocument/2006/relationships/notesSlide" Target="../notesSlides/notesSlide8.xml"/><Relationship Id="rId21" Type="http://schemas.openxmlformats.org/officeDocument/2006/relationships/slideLayout" Target="../slideLayouts/slideLayout13.xml"/><Relationship Id="rId20" Type="http://schemas.openxmlformats.org/officeDocument/2006/relationships/hyperlink" Target="https://bitbucket.org/neusoftjp/shimano-mobile-sdk-doc/pull-requests/16" TargetMode="External"/><Relationship Id="rId2" Type="http://schemas.openxmlformats.org/officeDocument/2006/relationships/hyperlink" Target="https://bitbucket.org/neusoftjp/shimano-mobile-sdk-doc/pull-requests/2" TargetMode="External"/><Relationship Id="rId19" Type="http://schemas.openxmlformats.org/officeDocument/2006/relationships/hyperlink" Target="https://bitbucket.org/neusoftjp/shimano-mobile-sdk-doc/pull-requests/26" TargetMode="External"/><Relationship Id="rId18" Type="http://schemas.openxmlformats.org/officeDocument/2006/relationships/hyperlink" Target="https://bitbucket.org/neusoftjp/shimano-mobile-sdk-doc/pull-requests/15" TargetMode="External"/><Relationship Id="rId17" Type="http://schemas.openxmlformats.org/officeDocument/2006/relationships/hyperlink" Target="https://bitbucket.org/neusoftjp/shimano-mobile-sdk-doc/pull-requests/113" TargetMode="External"/><Relationship Id="rId16" Type="http://schemas.openxmlformats.org/officeDocument/2006/relationships/hyperlink" Target="https://bitbucket.org/neusoftjp/shimano-mobile-sdk-doc/pull-requests/31" TargetMode="External"/><Relationship Id="rId15" Type="http://schemas.openxmlformats.org/officeDocument/2006/relationships/hyperlink" Target="https://bitbucket.org/neusoftjp/shimano-mobile-sdk-doc/pull-requests/35" TargetMode="External"/><Relationship Id="rId14" Type="http://schemas.openxmlformats.org/officeDocument/2006/relationships/hyperlink" Target="https://bitbucket.org/neusoftjp/shimano-mobile-sdk-doc/pull-requests/19" TargetMode="External"/><Relationship Id="rId13" Type="http://schemas.openxmlformats.org/officeDocument/2006/relationships/hyperlink" Target="https://bitbucket.org/neusoftjp/shimano-mobile-sdk-doc/pull-requests/23" TargetMode="External"/><Relationship Id="rId12" Type="http://schemas.openxmlformats.org/officeDocument/2006/relationships/hyperlink" Target="https://bitbucket.org/neusoftjp/shimano-mobile-sdk-doc/pull-requests/287" TargetMode="External"/><Relationship Id="rId11" Type="http://schemas.openxmlformats.org/officeDocument/2006/relationships/hyperlink" Target="https://bitbucket.org/neusoftjp/shimano-mobile-sdk-doc/pull-requests/286" TargetMode="External"/><Relationship Id="rId10" Type="http://schemas.openxmlformats.org/officeDocument/2006/relationships/hyperlink" Target="https://bitbucket.org/neusoftjp/shimano-mobile-sdk-doc/pull-requests/283" TargetMode="Externa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3.xml"/><Relationship Id="rId2" Type="http://schemas.openxmlformats.org/officeDocument/2006/relationships/hyperlink" Target="https://bitbucket.org/neusoftjp/shimano-connect-ui/pull-requests/180" TargetMode="Externa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3.xml"/><Relationship Id="rId2" Type="http://schemas.openxmlformats.org/officeDocument/2006/relationships/hyperlink" Target="https://bitbucket.org/neusoftjp/shimano-mobile-sdk-doc/pull-requests/74" TargetMode="Externa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ags" Target="../tags/tag14.xml"/></Relationships>
</file>

<file path=ppt/slides/_rels/slide18.xml.rels><?xml version="1.0" encoding="UTF-8" standalone="yes"?>
<Relationships xmlns="http://schemas.openxmlformats.org/package/2006/relationships"><Relationship Id="rId9" Type="http://schemas.openxmlformats.org/officeDocument/2006/relationships/hyperlink" Target="https://bitbucket.org/neusoftjp/shimano-mobile-sdk-doc/pull-requests/170" TargetMode="External"/><Relationship Id="rId8" Type="http://schemas.openxmlformats.org/officeDocument/2006/relationships/hyperlink" Target="https://bitbucket.org/neusoftjp/shimano-mobile-sdk-doc/pull-requests/262" TargetMode="External"/><Relationship Id="rId7" Type="http://schemas.openxmlformats.org/officeDocument/2006/relationships/hyperlink" Target="https://bitbucket.org/neusoftjp/shimano-mobile-sdk-doc/pull-requests/198" TargetMode="External"/><Relationship Id="rId6" Type="http://schemas.openxmlformats.org/officeDocument/2006/relationships/hyperlink" Target="https://bitbucket.org/neusoftjp/shimano-mobile-sdk-doc/pull-requests/176" TargetMode="External"/><Relationship Id="rId5" Type="http://schemas.openxmlformats.org/officeDocument/2006/relationships/hyperlink" Target="https://bitbucket.org/neusoftjp/shimano-mobile-sdk-doc/pull-requests/173" TargetMode="External"/><Relationship Id="rId4" Type="http://schemas.openxmlformats.org/officeDocument/2006/relationships/hyperlink" Target="https://bitbucket.org/neusoftjp/shimano-mobile-sdk-doc/pull-requests/180" TargetMode="External"/><Relationship Id="rId3" Type="http://schemas.openxmlformats.org/officeDocument/2006/relationships/hyperlink" Target="https://bitbucket.org/neusoftjp/shimano-mobile-sdk-doc/pull-requests/174" TargetMode="External"/><Relationship Id="rId2" Type="http://schemas.openxmlformats.org/officeDocument/2006/relationships/hyperlink" Target="https://bitbucket.org/neusoftjp/shimano-mobile-sdk-doc/pull-requests/219" TargetMode="External"/><Relationship Id="rId18" Type="http://schemas.openxmlformats.org/officeDocument/2006/relationships/slideLayout" Target="../slideLayouts/slideLayout14.xml"/><Relationship Id="rId17" Type="http://schemas.openxmlformats.org/officeDocument/2006/relationships/hyperlink" Target="https://bitbucket.org/neusoftjp/shimano-mobile-sdk-doc/pull-requests/251" TargetMode="External"/><Relationship Id="rId16" Type="http://schemas.openxmlformats.org/officeDocument/2006/relationships/hyperlink" Target="https://bitbucket.org/neusoftjp/shimano-mobile-sdk-doc/pull-requests/206" TargetMode="External"/><Relationship Id="rId15" Type="http://schemas.openxmlformats.org/officeDocument/2006/relationships/hyperlink" Target="https://bitbucket.org/neusoftjp/shimano-mobile-sdk-doc/pull-requests/179" TargetMode="External"/><Relationship Id="rId14" Type="http://schemas.openxmlformats.org/officeDocument/2006/relationships/hyperlink" Target="https://bitbucket.org/neusoftjp/shimano-mobile-sdk-doc/pull-requests/178" TargetMode="External"/><Relationship Id="rId13" Type="http://schemas.openxmlformats.org/officeDocument/2006/relationships/hyperlink" Target="https://bitbucket.org/neusoftjp/shimano-mobile-sdk-doc/pull-requests/172" TargetMode="External"/><Relationship Id="rId12" Type="http://schemas.openxmlformats.org/officeDocument/2006/relationships/hyperlink" Target="https://bitbucket.org/neusoftjp/shimano-mobile-sdk-doc/pull-requests/177" TargetMode="External"/><Relationship Id="rId11" Type="http://schemas.openxmlformats.org/officeDocument/2006/relationships/hyperlink" Target="https://bitbucket.org/neusoftjp/shimano-mobile-sdk-doc/pull-requests/208" TargetMode="External"/><Relationship Id="rId10" Type="http://schemas.openxmlformats.org/officeDocument/2006/relationships/hyperlink" Target="https://bitbucket.org/neusoftjp/shimano-mobile-sdk-doc/pull-requests/175" TargetMode="External"/><Relationship Id="rId1" Type="http://schemas.openxmlformats.org/officeDocument/2006/relationships/tags" Target="../tags/tag15.xml"/></Relationships>
</file>

<file path=ppt/slides/_rels/slide19.xml.rels><?xml version="1.0" encoding="UTF-8" standalone="yes"?>
<Relationships xmlns="http://schemas.openxmlformats.org/package/2006/relationships"><Relationship Id="rId9" Type="http://schemas.openxmlformats.org/officeDocument/2006/relationships/hyperlink" Target="https://bitbucket.org/neusoftjp/shimano-mobile-sdk-doc/pull-requests/220" TargetMode="External"/><Relationship Id="rId8" Type="http://schemas.openxmlformats.org/officeDocument/2006/relationships/hyperlink" Target="https://bitbucket.org/neusoftjp/shimano-mobile-sdk-doc/pull-requests/201" TargetMode="External"/><Relationship Id="rId7" Type="http://schemas.openxmlformats.org/officeDocument/2006/relationships/hyperlink" Target="https://bitbucket.org/neusoftjp/shimano-mobile-sdk-doc/pull-requests/205" TargetMode="External"/><Relationship Id="rId6" Type="http://schemas.openxmlformats.org/officeDocument/2006/relationships/hyperlink" Target="https://bitbucket.org/neusoftjp/shimano-mobile-sdk-doc/pull-requests/200" TargetMode="External"/><Relationship Id="rId5" Type="http://schemas.openxmlformats.org/officeDocument/2006/relationships/hyperlink" Target="https://bitbucket.org/neusoftjp/shimano-mobile-sdk-doc/pull-requests/197" TargetMode="External"/><Relationship Id="rId4" Type="http://schemas.openxmlformats.org/officeDocument/2006/relationships/hyperlink" Target="https://bitbucket.org/neusoftjp/shimano-mobile-sdk-doc/pull-requests/231" TargetMode="External"/><Relationship Id="rId3" Type="http://schemas.openxmlformats.org/officeDocument/2006/relationships/hyperlink" Target="https://bitbucket.org/neusoftjp/shimano-mobile-sdk-doc/pull-requests/221" TargetMode="External"/><Relationship Id="rId21" Type="http://schemas.openxmlformats.org/officeDocument/2006/relationships/slideLayout" Target="../slideLayouts/slideLayout14.xml"/><Relationship Id="rId20" Type="http://schemas.openxmlformats.org/officeDocument/2006/relationships/hyperlink" Target="https://bitbucket.org/neusoftjp/shimano-mobile-sdk-doc/pull-requests/252" TargetMode="External"/><Relationship Id="rId2" Type="http://schemas.openxmlformats.org/officeDocument/2006/relationships/hyperlink" Target="https://bitbucket.org/neusoftjp/shimano-mobile-sdk-doc/pull-requests/189" TargetMode="External"/><Relationship Id="rId19" Type="http://schemas.openxmlformats.org/officeDocument/2006/relationships/hyperlink" Target="https://bitbucket.org/neusoftjp/shimano-mobile-sdk-doc/pull-requests/203" TargetMode="External"/><Relationship Id="rId18" Type="http://schemas.openxmlformats.org/officeDocument/2006/relationships/hyperlink" Target="https://bitbucket.org/neusoftjp/shimano-mobile-sdk-doc/pull-requests/196" TargetMode="External"/><Relationship Id="rId17" Type="http://schemas.openxmlformats.org/officeDocument/2006/relationships/hyperlink" Target="https://bitbucket.org/neusoftjp/shimano-mobile-sdk-doc/pull-requests/194" TargetMode="External"/><Relationship Id="rId16" Type="http://schemas.openxmlformats.org/officeDocument/2006/relationships/hyperlink" Target="https://bitbucket.org/neusoftjp/shimano-mobile-sdk-doc/pull-requests/191" TargetMode="External"/><Relationship Id="rId15" Type="http://schemas.openxmlformats.org/officeDocument/2006/relationships/hyperlink" Target="https://bitbucket.org/neusoftjp/shimano-mobile-sdk-doc/pull-requests/202" TargetMode="External"/><Relationship Id="rId14" Type="http://schemas.openxmlformats.org/officeDocument/2006/relationships/hyperlink" Target="https://bitbucket.org/neusoftjp/shimano-mobile-sdk-doc/pull-requests/192" TargetMode="External"/><Relationship Id="rId13" Type="http://schemas.openxmlformats.org/officeDocument/2006/relationships/hyperlink" Target="https://bitbucket.org/neusoftjp/shimano-mobile-sdk-doc/pull-requests/199" TargetMode="External"/><Relationship Id="rId12" Type="http://schemas.openxmlformats.org/officeDocument/2006/relationships/hyperlink" Target="https://bitbucket.org/neusoftjp/shimano-mobile-sdk-doc/pull-requests/193" TargetMode="External"/><Relationship Id="rId11" Type="http://schemas.openxmlformats.org/officeDocument/2006/relationships/hyperlink" Target="https://bitbucket.org/neusoftjp/shimano-mobile-sdk-doc/pull-requests/190" TargetMode="External"/><Relationship Id="rId10" Type="http://schemas.openxmlformats.org/officeDocument/2006/relationships/hyperlink" Target="https://bitbucket.org/neusoftjp/shimano-mobile-sdk-doc/pull-requests/250" TargetMode="External"/><Relationship Id="rId1" Type="http://schemas.openxmlformats.org/officeDocument/2006/relationships/tags" Target="../tags/tag16.xml"/></Relationships>
</file>

<file path=ppt/slides/_rels/slide20.xml.rels><?xml version="1.0" encoding="UTF-8" standalone="yes"?>
<Relationships xmlns="http://schemas.openxmlformats.org/package/2006/relationships"><Relationship Id="rId9" Type="http://schemas.openxmlformats.org/officeDocument/2006/relationships/hyperlink" Target="https://bitbucket.org/neusoftjp/shimano-mobile-sdk-doc/pull-requests/274" TargetMode="External"/><Relationship Id="rId8" Type="http://schemas.openxmlformats.org/officeDocument/2006/relationships/hyperlink" Target="https://bitbucket.org/neusoftjp/shimano-mobile-sdk-doc/pull-requests/269" TargetMode="External"/><Relationship Id="rId7" Type="http://schemas.openxmlformats.org/officeDocument/2006/relationships/hyperlink" Target="https://bitbucket.org/neusoftjp/shimano-mobile-sdk-doc/pull-requests/264" TargetMode="External"/><Relationship Id="rId6" Type="http://schemas.openxmlformats.org/officeDocument/2006/relationships/hyperlink" Target="https://bitbucket.org/neusoftjp/shimano-mobile-sdk-doc/pull-requests/254" TargetMode="External"/><Relationship Id="rId5" Type="http://schemas.openxmlformats.org/officeDocument/2006/relationships/hyperlink" Target="https://bitbucket.org/neusoftjp/shimano-mobile-sdk-doc/pull-requests/233" TargetMode="External"/><Relationship Id="rId4" Type="http://schemas.openxmlformats.org/officeDocument/2006/relationships/hyperlink" Target="https://bitbucket.org/neusoftjp/shimano-mobile-sdk-doc/pull-requests/234" TargetMode="External"/><Relationship Id="rId3" Type="http://schemas.openxmlformats.org/officeDocument/2006/relationships/hyperlink" Target="https://bitbucket.org/neusoftjp/shimano-mobile-sdk-doc/pull-requests/218" TargetMode="External"/><Relationship Id="rId2" Type="http://schemas.openxmlformats.org/officeDocument/2006/relationships/hyperlink" Target="ttps://bitbucket.org/neusoftjp/shimano-mobile-sdk-doc/pull-requests/217" TargetMode="External"/><Relationship Id="rId11" Type="http://schemas.openxmlformats.org/officeDocument/2006/relationships/slideLayout" Target="../slideLayouts/slideLayout14.xml"/><Relationship Id="rId10" Type="http://schemas.openxmlformats.org/officeDocument/2006/relationships/hyperlink" Target="https://bitbucket.org/neusoftjp/shimano-mobile-sdk-doc/pull-requests/253" TargetMode="External"/><Relationship Id="rId1" Type="http://schemas.openxmlformats.org/officeDocument/2006/relationships/tags" Target="../tags/tag17.xml"/></Relationships>
</file>

<file path=ppt/slides/_rels/slide21.xml.rels><?xml version="1.0" encoding="UTF-8" standalone="yes"?>
<Relationships xmlns="http://schemas.openxmlformats.org/package/2006/relationships"><Relationship Id="rId9" Type="http://schemas.openxmlformats.org/officeDocument/2006/relationships/hyperlink" Target="https://bitbucket.org/neusoftjp/shimano-mobile-sdk-doc/pull-requests/225" TargetMode="External"/><Relationship Id="rId8" Type="http://schemas.openxmlformats.org/officeDocument/2006/relationships/hyperlink" Target="https://bitbucket.org/neusoftjp/shimano-mobile-sdk-doc/pull-requests/237" TargetMode="External"/><Relationship Id="rId7" Type="http://schemas.openxmlformats.org/officeDocument/2006/relationships/hyperlink" Target="https://bitbucket.org/neusoftjp/shimano-mobile-sdk-doc/pull-requests/228" TargetMode="External"/><Relationship Id="rId6" Type="http://schemas.openxmlformats.org/officeDocument/2006/relationships/hyperlink" Target="https://bitbucket.org/neusoftjp/shimano-mobile-sdk-doc/pull-requests/261" TargetMode="External"/><Relationship Id="rId5" Type="http://schemas.openxmlformats.org/officeDocument/2006/relationships/hyperlink" Target="https://bitbucket.org/neusoftjp/shimano-mobile-sdk-doc/pull-requests/222" TargetMode="External"/><Relationship Id="rId4" Type="http://schemas.openxmlformats.org/officeDocument/2006/relationships/hyperlink" Target="https://bitbucket.org/neusoftjp/shimano-mobile-sdk-doc/pull-requests/236" TargetMode="External"/><Relationship Id="rId3" Type="http://schemas.openxmlformats.org/officeDocument/2006/relationships/hyperlink" Target="https://bitbucket.org/neusoftjp/shimano-mobile-sdk-doc/pull-requests/227" TargetMode="External"/><Relationship Id="rId2" Type="http://schemas.openxmlformats.org/officeDocument/2006/relationships/hyperlink" Target="https://bitbucket.org/neusoftjp/shimano-mobile-sdk-doc/pull-requests/230" TargetMode="External"/><Relationship Id="rId12" Type="http://schemas.openxmlformats.org/officeDocument/2006/relationships/slideLayout" Target="../slideLayouts/slideLayout14.xml"/><Relationship Id="rId11" Type="http://schemas.openxmlformats.org/officeDocument/2006/relationships/hyperlink" Target="https://bitbucket.org/neusoftjp/shimano-mobile-sdk-doc/pull-requests/255" TargetMode="External"/><Relationship Id="rId10" Type="http://schemas.openxmlformats.org/officeDocument/2006/relationships/hyperlink" Target="https://bitbucket.org/neusoftjp/shimano-mobile-sdk-doc/pull-requests/239" TargetMode="External"/><Relationship Id="rId1" Type="http://schemas.openxmlformats.org/officeDocument/2006/relationships/tags" Target="../tags/tag18.xml"/></Relationships>
</file>

<file path=ppt/slides/_rels/slide22.xml.rels><?xml version="1.0" encoding="UTF-8" standalone="yes"?>
<Relationships xmlns="http://schemas.openxmlformats.org/package/2006/relationships"><Relationship Id="rId9" Type="http://schemas.openxmlformats.org/officeDocument/2006/relationships/hyperlink" Target="https://bitbucket.org/neusoftjp/shimano-mobile-sdk-doc/pull-requests/258" TargetMode="External"/><Relationship Id="rId8" Type="http://schemas.openxmlformats.org/officeDocument/2006/relationships/hyperlink" Target="https://bitbucket.org/neusoftjp/shimano-mobile-sdk-doc/pull-requests/238" TargetMode="External"/><Relationship Id="rId7" Type="http://schemas.openxmlformats.org/officeDocument/2006/relationships/hyperlink" Target="https://bitbucket.org/neusoftjp/shimano-mobile-sdk-doc/pull-requests/226" TargetMode="External"/><Relationship Id="rId6" Type="http://schemas.openxmlformats.org/officeDocument/2006/relationships/hyperlink" Target="https://bitbucket.org/neusoftjp/shimano-mobile-sdk-doc/pull-requests/260" TargetMode="External"/><Relationship Id="rId5" Type="http://schemas.openxmlformats.org/officeDocument/2006/relationships/hyperlink" Target="https://bitbucket.org/neusoftjp/shimano-mobile-sdk-doc/pull-requests/229" TargetMode="External"/><Relationship Id="rId4" Type="http://schemas.openxmlformats.org/officeDocument/2006/relationships/hyperlink" Target="https://bitbucket.org/neusoftjp/shimano-mobile-sdk-doc/pull-requests/240" TargetMode="External"/><Relationship Id="rId3" Type="http://schemas.openxmlformats.org/officeDocument/2006/relationships/hyperlink" Target="https://bitbucket.org/neusoftjp/shimano-mobile-sdk-doc/pull-requests/224" TargetMode="External"/><Relationship Id="rId2" Type="http://schemas.openxmlformats.org/officeDocument/2006/relationships/hyperlink" Target="https://bitbucket.org/neusoftjp/shimano-mobile-sdk-doc/pull-requests/230" TargetMode="External"/><Relationship Id="rId15" Type="http://schemas.openxmlformats.org/officeDocument/2006/relationships/slideLayout" Target="../slideLayouts/slideLayout14.xml"/><Relationship Id="rId14" Type="http://schemas.openxmlformats.org/officeDocument/2006/relationships/hyperlink" Target="https://bitbucket.org/neusoftjp/shimano-mobile-sdk-doc/pull-requests/259" TargetMode="External"/><Relationship Id="rId13" Type="http://schemas.openxmlformats.org/officeDocument/2006/relationships/hyperlink" Target="https://bitbucket.org/neusoftjp/shimano-mobile-sdk-doc/pull-requests/257" TargetMode="External"/><Relationship Id="rId12" Type="http://schemas.openxmlformats.org/officeDocument/2006/relationships/hyperlink" Target="https://bitbucket.org/neusoftjp/shimano-mobile-sdk-doc/pull-requests/242" TargetMode="External"/><Relationship Id="rId11" Type="http://schemas.openxmlformats.org/officeDocument/2006/relationships/hyperlink" Target="https://bitbucket.org/neusoftjp/shimano-mobile-sdk-doc/pull-requests/241" TargetMode="External"/><Relationship Id="rId10" Type="http://schemas.openxmlformats.org/officeDocument/2006/relationships/hyperlink" Target="https://bitbucket.org/neusoftjp/shimano-mobile-sdk-doc/pull-requests/256" TargetMode="External"/><Relationship Id="rId1" Type="http://schemas.openxmlformats.org/officeDocument/2006/relationships/tags" Target="../tags/tag19.xml"/></Relationships>
</file>

<file path=ppt/slides/_rels/slide23.xml.rels><?xml version="1.0" encoding="UTF-8" standalone="yes"?>
<Relationships xmlns="http://schemas.openxmlformats.org/package/2006/relationships"><Relationship Id="rId9" Type="http://schemas.openxmlformats.org/officeDocument/2006/relationships/hyperlink" Target="https://bitbucket.org/neusoftjp/shimano-mobile-sdk-doc/pull-requests/242" TargetMode="External"/><Relationship Id="rId8" Type="http://schemas.openxmlformats.org/officeDocument/2006/relationships/hyperlink" Target="https://bitbucket.org/neusoftjp/shimano-mobile-sdk-doc/pull-requests/275" TargetMode="External"/><Relationship Id="rId7" Type="http://schemas.openxmlformats.org/officeDocument/2006/relationships/hyperlink" Target="https://bitbucket.org/neusoftjp/shimano-mobile-sdk-doc/pull-requests/241" TargetMode="External"/><Relationship Id="rId6" Type="http://schemas.openxmlformats.org/officeDocument/2006/relationships/hyperlink" Target="https://bitbucket.org/neusoftjp/shimano-mobile-sdk-doc/pull-requests/268" TargetMode="External"/><Relationship Id="rId5" Type="http://schemas.openxmlformats.org/officeDocument/2006/relationships/hyperlink" Target="https://bitbucket.org/neusoftjp/shimano-mobile-sdk-doc/pull-requests/271" TargetMode="External"/><Relationship Id="rId4" Type="http://schemas.openxmlformats.org/officeDocument/2006/relationships/hyperlink" Target="https://bitbucket.org/neusoftjp/shimano-mobile-sdk-doc/pull-requests/265" TargetMode="External"/><Relationship Id="rId3" Type="http://schemas.openxmlformats.org/officeDocument/2006/relationships/hyperlink" Target="https://bitbucket.org/neusoftjp/shimano-mobile-sdk-doc/pull-requests/266" TargetMode="External"/><Relationship Id="rId2" Type="http://schemas.openxmlformats.org/officeDocument/2006/relationships/hyperlink" Target="https://bitbucket.org/neusoftjp/shimano-mobile-sdk-doc/pull-requests/230" TargetMode="External"/><Relationship Id="rId10" Type="http://schemas.openxmlformats.org/officeDocument/2006/relationships/slideLayout" Target="../slideLayouts/slideLayout14.xml"/><Relationship Id="rId1" Type="http://schemas.openxmlformats.org/officeDocument/2006/relationships/tags" Target="../tags/tag20.xml"/></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hyperlink" Target="https://bitbucket.org/neusoftjp/shimano-mobile-sdk-doc/pull-requests/249" TargetMode="External"/><Relationship Id="rId7" Type="http://schemas.openxmlformats.org/officeDocument/2006/relationships/hyperlink" Target="https://bitbucket.org/neusoftjp/shimano-mobile-sdk-doc/pull-requests/246" TargetMode="External"/><Relationship Id="rId6" Type="http://schemas.openxmlformats.org/officeDocument/2006/relationships/hyperlink" Target="https://bitbucket.org/neusoftjp/shimano-mobile-sdk-doc/pull-requests/245" TargetMode="External"/><Relationship Id="rId5" Type="http://schemas.openxmlformats.org/officeDocument/2006/relationships/hyperlink" Target="https://bitbucket.org/neusoftjp/shimano-mobile-sdk-doc/pull-requests/247" TargetMode="External"/><Relationship Id="rId4" Type="http://schemas.openxmlformats.org/officeDocument/2006/relationships/hyperlink" Target="https://bitbucket.org/neusoftjp/shimano-mobile-sdk-doc/pull-requests/248" TargetMode="External"/><Relationship Id="rId3" Type="http://schemas.openxmlformats.org/officeDocument/2006/relationships/hyperlink" Target="https://bitbucket.org/neusoftjp/shimano-mobile-sdk-doc/pull-requests/244" TargetMode="External"/><Relationship Id="rId2" Type="http://schemas.openxmlformats.org/officeDocument/2006/relationships/hyperlink" Target="https://bitbucket.org/neusoftjp/shimano-mobile-sdk-doc/pull-requests/230" TargetMode="External"/><Relationship Id="rId1" Type="http://schemas.openxmlformats.org/officeDocument/2006/relationships/tags" Target="../tags/tag21.xml"/></Relationships>
</file>

<file path=ppt/slides/_rels/slide25.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hyperlink" Target="https://bitbucket.org/neusoftjp/shimano-mobile-sdk-doc/pull-requests/273" TargetMode="External"/><Relationship Id="rId5" Type="http://schemas.openxmlformats.org/officeDocument/2006/relationships/hyperlink" Target="https://bitbucket.org/neusoftjp/shimano-mobile-sdk-doc/pull-requests/272" TargetMode="External"/><Relationship Id="rId4" Type="http://schemas.openxmlformats.org/officeDocument/2006/relationships/hyperlink" Target="https://bitbucket.org/neusoftjp/shimano-mobile-sdk-doc/pull-requests/247" TargetMode="External"/><Relationship Id="rId3" Type="http://schemas.openxmlformats.org/officeDocument/2006/relationships/hyperlink" Target="https://bitbucket.org/neusoftjp/shimano-mobile-sdk-doc/pull-requests/246" TargetMode="External"/><Relationship Id="rId2" Type="http://schemas.openxmlformats.org/officeDocument/2006/relationships/hyperlink" Target="https://bitbucket.org/neusoftjp/shimano-mobile-sdk-doc/pull-requests/230" TargetMode="External"/><Relationship Id="rId1" Type="http://schemas.openxmlformats.org/officeDocument/2006/relationships/tags" Target="../tags/tag22.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14.xml"/><Relationship Id="rId5" Type="http://schemas.openxmlformats.org/officeDocument/2006/relationships/hyperlink" Target="https://bitbucket.org/neusoftjp/shimano-mobile-sdk-doc/pull-requests/280" TargetMode="External"/><Relationship Id="rId4" Type="http://schemas.openxmlformats.org/officeDocument/2006/relationships/hyperlink" Target="https://bitbucket.org/neusoftjp/shimano-mobile-sdk-doc/pull-requests/247" TargetMode="External"/><Relationship Id="rId3" Type="http://schemas.openxmlformats.org/officeDocument/2006/relationships/hyperlink" Target="https://bitbucket.org/neusoftjp/shimano-mobile-sdk-doc/pull-requests/273" TargetMode="External"/><Relationship Id="rId2" Type="http://schemas.openxmlformats.org/officeDocument/2006/relationships/hyperlink" Target="https://bitbucket.org/neusoftjp/shimano-mobile-sdk-doc/pull-requests/230" TargetMode="External"/><Relationship Id="rId1" Type="http://schemas.openxmlformats.org/officeDocument/2006/relationships/tags" Target="../tags/tag2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24.xml"/></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hyperlink" Target="https://bitbucket.org/neusoftjp/shimano-mobile-sdk/pull-requests/508" TargetMode="External"/><Relationship Id="rId5" Type="http://schemas.openxmlformats.org/officeDocument/2006/relationships/hyperlink" Target="https://bitbucket.org/neusoftjp/shimano-mobile-sdk/pull-requests/507" TargetMode="External"/><Relationship Id="rId4" Type="http://schemas.openxmlformats.org/officeDocument/2006/relationships/hyperlink" Target="https://bitbucket.org/neusoftjp/shimano-mobile-sdk/pull-requests/506" TargetMode="External"/><Relationship Id="rId3" Type="http://schemas.openxmlformats.org/officeDocument/2006/relationships/hyperlink" Target="https://bitbucket.org/neusoftjp/shimano-mobile-sdk/pull-requests/509" TargetMode="External"/><Relationship Id="rId2" Type="http://schemas.openxmlformats.org/officeDocument/2006/relationships/hyperlink" Target="https://bitbucket.org/neusoftjp/shimano-mobile-sdk/pull-requests/510" TargetMode="External"/><Relationship Id="rId1" Type="http://schemas.openxmlformats.org/officeDocument/2006/relationships/tags" Target="../tags/tag25.xml"/></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14.xml"/><Relationship Id="rId7" Type="http://schemas.openxmlformats.org/officeDocument/2006/relationships/hyperlink" Target="https://bitbucket.org/neusoftjp/shimano-mobile-sdk/pull-requests/585" TargetMode="External"/><Relationship Id="rId6" Type="http://schemas.openxmlformats.org/officeDocument/2006/relationships/hyperlink" Target="https://bitbucket.org/neusoftjp/shimano-mobile-sdk/pull-requests/548" TargetMode="External"/><Relationship Id="rId5" Type="http://schemas.openxmlformats.org/officeDocument/2006/relationships/hyperlink" Target="https://bitbucket.org/neusoftjp/shimano-mobile-sdk/pull-requests/540" TargetMode="External"/><Relationship Id="rId4" Type="http://schemas.openxmlformats.org/officeDocument/2006/relationships/hyperlink" Target="https://bitbucket.org/neusoftjp/shimano-mobile-sdk/pull-requests/537" TargetMode="External"/><Relationship Id="rId3" Type="http://schemas.openxmlformats.org/officeDocument/2006/relationships/hyperlink" Target="https://bitbucket.org/neusoftjp/shimano-mobile-sdk/pull-requests/539" TargetMode="External"/><Relationship Id="rId2" Type="http://schemas.openxmlformats.org/officeDocument/2006/relationships/hyperlink" Target="https://bitbucket.org/neusoftjp/shimano-mobile-sdk/pull-requests/533" TargetMode="External"/><Relationship Id="rId1" Type="http://schemas.openxmlformats.org/officeDocument/2006/relationships/tags" Target="../tags/tag26.xml"/></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14.xml"/><Relationship Id="rId7" Type="http://schemas.openxmlformats.org/officeDocument/2006/relationships/hyperlink" Target="https://bitbucket.org/neusoftjp/shimano-mobile-sdk/pull-requests/579" TargetMode="External"/><Relationship Id="rId6" Type="http://schemas.openxmlformats.org/officeDocument/2006/relationships/hyperlink" Target="https://bitbucket.org/neusoftjp/shimano-mobile-sdk/pull-requests/584" TargetMode="External"/><Relationship Id="rId5" Type="http://schemas.openxmlformats.org/officeDocument/2006/relationships/hyperlink" Target="https://bitbucket.org/neusoftjp/shimano-mobile-sdk/pull-requests/578" TargetMode="External"/><Relationship Id="rId4" Type="http://schemas.openxmlformats.org/officeDocument/2006/relationships/hyperlink" Target="https://bitbucket.org/neusoftjp/shimano-mobile-sdk/pull-requests/582" TargetMode="External"/><Relationship Id="rId3" Type="http://schemas.openxmlformats.org/officeDocument/2006/relationships/hyperlink" Target="https://bitbucket.org/neusoftjp/shimano-mobile-sdk/pull-requests/577" TargetMode="External"/><Relationship Id="rId2" Type="http://schemas.openxmlformats.org/officeDocument/2006/relationships/hyperlink" Target="https://bitbucket.org/neusoftjp/shimano-mobile-sdk/pull-requests/546" TargetMode="External"/><Relationship Id="rId1" Type="http://schemas.openxmlformats.org/officeDocument/2006/relationships/tags" Target="../tags/tag27.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hyperlink" Target="https://bitbucket.org/neusoftjp/shimano-mobile-sdk/pull-requests/581" TargetMode="External"/><Relationship Id="rId3" Type="http://schemas.openxmlformats.org/officeDocument/2006/relationships/hyperlink" Target="https://bitbucket.org/neusoftjp/shimano-mobile-sdk/pull-requests/580" TargetMode="External"/><Relationship Id="rId2" Type="http://schemas.openxmlformats.org/officeDocument/2006/relationships/hyperlink" Target="https://bitbucket.org/neusoftjp/shimano-mobile-sdk/pull-requests/583" TargetMode="External"/><Relationship Id="rId1" Type="http://schemas.openxmlformats.org/officeDocument/2006/relationships/tags" Target="../tags/tag2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tags" Target="../tags/tag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2"/>
          <p:cNvSpPr txBox="1"/>
          <p:nvPr/>
        </p:nvSpPr>
        <p:spPr>
          <a:xfrm>
            <a:off x="513080" y="1112520"/>
            <a:ext cx="10911205" cy="1753235"/>
          </a:xfrm>
          <a:prstGeom prst="rect">
            <a:avLst/>
          </a:prstGeom>
          <a:noFill/>
          <a:effectLst>
            <a:outerShdw blurRad="50800" dist="38100" dir="2700000" algn="tl" rotWithShape="0">
              <a:prstClr val="black">
                <a:alpha val="40000"/>
              </a:prstClr>
            </a:outerShdw>
          </a:effectLst>
        </p:spPr>
        <p:txBody>
          <a:bodyPr wrap="square">
            <a:spAutoFit/>
          </a:bodyPr>
          <a:lstStyle>
            <a:lvl1pPr marL="0" indent="0" algn="l" defTabSz="914400" rtl="0" eaLnBrk="1" latinLnBrk="0" hangingPunct="1">
              <a:lnSpc>
                <a:spcPct val="100000"/>
              </a:lnSpc>
              <a:spcBef>
                <a:spcPts val="0"/>
              </a:spcBef>
              <a:buFont typeface="Arial" panose="020B0604020202020204" pitchFamily="34" charset="0"/>
              <a:buNone/>
              <a:defRPr sz="4000" b="1" kern="1200" baseline="0">
                <a:solidFill>
                  <a:schemeClr val="bg1"/>
                </a:solidFill>
                <a:latin typeface="Verdana" panose="020B0604030504040204" charset="0"/>
                <a:ea typeface="Microsoft YaHei" panose="020B0503020204020204" pitchFamily="34" charset="-122"/>
                <a:cs typeface="Verdana" panose="020B060403050404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ja-JP" altLang="en-US" sz="2800" dirty="0"/>
              <a:t>株式会社シマノ 様</a:t>
            </a:r>
            <a:endParaRPr lang="en-US" altLang="ja-JP" sz="2800" dirty="0"/>
          </a:p>
          <a:p>
            <a:pPr fontAlgn="auto">
              <a:spcAft>
                <a:spcPts val="0"/>
              </a:spcAft>
            </a:pPr>
            <a:endParaRPr lang="en-US" altLang="ja-JP" dirty="0"/>
          </a:p>
          <a:p>
            <a:pPr fontAlgn="auto">
              <a:spcAft>
                <a:spcPts val="0"/>
              </a:spcAft>
            </a:pPr>
            <a:r>
              <a:rPr lang="en-US" altLang="ja-JP" dirty="0"/>
              <a:t>SHIMANO</a:t>
            </a:r>
            <a:r>
              <a:rPr lang="ja-JP" altLang="en-US" dirty="0"/>
              <a:t>モバイル</a:t>
            </a:r>
            <a:r>
              <a:rPr lang="en-US" altLang="ja-JP" dirty="0"/>
              <a:t>SDK</a:t>
            </a:r>
            <a:r>
              <a:rPr lang="ja-JP" altLang="en-US" dirty="0">
                <a:sym typeface="+mn-ea"/>
              </a:rPr>
              <a:t>の開発状態</a:t>
            </a:r>
            <a:endParaRPr lang="ja-JP" altLang="en-US" dirty="0"/>
          </a:p>
        </p:txBody>
      </p:sp>
      <p:sp>
        <p:nvSpPr>
          <p:cNvPr id="9" name="文本占位符 2"/>
          <p:cNvSpPr txBox="1"/>
          <p:nvPr/>
        </p:nvSpPr>
        <p:spPr>
          <a:xfrm>
            <a:off x="7981950" y="5953125"/>
            <a:ext cx="3852496" cy="583565"/>
          </a:xfrm>
          <a:prstGeom prst="rect">
            <a:avLst/>
          </a:prstGeom>
          <a:noFill/>
          <a:effectLst>
            <a:outerShdw blurRad="50800" dist="38100" dir="2700000" algn="tl" rotWithShape="0">
              <a:prstClr val="black">
                <a:alpha val="40000"/>
              </a:prstClr>
            </a:outerShdw>
          </a:effectLst>
        </p:spPr>
        <p:txBody>
          <a:bodyPr wrap="square">
            <a:spAutoFit/>
          </a:bodyPr>
          <a:lstStyle>
            <a:lvl1pPr marL="0" indent="0" algn="l" defTabSz="914400" rtl="0" eaLnBrk="1" latinLnBrk="0" hangingPunct="1">
              <a:lnSpc>
                <a:spcPct val="100000"/>
              </a:lnSpc>
              <a:spcBef>
                <a:spcPts val="0"/>
              </a:spcBef>
              <a:buFont typeface="Arial" panose="020B0604020202020204" pitchFamily="34" charset="0"/>
              <a:buNone/>
              <a:defRPr sz="4000" b="1" kern="1200" baseline="0">
                <a:solidFill>
                  <a:schemeClr val="bg1"/>
                </a:solidFill>
                <a:latin typeface="Verdana" panose="020B0604030504040204" charset="0"/>
                <a:ea typeface="Microsoft YaHei" panose="020B0503020204020204" pitchFamily="34" charset="-122"/>
                <a:cs typeface="Verdana" panose="020B060403050404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ja-JP" sz="3200" dirty="0"/>
              <a:t>2026</a:t>
            </a:r>
            <a:r>
              <a:rPr lang="ja-JP" altLang="en-US" sz="3200" dirty="0"/>
              <a:t>年</a:t>
            </a:r>
            <a:r>
              <a:rPr lang="en-US" altLang="ja-JP" sz="3200" dirty="0"/>
              <a:t>6</a:t>
            </a:r>
            <a:r>
              <a:rPr lang="ja-JP" altLang="en-US" sz="3200" dirty="0"/>
              <a:t>月</a:t>
            </a:r>
            <a:r>
              <a:rPr lang="en-US" altLang="ja-JP" sz="3200" dirty="0"/>
              <a:t>30</a:t>
            </a:r>
            <a:r>
              <a:rPr lang="ja-JP" altLang="en-US" sz="3200" dirty="0"/>
              <a:t>日</a:t>
            </a:r>
            <a:endParaRPr lang="ja-JP" alt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eaLnBrk="0" hangingPunct="0">
              <a:buClr>
                <a:srgbClr val="777777"/>
              </a:buClr>
              <a:buSzPct val="85000"/>
              <a:buFontTx/>
              <a:defRPr/>
            </a:pPr>
            <a:r>
              <a:rPr lang="ja-JP" altLang="en-US" b="0" dirty="0">
                <a:solidFill>
                  <a:schemeClr val="tx1"/>
                </a:solidFill>
                <a:latin typeface="+mn-ea"/>
                <a:ea typeface="+mn-ea"/>
              </a:rPr>
              <a:t>モバイル</a:t>
            </a:r>
            <a:r>
              <a:rPr lang="en-US" altLang="ja-JP" b="0" dirty="0">
                <a:solidFill>
                  <a:schemeClr val="tx1"/>
                </a:solidFill>
                <a:latin typeface="+mn-ea"/>
                <a:ea typeface="+mn-ea"/>
              </a:rPr>
              <a:t>SDK(V1.0.0)</a:t>
            </a:r>
            <a:r>
              <a:rPr lang="ja-JP" altLang="en-US" b="0" dirty="0">
                <a:solidFill>
                  <a:schemeClr val="tx1"/>
                </a:solidFill>
                <a:latin typeface="+mn-ea"/>
                <a:ea typeface="+mn-ea"/>
              </a:rPr>
              <a:t>対応について</a:t>
            </a:r>
            <a:endParaRPr lang="en-US" altLang="ja-JP" b="0" dirty="0">
              <a:solidFill>
                <a:schemeClr val="tx1"/>
              </a:solidFill>
              <a:latin typeface="+mn-ea"/>
              <a:ea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 name="表 54"/>
          <p:cNvGraphicFramePr/>
          <p:nvPr>
            <p:custDataLst>
              <p:tags r:id="rId1"/>
            </p:custDataLst>
          </p:nvPr>
        </p:nvGraphicFramePr>
        <p:xfrm>
          <a:off x="196215" y="478155"/>
          <a:ext cx="11351895" cy="5623560"/>
        </p:xfrm>
        <a:graphic>
          <a:graphicData uri="http://schemas.openxmlformats.org/drawingml/2006/table">
            <a:tbl>
              <a:tblPr firstRow="1" bandRow="1"/>
              <a:tblGrid>
                <a:gridCol w="907306"/>
                <a:gridCol w="242363"/>
                <a:gridCol w="242984"/>
                <a:gridCol w="242363"/>
                <a:gridCol w="242984"/>
                <a:gridCol w="242363"/>
                <a:gridCol w="242984"/>
                <a:gridCol w="242363"/>
                <a:gridCol w="242984"/>
                <a:gridCol w="242362"/>
                <a:gridCol w="252306"/>
                <a:gridCol w="242984"/>
                <a:gridCol w="242363"/>
                <a:gridCol w="242984"/>
                <a:gridCol w="242363"/>
                <a:gridCol w="242984"/>
                <a:gridCol w="242362"/>
                <a:gridCol w="242985"/>
                <a:gridCol w="242984"/>
                <a:gridCol w="242362"/>
                <a:gridCol w="242985"/>
                <a:gridCol w="242362"/>
                <a:gridCol w="242363"/>
                <a:gridCol w="242984"/>
                <a:gridCol w="242363"/>
                <a:gridCol w="242984"/>
                <a:gridCol w="242362"/>
                <a:gridCol w="242985"/>
                <a:gridCol w="242362"/>
                <a:gridCol w="242984"/>
                <a:gridCol w="242363"/>
                <a:gridCol w="242984"/>
                <a:gridCol w="242363"/>
                <a:gridCol w="242984"/>
                <a:gridCol w="242363"/>
                <a:gridCol w="242984"/>
                <a:gridCol w="242362"/>
                <a:gridCol w="242985"/>
                <a:gridCol w="242362"/>
                <a:gridCol w="242984"/>
                <a:gridCol w="242363"/>
                <a:gridCol w="242984"/>
                <a:gridCol w="242363"/>
                <a:gridCol w="242984"/>
              </a:tblGrid>
              <a:tr h="401320">
                <a:tc>
                  <a:txBody>
                    <a:bodyPr/>
                    <a:lstStyle>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1000" b="1" dirty="0">
                          <a:solidFill>
                            <a:schemeClr val="bg1"/>
                          </a:solidFill>
                        </a:rPr>
                        <a:t>2026</a:t>
                      </a:r>
                      <a:r>
                        <a:rPr lang="ja-JP" altLang="en-US" sz="1000" b="1" dirty="0">
                          <a:solidFill>
                            <a:schemeClr val="bg1"/>
                          </a:solidFill>
                        </a:rPr>
                        <a:t>年</a:t>
                      </a:r>
                      <a:r>
                        <a:rPr lang="en-US" altLang="ja-JP" sz="1000" b="1" dirty="0">
                          <a:solidFill>
                            <a:schemeClr val="bg1"/>
                          </a:solidFill>
                        </a:rPr>
                        <a:t>3</a:t>
                      </a:r>
                      <a:r>
                        <a:rPr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tcPr>
                </a:tc>
                <a:tc hMerge="1">
                  <a:tcPr/>
                </a:tc>
                <a:tc hMerge="1">
                  <a:tcPr/>
                </a:tc>
                <a:tc hMerge="1">
                  <a:tcPr>
                    <a:lnR w="12700" cap="flat" cmpd="sng" algn="ctr">
                      <a:solidFill>
                        <a:sysClr val="window" lastClr="FFFFFF"/>
                      </a:solidFill>
                      <a:prstDash val="solid"/>
                      <a:round/>
                      <a:headEnd type="none" w="med" len="med"/>
                      <a:tailEnd type="none" w="med" len="med"/>
                    </a:lnR>
                    <a:lnB w="28575" cap="flat" cmpd="sng" algn="ctr">
                      <a:solidFill>
                        <a:schemeClr val="bg1"/>
                      </a:solidFill>
                      <a:prstDash val="solid"/>
                      <a:round/>
                      <a:headEnd type="none" w="med" len="med"/>
                      <a:tailEnd type="none" w="med" len="med"/>
                    </a:lnB>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1000" b="1" dirty="0">
                          <a:solidFill>
                            <a:schemeClr val="bg1"/>
                          </a:solidFill>
                        </a:rPr>
                        <a:t>2025</a:t>
                      </a:r>
                      <a:r>
                        <a:rPr lang="ja-JP" altLang="en-US" sz="1000" b="1" dirty="0">
                          <a:solidFill>
                            <a:schemeClr val="bg1"/>
                          </a:solidFill>
                        </a:rPr>
                        <a:t>年</a:t>
                      </a:r>
                      <a:r>
                        <a:rPr lang="en-US" altLang="ja-JP" sz="1000" b="1" dirty="0">
                          <a:solidFill>
                            <a:schemeClr val="bg1"/>
                          </a:solidFill>
                        </a:rPr>
                        <a:t>4</a:t>
                      </a:r>
                      <a:r>
                        <a:rPr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1000" b="1" dirty="0">
                          <a:solidFill>
                            <a:schemeClr val="bg1"/>
                          </a:solidFill>
                        </a:rPr>
                        <a:t>2025</a:t>
                      </a:r>
                      <a:r>
                        <a:rPr lang="ja-JP" altLang="en-US" sz="1000" b="1" dirty="0">
                          <a:solidFill>
                            <a:schemeClr val="bg1"/>
                          </a:solidFill>
                        </a:rPr>
                        <a:t>年</a:t>
                      </a:r>
                      <a:r>
                        <a:rPr lang="en-US" altLang="ja-JP" sz="1000" b="1" dirty="0">
                          <a:solidFill>
                            <a:schemeClr val="bg1"/>
                          </a:solidFill>
                        </a:rPr>
                        <a:t>5</a:t>
                      </a:r>
                      <a:r>
                        <a:rPr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1000" b="1" dirty="0">
                          <a:solidFill>
                            <a:schemeClr val="bg1"/>
                          </a:solidFill>
                        </a:rPr>
                        <a:t>2026</a:t>
                      </a:r>
                      <a:r>
                        <a:rPr lang="ja-JP" altLang="en-US" sz="1000" b="1" dirty="0">
                          <a:solidFill>
                            <a:schemeClr val="bg1"/>
                          </a:solidFill>
                        </a:rPr>
                        <a:t>年</a:t>
                      </a:r>
                      <a:r>
                        <a:rPr lang="en-US" altLang="ja-JP" sz="1000" b="1" dirty="0">
                          <a:solidFill>
                            <a:schemeClr val="bg1"/>
                          </a:solidFill>
                        </a:rPr>
                        <a:t>6</a:t>
                      </a:r>
                      <a:r>
                        <a:rPr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1000" b="1" dirty="0">
                          <a:solidFill>
                            <a:schemeClr val="bg1"/>
                          </a:solidFill>
                        </a:rPr>
                        <a:t>2026</a:t>
                      </a:r>
                      <a:r>
                        <a:rPr lang="ja-JP" altLang="en-US" sz="1000" b="1" dirty="0">
                          <a:solidFill>
                            <a:schemeClr val="bg1"/>
                          </a:solidFill>
                        </a:rPr>
                        <a:t>年</a:t>
                      </a:r>
                      <a:r>
                        <a:rPr lang="en-US" altLang="ja-JP" sz="1000" b="1" dirty="0">
                          <a:solidFill>
                            <a:schemeClr val="bg1"/>
                          </a:solidFill>
                        </a:rPr>
                        <a:t>7</a:t>
                      </a:r>
                      <a:r>
                        <a:rPr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1000" b="1" dirty="0">
                          <a:solidFill>
                            <a:schemeClr val="bg1"/>
                          </a:solidFill>
                        </a:rPr>
                        <a:t>2026</a:t>
                      </a:r>
                      <a:r>
                        <a:rPr kumimoji="1" lang="ja-JP" altLang="en-US" sz="1000" b="1" dirty="0">
                          <a:solidFill>
                            <a:schemeClr val="bg1"/>
                          </a:solidFill>
                        </a:rPr>
                        <a:t>年</a:t>
                      </a:r>
                      <a:r>
                        <a:rPr kumimoji="1" lang="en-US" altLang="ja-JP" sz="1000" b="1" dirty="0">
                          <a:solidFill>
                            <a:schemeClr val="bg1"/>
                          </a:solidFill>
                        </a:rPr>
                        <a:t>8</a:t>
                      </a:r>
                      <a:r>
                        <a:rPr kumimoji="1"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1000" b="1" dirty="0">
                          <a:solidFill>
                            <a:schemeClr val="bg1"/>
                          </a:solidFill>
                        </a:rPr>
                        <a:t>2026</a:t>
                      </a:r>
                      <a:r>
                        <a:rPr kumimoji="1" lang="ja-JP" altLang="en-US" sz="1000" b="1" dirty="0">
                          <a:solidFill>
                            <a:schemeClr val="bg1"/>
                          </a:solidFill>
                        </a:rPr>
                        <a:t>年</a:t>
                      </a:r>
                      <a:r>
                        <a:rPr kumimoji="1" lang="en-US" altLang="ja-JP" sz="1000" b="1" dirty="0">
                          <a:solidFill>
                            <a:schemeClr val="bg1"/>
                          </a:solidFill>
                        </a:rPr>
                        <a:t>9</a:t>
                      </a:r>
                      <a:r>
                        <a:rPr kumimoji="1"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1000" b="1" dirty="0">
                          <a:solidFill>
                            <a:schemeClr val="bg1"/>
                          </a:solidFill>
                        </a:rPr>
                        <a:t>2026</a:t>
                      </a:r>
                      <a:r>
                        <a:rPr kumimoji="1" lang="ja-JP" altLang="en-US" sz="1000" b="1" dirty="0">
                          <a:solidFill>
                            <a:schemeClr val="bg1"/>
                          </a:solidFill>
                        </a:rPr>
                        <a:t>年</a:t>
                      </a:r>
                      <a:r>
                        <a:rPr kumimoji="1" lang="en-US" altLang="ja-JP" sz="1000" b="1" dirty="0">
                          <a:solidFill>
                            <a:schemeClr val="bg1"/>
                          </a:solidFill>
                        </a:rPr>
                        <a:t>10</a:t>
                      </a:r>
                      <a:r>
                        <a:rPr kumimoji="1"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1000" b="1" dirty="0">
                          <a:solidFill>
                            <a:schemeClr val="bg1"/>
                          </a:solidFill>
                        </a:rPr>
                        <a:t>2026</a:t>
                      </a:r>
                      <a:r>
                        <a:rPr kumimoji="1" lang="ja-JP" altLang="en-US" sz="1000" b="1" dirty="0">
                          <a:solidFill>
                            <a:schemeClr val="bg1"/>
                          </a:solidFill>
                        </a:rPr>
                        <a:t>年</a:t>
                      </a:r>
                      <a:r>
                        <a:rPr kumimoji="1" lang="en-US" altLang="ja-JP" sz="1000" b="1" dirty="0">
                          <a:solidFill>
                            <a:schemeClr val="bg1"/>
                          </a:solidFill>
                        </a:rPr>
                        <a:t>11</a:t>
                      </a:r>
                      <a:r>
                        <a:rPr kumimoji="1"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1000" b="1" dirty="0">
                          <a:solidFill>
                            <a:schemeClr val="bg1"/>
                          </a:solidFill>
                          <a:sym typeface="+mn-ea"/>
                        </a:rPr>
                        <a:t>2026</a:t>
                      </a:r>
                      <a:r>
                        <a:rPr kumimoji="1" lang="ja-JP" altLang="en-US" sz="1000" b="1" dirty="0">
                          <a:solidFill>
                            <a:schemeClr val="bg1"/>
                          </a:solidFill>
                          <a:sym typeface="+mn-ea"/>
                        </a:rPr>
                        <a:t>年</a:t>
                      </a:r>
                      <a:r>
                        <a:rPr kumimoji="1" lang="en-US" altLang="ja-JP" sz="1000" b="1" dirty="0">
                          <a:solidFill>
                            <a:schemeClr val="bg1"/>
                          </a:solidFill>
                          <a:sym typeface="+mn-ea"/>
                        </a:rPr>
                        <a:t>12</a:t>
                      </a:r>
                      <a:r>
                        <a:rPr kumimoji="1" lang="ja-JP" altLang="en-US" sz="1000" b="1" dirty="0">
                          <a:solidFill>
                            <a:schemeClr val="bg1"/>
                          </a:solidFill>
                          <a:sym typeface="+mn-ea"/>
                        </a:rPr>
                        <a:t>月</a:t>
                      </a:r>
                      <a:endParaRPr kumimoji="1" lang="ja-JP" altLang="en-US" sz="1000" b="1" dirty="0">
                        <a:solidFill>
                          <a:schemeClr val="bg1"/>
                        </a:solidFill>
                        <a:sym typeface="+mn-ea"/>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r>
              <a:tr h="1270000">
                <a:tc>
                  <a:txBody>
                    <a:bodyPr/>
                    <a:lstStyle/>
                    <a:p>
                      <a:pPr algn="l">
                        <a:buClrTx/>
                        <a:buSzTx/>
                        <a:buNone/>
                      </a:pPr>
                      <a:r>
                        <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rPr>
                        <a:t>SDK IF</a:t>
                      </a:r>
                      <a:endPar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None/>
                      </a:pPr>
                      <a:r>
                        <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rPr>
                        <a:t>変更対応</a:t>
                      </a:r>
                      <a:endPar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None/>
                      </a:pPr>
                      <a:endParaRPr lang="en-US" altLang="zh-CN" sz="1000" dirty="0">
                        <a:latin typeface="Meiryo UI" panose="020B0604030504040204" pitchFamily="50" charset="-128"/>
                        <a:ea typeface="SimSun" panose="02010600030101010101" pitchFamily="2" charset="-122"/>
                        <a:cs typeface="Meiryo UI" panose="020B0604030504040204" pitchFamily="50" charset="-128"/>
                        <a:sym typeface="+mn-ea"/>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r h="1716405">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altLang="ja-JP" sz="1000" b="0" noProof="0" dirty="0">
                          <a:ln>
                            <a:noFill/>
                          </a:ln>
                          <a:solidFill>
                            <a:schemeClr val="tx1"/>
                          </a:solidFill>
                          <a:effectLst/>
                          <a:uLnTx/>
                          <a:uFillTx/>
                          <a:latin typeface="Meiryo UI" panose="020B0604030504040204" pitchFamily="50" charset="-128"/>
                          <a:ea typeface="Meiryo UI" panose="020B0604030504040204" pitchFamily="50" charset="-128"/>
                          <a:sym typeface="+mn-ea"/>
                        </a:rPr>
                        <a:t>テスト</a:t>
                      </a:r>
                      <a:endParaRPr lang="en-US" altLang="ja-JP" sz="1000" b="0" noProof="0" dirty="0">
                        <a:ln>
                          <a:noFill/>
                        </a:ln>
                        <a:solidFill>
                          <a:schemeClr val="tx1"/>
                        </a:solidFill>
                        <a:effectLst/>
                        <a:uLnTx/>
                        <a:uFillTx/>
                        <a:latin typeface="Meiryo UI" panose="020B0604030504040204" pitchFamily="50" charset="-128"/>
                        <a:ea typeface="Meiryo UI" panose="020B0604030504040204" pitchFamily="50" charset="-128"/>
                        <a:sym typeface="+mn-ea"/>
                      </a:endParaRPr>
                    </a:p>
                    <a:p>
                      <a:endParaRPr lang="en-US" altLang="zh-CN" sz="1000" dirty="0">
                        <a:latin typeface="Meiryo UI" panose="020B0604030504040204" pitchFamily="50" charset="-128"/>
                        <a:ea typeface="SimSun" panose="02010600030101010101" pitchFamily="2" charset="-122"/>
                        <a:cs typeface="Meiryo UI" panose="020B0604030504040204" pitchFamily="50" charset="-128"/>
                        <a:sym typeface="+mn-ea"/>
                      </a:endParaRPr>
                    </a:p>
                    <a:p>
                      <a:endParaRPr kumimoji="1" lang="en-US" altLang="ja-JP" sz="1000" b="0" i="0" noProof="0" dirty="0">
                        <a:ln>
                          <a:noFill/>
                        </a:ln>
                        <a:solidFill>
                          <a:schemeClr val="tx1"/>
                        </a:solidFill>
                        <a:effectLst/>
                        <a:uLnTx/>
                        <a:uFillTx/>
                        <a:latin typeface="Meiryo UI" panose="020B0604030504040204" pitchFamily="50" charset="-128"/>
                        <a:ea typeface="Meiryo UI" panose="020B0604030504040204" pitchFamily="50" charset="-128"/>
                        <a:sym typeface="+mn-ea"/>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r h="1435735">
                <a:tc>
                  <a:txBody>
                    <a:bodyPr/>
                    <a:lstStyle/>
                    <a:p>
                      <a:pPr algn="l">
                        <a:buClrTx/>
                        <a:buSzTx/>
                        <a:buFontTx/>
                        <a:buNone/>
                      </a:pPr>
                      <a:r>
                        <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rPr>
                        <a:t>SDK </a:t>
                      </a:r>
                      <a:r>
                        <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rPr>
                        <a:t>共通</a:t>
                      </a:r>
                      <a:endParaRPr kumimoji="1" lang="en-US" altLang="ja-JP" sz="1000" b="0" i="0" dirty="0">
                        <a:effectLst/>
                      </a:endParaRPr>
                    </a:p>
                    <a:p>
                      <a:pPr algn="l">
                        <a:buClrTx/>
                        <a:buSzTx/>
                        <a:buFontTx/>
                        <a:buNone/>
                      </a:pPr>
                      <a:endParaRPr lang="ja-JP" altLang="en-US" sz="1000" b="0" i="0" kern="0" noProof="0" dirty="0">
                        <a:ln>
                          <a:noFill/>
                        </a:ln>
                        <a:solidFill>
                          <a:schemeClr val="tx1"/>
                        </a:solidFill>
                        <a:effectLst/>
                        <a:uLnTx/>
                        <a:uFillTx/>
                        <a:latin typeface="Meiryo UI" panose="020B0604030504040204" pitchFamily="50" charset="-128"/>
                        <a:ea typeface="Meiryo UI" panose="020B0604030504040204" pitchFamily="50" charset="-128"/>
                        <a:cs typeface="Meiryo UI" panose="020B0604030504040204" pitchFamily="50" charset="-128"/>
                        <a:sym typeface="+mn-ea"/>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r h="800100">
                <a:tc>
                  <a:txBody>
                    <a:bodyPr/>
                    <a:lstStyle/>
                    <a:p>
                      <a:pPr algn="l">
                        <a:buClrTx/>
                        <a:buSzTx/>
                        <a:buFontTx/>
                      </a:pPr>
                      <a:r>
                        <a:rPr lang="zh-CN" altLang="en-US" sz="1000" b="0" i="0" kern="0" noProof="0" dirty="0">
                          <a:ln>
                            <a:noFill/>
                          </a:ln>
                          <a:solidFill>
                            <a:schemeClr val="tx1"/>
                          </a:solidFill>
                          <a:effectLst/>
                          <a:uLnTx/>
                          <a:uFillTx/>
                          <a:latin typeface="Meiryo UI" panose="020B0604030504040204" pitchFamily="50" charset="-128"/>
                          <a:ea typeface="Meiryo UI" panose="020B0604030504040204" pitchFamily="50" charset="-128"/>
                          <a:cs typeface="Meiryo UI" panose="020B0604030504040204" pitchFamily="50" charset="-128"/>
                          <a:sym typeface="+mn-ea"/>
                        </a:rPr>
                        <a:t>受入</a:t>
                      </a:r>
                      <a:r>
                        <a:rPr lang="ja-JP" altLang="zh-CN" sz="1000" b="0" i="0" kern="0" noProof="0" dirty="0">
                          <a:ln>
                            <a:noFill/>
                          </a:ln>
                          <a:solidFill>
                            <a:schemeClr val="tx1"/>
                          </a:solidFill>
                          <a:effectLst/>
                          <a:uLnTx/>
                          <a:uFillTx/>
                          <a:latin typeface="Meiryo UI" panose="020B0604030504040204" pitchFamily="50" charset="-128"/>
                          <a:ea typeface="Meiryo UI" panose="020B0604030504040204" pitchFamily="50" charset="-128"/>
                          <a:cs typeface="Meiryo UI" panose="020B0604030504040204" pitchFamily="50" charset="-128"/>
                          <a:sym typeface="+mn-ea"/>
                        </a:rPr>
                        <a:t>不具合対応</a:t>
                      </a:r>
                      <a:endParaRPr lang="ja-JP" altLang="zh-CN" sz="1000" b="0" i="0" kern="0" noProof="0" dirty="0">
                        <a:ln>
                          <a:noFill/>
                        </a:ln>
                        <a:solidFill>
                          <a:schemeClr val="tx1"/>
                        </a:solidFill>
                        <a:effectLst/>
                        <a:uLnTx/>
                        <a:uFillTx/>
                        <a:latin typeface="Meiryo UI" panose="020B0604030504040204" pitchFamily="50" charset="-128"/>
                        <a:ea typeface="Meiryo UI" panose="020B0604030504040204" pitchFamily="50" charset="-128"/>
                        <a:cs typeface="Meiryo UI" panose="020B0604030504040204" pitchFamily="50" charset="-128"/>
                        <a:sym typeface="+mn-ea"/>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bl>
          </a:graphicData>
        </a:graphic>
      </p:graphicFrame>
      <p:sp>
        <p:nvSpPr>
          <p:cNvPr id="5" name="文本占位符 4"/>
          <p:cNvSpPr>
            <a:spLocks noGrp="1"/>
          </p:cNvSpPr>
          <p:nvPr>
            <p:ph type="body" sz="quarter" idx="13"/>
          </p:nvPr>
        </p:nvSpPr>
        <p:spPr>
          <a:xfrm>
            <a:off x="182880" y="58420"/>
            <a:ext cx="2570480" cy="424815"/>
          </a:xfrm>
        </p:spPr>
        <p:txBody>
          <a:bodyPr anchor="ctr">
            <a:noAutofit/>
          </a:bodyPr>
          <a:lstStyle/>
          <a:p>
            <a:pPr marL="0" lvl="1" indent="0">
              <a:buNone/>
            </a:pPr>
            <a:r>
              <a:rPr lang="ja-JP" altLang="en-US" sz="2600" b="1" dirty="0">
                <a:solidFill>
                  <a:schemeClr val="tx1">
                    <a:lumMod val="85000"/>
                    <a:lumOff val="15000"/>
                  </a:schemeClr>
                </a:solidFill>
                <a:latin typeface="Meiryo UI" panose="020B0604030504040204" pitchFamily="50" charset="-128"/>
                <a:ea typeface="Meiryo UI" panose="020B0604030504040204" pitchFamily="50" charset="-128"/>
              </a:rPr>
              <a:t>全体スケジュール</a:t>
            </a:r>
            <a:endParaRPr lang="en-US" altLang="ja-JP" sz="2600" b="1" dirty="0">
              <a:solidFill>
                <a:schemeClr val="tx1">
                  <a:lumMod val="85000"/>
                  <a:lumOff val="15000"/>
                </a:schemeClr>
              </a:solidFill>
              <a:latin typeface="Meiryo UI" panose="020B0604030504040204" pitchFamily="50" charset="-128"/>
              <a:ea typeface="Meiryo UI" panose="020B0604030504040204" pitchFamily="50" charset="-128"/>
            </a:endParaRPr>
          </a:p>
        </p:txBody>
      </p:sp>
      <p:sp>
        <p:nvSpPr>
          <p:cNvPr id="7" name="矩形 6"/>
          <p:cNvSpPr/>
          <p:nvPr/>
        </p:nvSpPr>
        <p:spPr>
          <a:xfrm>
            <a:off x="3295015" y="858520"/>
            <a:ext cx="163195" cy="5243195"/>
          </a:xfrm>
          <a:prstGeom prst="rect">
            <a:avLst/>
          </a:prstGeom>
          <a:solidFill>
            <a:schemeClr val="bg1">
              <a:lumMod val="8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2" name="五边形 12"/>
          <p:cNvSpPr/>
          <p:nvPr/>
        </p:nvSpPr>
        <p:spPr>
          <a:xfrm>
            <a:off x="1147445" y="1282065"/>
            <a:ext cx="1953260" cy="360045"/>
          </a:xfrm>
          <a:prstGeom prst="homePlate">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ClrTx/>
              <a:buSzTx/>
              <a:buNone/>
            </a:pPr>
            <a:r>
              <a:rPr lang="en-US"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SDK IF</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　変更対応</a:t>
            </a:r>
            <a:endParaRPr kumimoji="1" lang="ja-JP" altLang="en-US" sz="1200" b="1"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116" name="五边形 12"/>
          <p:cNvSpPr/>
          <p:nvPr/>
        </p:nvSpPr>
        <p:spPr>
          <a:xfrm>
            <a:off x="1887220" y="3105785"/>
            <a:ext cx="4575810" cy="32385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kern="0" noProof="0" dirty="0">
                <a:ln>
                  <a:noFill/>
                </a:ln>
                <a:solidFill>
                  <a:schemeClr val="tx1"/>
                </a:solidFill>
                <a:effectLst/>
                <a:uLnTx/>
                <a:uFillTx/>
                <a:latin typeface="Meiryo UI" panose="020B0604030504040204" pitchFamily="50" charset="-128"/>
                <a:ea typeface="Meiryo UI" panose="020B0604030504040204" pitchFamily="50" charset="-128"/>
                <a:sym typeface="+mn-ea"/>
              </a:rPr>
              <a:t>S</a:t>
            </a:r>
            <a:r>
              <a:rPr lang="ja-JP" altLang="en-US" sz="1000" kern="0" noProof="0" dirty="0">
                <a:ln>
                  <a:noFill/>
                </a:ln>
                <a:solidFill>
                  <a:schemeClr val="tx1"/>
                </a:solidFill>
                <a:effectLst/>
                <a:uLnTx/>
                <a:uFillTx/>
                <a:latin typeface="Meiryo UI" panose="020B0604030504040204" pitchFamily="50" charset="-128"/>
                <a:ea typeface="Meiryo UI" panose="020B0604030504040204" pitchFamily="50" charset="-128"/>
                <a:sym typeface="+mn-ea"/>
              </a:rPr>
              <a:t>HIMANO CONNECT </a:t>
            </a:r>
            <a:br>
              <a:rPr lang="ja-JP" altLang="en-US" sz="1000" kern="0" noProof="0" dirty="0">
                <a:ln>
                  <a:noFill/>
                </a:ln>
                <a:solidFill>
                  <a:schemeClr val="tx1"/>
                </a:solidFill>
                <a:effectLst/>
                <a:uLnTx/>
                <a:uFillTx/>
                <a:latin typeface="Meiryo UI" panose="020B0604030504040204" pitchFamily="50" charset="-128"/>
                <a:ea typeface="Meiryo UI" panose="020B0604030504040204" pitchFamily="50" charset="-128"/>
                <a:sym typeface="+mn-ea"/>
              </a:rPr>
            </a:br>
            <a:r>
              <a:rPr lang="ja-JP" altLang="en-US" sz="1000" kern="0" noProof="0" dirty="0">
                <a:ln>
                  <a:noFill/>
                </a:ln>
                <a:solidFill>
                  <a:schemeClr val="tx1"/>
                </a:solidFill>
                <a:effectLst/>
                <a:uLnTx/>
                <a:uFillTx/>
                <a:latin typeface="Meiryo UI" panose="020B0604030504040204" pitchFamily="50" charset="-128"/>
                <a:ea typeface="Meiryo UI" panose="020B0604030504040204" pitchFamily="50" charset="-128"/>
                <a:sym typeface="+mn-ea"/>
              </a:rPr>
              <a:t>SDK取り込み・テスト対応</a:t>
            </a:r>
            <a:endParaRPr kumimoji="1" lang="ja-JP" altLang="en-US" sz="1000" b="1"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sym typeface="+mn-ea"/>
            </a:endParaRPr>
          </a:p>
        </p:txBody>
      </p:sp>
      <p:sp>
        <p:nvSpPr>
          <p:cNvPr id="104" name="五边形 12"/>
          <p:cNvSpPr/>
          <p:nvPr/>
        </p:nvSpPr>
        <p:spPr>
          <a:xfrm>
            <a:off x="1093470" y="2693035"/>
            <a:ext cx="5369560" cy="360045"/>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en-US" altLang="zh-CN" sz="1000" kern="0" noProof="0" dirty="0">
                <a:ln>
                  <a:noFill/>
                </a:ln>
                <a:solidFill>
                  <a:schemeClr val="tx1"/>
                </a:solidFill>
                <a:effectLst/>
                <a:uLnTx/>
                <a:uFillTx/>
                <a:latin typeface="Meiryo UI" panose="020B0604030504040204" pitchFamily="50" charset="-128"/>
                <a:ea typeface="Meiryo UI" panose="020B0604030504040204" pitchFamily="50" charset="-128"/>
                <a:sym typeface="+mn-ea"/>
              </a:rPr>
              <a:t>結合・システムテスト対応</a:t>
            </a:r>
            <a:endParaRPr lang="en-US" altLang="zh-CN" sz="1000" kern="0" noProof="0" dirty="0">
              <a:ln>
                <a:noFill/>
              </a:ln>
              <a:solidFill>
                <a:schemeClr val="tx1"/>
              </a:solidFill>
              <a:effectLst/>
              <a:uLnTx/>
              <a:uFillTx/>
              <a:latin typeface="Meiryo UI" panose="020B0604030504040204" pitchFamily="50" charset="-128"/>
              <a:ea typeface="Meiryo UI" panose="020B0604030504040204" pitchFamily="50" charset="-128"/>
              <a:sym typeface="+mn-ea"/>
            </a:endParaRPr>
          </a:p>
        </p:txBody>
      </p:sp>
      <p:sp>
        <p:nvSpPr>
          <p:cNvPr id="8" name="矩形标注 7"/>
          <p:cNvSpPr/>
          <p:nvPr/>
        </p:nvSpPr>
        <p:spPr>
          <a:xfrm>
            <a:off x="2813059" y="6185376"/>
            <a:ext cx="1159627" cy="288290"/>
          </a:xfrm>
          <a:prstGeom prst="wedgeRectCallout">
            <a:avLst>
              <a:gd name="adj1" fmla="val 26214"/>
              <a:gd name="adj2" fmla="val -34022"/>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rgbClr val="FF0000"/>
                </a:solidFill>
                <a:latin typeface="Meiryo UI" panose="020B0604030504040204" pitchFamily="50" charset="-128"/>
                <a:ea typeface="Meiryo UI" panose="020B0604030504040204" pitchFamily="50" charset="-128"/>
              </a:rPr>
              <a:t>労働節</a:t>
            </a:r>
            <a:endParaRPr lang="zh-CN" altLang="en-US" sz="1000" dirty="0">
              <a:solidFill>
                <a:srgbClr val="FF0000"/>
              </a:solidFill>
              <a:latin typeface="Meiryo UI" panose="020B0604030504040204" pitchFamily="50" charset="-128"/>
              <a:ea typeface="Meiryo UI" panose="020B0604030504040204" pitchFamily="50" charset="-128"/>
            </a:endParaRPr>
          </a:p>
          <a:p>
            <a:pPr algn="ctr"/>
            <a:r>
              <a:rPr lang="en-US" altLang="zh-CN" sz="1000" dirty="0">
                <a:solidFill>
                  <a:srgbClr val="FF0000"/>
                </a:solidFill>
                <a:latin typeface="Meiryo UI" panose="020B0604030504040204" pitchFamily="50" charset="-128"/>
                <a:ea typeface="Meiryo UI" panose="020B0604030504040204" pitchFamily="50" charset="-128"/>
              </a:rPr>
              <a:t>(5/1-5/5)</a:t>
            </a:r>
            <a:endParaRPr lang="en-US" altLang="zh-CN" sz="1000" dirty="0">
              <a:solidFill>
                <a:srgbClr val="FF0000"/>
              </a:solidFill>
              <a:latin typeface="Meiryo UI" panose="020B0604030504040204" pitchFamily="50" charset="-128"/>
              <a:ea typeface="Meiryo UI" panose="020B0604030504040204" pitchFamily="50" charset="-128"/>
            </a:endParaRPr>
          </a:p>
        </p:txBody>
      </p:sp>
      <p:grpSp>
        <p:nvGrpSpPr>
          <p:cNvPr id="18" name="组合 17"/>
          <p:cNvGrpSpPr/>
          <p:nvPr/>
        </p:nvGrpSpPr>
        <p:grpSpPr>
          <a:xfrm>
            <a:off x="1146175" y="4109085"/>
            <a:ext cx="5307330" cy="1035050"/>
            <a:chOff x="1805" y="5943"/>
            <a:chExt cx="8358" cy="1630"/>
          </a:xfrm>
        </p:grpSpPr>
        <p:sp>
          <p:nvSpPr>
            <p:cNvPr id="9" name="五边形 12"/>
            <p:cNvSpPr/>
            <p:nvPr/>
          </p:nvSpPr>
          <p:spPr>
            <a:xfrm>
              <a:off x="1805" y="5943"/>
              <a:ext cx="3078" cy="460"/>
            </a:xfrm>
            <a:prstGeom prst="homePlat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課題の対応</a:t>
              </a:r>
              <a:endParaRPr lang="ja-JP" altLang="en-US" sz="1400" b="1" noProof="0" dirty="0">
                <a:ln>
                  <a:noFill/>
                </a:ln>
                <a:solidFill>
                  <a:schemeClr val="tx1"/>
                </a:solidFill>
                <a:effectLst/>
                <a:uLnTx/>
                <a:uFillTx/>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11" name="五边形 12"/>
            <p:cNvSpPr/>
            <p:nvPr/>
          </p:nvSpPr>
          <p:spPr>
            <a:xfrm>
              <a:off x="4532" y="6528"/>
              <a:ext cx="3817" cy="460"/>
            </a:xfrm>
            <a:prstGeom prst="homePlat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en-US" altLang="ja-JP" sz="1400" b="1" noProof="0" dirty="0">
                <a:ln>
                  <a:noFill/>
                </a:ln>
                <a:solidFill>
                  <a:prstClr val="white"/>
                </a:solidFill>
                <a:effectLst/>
                <a:uLnTx/>
                <a:uFillTx/>
                <a:latin typeface="Meiryo UI" panose="020B0604030504040204" pitchFamily="50" charset="-128"/>
                <a:ea typeface="Meiryo UI" panose="020B0604030504040204" pitchFamily="50" charset="-128"/>
                <a:sym typeface="+mn-ea"/>
              </a:endParaRPr>
            </a:p>
          </p:txBody>
        </p:sp>
        <p:sp>
          <p:nvSpPr>
            <p:cNvPr id="12" name="文本框 11"/>
            <p:cNvSpPr txBox="1"/>
            <p:nvPr/>
          </p:nvSpPr>
          <p:spPr>
            <a:xfrm>
              <a:off x="4532" y="6493"/>
              <a:ext cx="2059" cy="483"/>
            </a:xfrm>
            <a:prstGeom prst="rect">
              <a:avLst/>
            </a:prstGeom>
            <a:noFill/>
          </p:spPr>
          <p:txBody>
            <a:bodyPr wrap="square" rtlCol="0">
              <a:spAutoFit/>
            </a:bodyPr>
            <a:lstStyle/>
            <a:p>
              <a:r>
                <a:rPr lang="ja-JP" altLang="zh-CN" sz="1400">
                  <a:latin typeface="Meiryo UI" panose="020B0604030504040204" pitchFamily="50" charset="-128"/>
                  <a:ea typeface="Meiryo UI" panose="020B0604030504040204" pitchFamily="50" charset="-128"/>
                </a:rPr>
                <a:t>追加要件対応</a:t>
              </a:r>
              <a:endParaRPr lang="ja-JP" altLang="zh-CN" sz="1400">
                <a:latin typeface="Meiryo UI" panose="020B0604030504040204" pitchFamily="50" charset="-128"/>
                <a:ea typeface="Meiryo UI" panose="020B0604030504040204" pitchFamily="50" charset="-128"/>
              </a:endParaRPr>
            </a:p>
          </p:txBody>
        </p:sp>
        <p:sp>
          <p:nvSpPr>
            <p:cNvPr id="13" name="五边形 12"/>
            <p:cNvSpPr/>
            <p:nvPr/>
          </p:nvSpPr>
          <p:spPr>
            <a:xfrm>
              <a:off x="4532" y="7113"/>
              <a:ext cx="5631" cy="460"/>
            </a:xfrm>
            <a:prstGeom prst="homePlat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spcBef>
                  <a:spcPts val="0"/>
                </a:spcBef>
                <a:spcAft>
                  <a:spcPts val="0"/>
                </a:spcAft>
                <a:buClrTx/>
                <a:buSzTx/>
                <a:buFontTx/>
                <a:defRPr/>
              </a:pPr>
              <a:r>
                <a:rPr lang="en-US" altLang="ja-JP" sz="1200" noProof="0" dirty="0">
                  <a:ln>
                    <a:noFill/>
                  </a:ln>
                  <a:solidFill>
                    <a:schemeClr val="tx1"/>
                  </a:solidFill>
                  <a:effectLst/>
                  <a:uLnTx/>
                  <a:uFillTx/>
                  <a:latin typeface="Meiryo UI" panose="020B0604030504040204" pitchFamily="50" charset="-128"/>
                  <a:ea typeface="Meiryo UI" panose="020B0604030504040204" pitchFamily="50" charset="-128"/>
                  <a:cs typeface="Meiryo UI" panose="020B0604030504040204" pitchFamily="50" charset="-128"/>
                  <a:sym typeface="+mn-ea"/>
                </a:rPr>
                <a:t>UI</a:t>
              </a:r>
              <a:r>
                <a:rPr lang="ja-JP" altLang="en-US" sz="1200" noProof="0" dirty="0">
                  <a:ln>
                    <a:noFill/>
                  </a:ln>
                  <a:solidFill>
                    <a:schemeClr val="tx1"/>
                  </a:solidFill>
                  <a:effectLst/>
                  <a:uLnTx/>
                  <a:uFillTx/>
                  <a:latin typeface="Meiryo UI" panose="020B0604030504040204" pitchFamily="50" charset="-128"/>
                  <a:ea typeface="Meiryo UI" panose="020B0604030504040204" pitchFamily="50" charset="-128"/>
                  <a:cs typeface="Meiryo UI" panose="020B0604030504040204" pitchFamily="50" charset="-128"/>
                  <a:sym typeface="+mn-ea"/>
                </a:rPr>
                <a:t>に関連する対応</a:t>
              </a:r>
              <a:endParaRPr lang="ja-JP" altLang="en-US" sz="1200" noProof="0" dirty="0">
                <a:ln>
                  <a:noFill/>
                </a:ln>
                <a:solidFill>
                  <a:schemeClr val="tx1"/>
                </a:solidFill>
                <a:effectLst/>
                <a:uLnTx/>
                <a:uFillTx/>
                <a:latin typeface="Meiryo UI" panose="020B0604030504040204" pitchFamily="50" charset="-128"/>
                <a:ea typeface="Meiryo UI" panose="020B0604030504040204" pitchFamily="50" charset="-128"/>
                <a:cs typeface="Meiryo UI" panose="020B0604030504040204" pitchFamily="50" charset="-128"/>
                <a:sym typeface="+mn-ea"/>
              </a:endParaRPr>
            </a:p>
          </p:txBody>
        </p:sp>
      </p:grpSp>
      <p:sp>
        <p:nvSpPr>
          <p:cNvPr id="16" name="五边形 12"/>
          <p:cNvSpPr/>
          <p:nvPr/>
        </p:nvSpPr>
        <p:spPr>
          <a:xfrm>
            <a:off x="6453505" y="5464175"/>
            <a:ext cx="2182495" cy="360045"/>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buClrTx/>
              <a:buSzTx/>
              <a:buFontTx/>
            </a:pPr>
            <a:r>
              <a:rPr lang="zh-CN" altLang="en-US" sz="1000" kern="0" noProof="0" dirty="0">
                <a:ln>
                  <a:noFill/>
                </a:ln>
                <a:solidFill>
                  <a:schemeClr val="tx1"/>
                </a:solidFill>
                <a:effectLst/>
                <a:uLnTx/>
                <a:uFillTx/>
                <a:latin typeface="Meiryo UI" panose="020B0604030504040204" pitchFamily="50" charset="-128"/>
                <a:ea typeface="Meiryo UI" panose="020B0604030504040204" pitchFamily="50" charset="-128"/>
                <a:cs typeface="Meiryo UI" panose="020B0604030504040204" pitchFamily="50" charset="-128"/>
                <a:sym typeface="+mn-ea"/>
              </a:rPr>
              <a:t>受入</a:t>
            </a:r>
            <a:r>
              <a:rPr lang="ja-JP" altLang="zh-CN" sz="1000" kern="0" noProof="0" dirty="0">
                <a:ln>
                  <a:noFill/>
                </a:ln>
                <a:solidFill>
                  <a:schemeClr val="tx1"/>
                </a:solidFill>
                <a:effectLst/>
                <a:uLnTx/>
                <a:uFillTx/>
                <a:latin typeface="Meiryo UI" panose="020B0604030504040204" pitchFamily="50" charset="-128"/>
                <a:ea typeface="Meiryo UI" panose="020B0604030504040204" pitchFamily="50" charset="-128"/>
                <a:cs typeface="Meiryo UI" panose="020B0604030504040204" pitchFamily="50" charset="-128"/>
                <a:sym typeface="+mn-ea"/>
              </a:rPr>
              <a:t>不具合対応</a:t>
            </a:r>
            <a:endParaRPr lang="en-US" altLang="zh-CN" sz="1000" kern="0" noProof="0" dirty="0">
              <a:ln>
                <a:noFill/>
              </a:ln>
              <a:solidFill>
                <a:schemeClr val="tx1"/>
              </a:solidFill>
              <a:effectLst/>
              <a:uLnTx/>
              <a:uFillTx/>
              <a:latin typeface="Meiryo UI" panose="020B0604030504040204" pitchFamily="50" charset="-128"/>
              <a:ea typeface="Meiryo UI" panose="020B0604030504040204" pitchFamily="50" charset="-128"/>
              <a:sym typeface="+mn-ea"/>
            </a:endParaRPr>
          </a:p>
        </p:txBody>
      </p:sp>
      <p:sp>
        <p:nvSpPr>
          <p:cNvPr id="17" name="五边形 12"/>
          <p:cNvSpPr/>
          <p:nvPr/>
        </p:nvSpPr>
        <p:spPr>
          <a:xfrm>
            <a:off x="1093470" y="2280285"/>
            <a:ext cx="1329055" cy="360045"/>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ja-JP" altLang="en-US" sz="1000" kern="0" noProof="0" dirty="0">
                <a:ln>
                  <a:noFill/>
                </a:ln>
                <a:solidFill>
                  <a:schemeClr val="tx1"/>
                </a:solidFill>
                <a:effectLst/>
                <a:uLnTx/>
                <a:uFillTx/>
                <a:latin typeface="Meiryo UI" panose="020B0604030504040204" pitchFamily="50" charset="-128"/>
                <a:ea typeface="Meiryo UI" panose="020B0604030504040204" pitchFamily="50" charset="-128"/>
                <a:sym typeface="+mn-ea"/>
              </a:rPr>
              <a:t>単機能</a:t>
            </a:r>
            <a:r>
              <a:rPr lang="en-US" altLang="zh-CN" sz="1000" kern="0" noProof="0" dirty="0">
                <a:ln>
                  <a:noFill/>
                </a:ln>
                <a:solidFill>
                  <a:schemeClr val="tx1"/>
                </a:solidFill>
                <a:effectLst/>
                <a:uLnTx/>
                <a:uFillTx/>
                <a:latin typeface="Meiryo UI" panose="020B0604030504040204" pitchFamily="50" charset="-128"/>
                <a:ea typeface="Meiryo UI" panose="020B0604030504040204" pitchFamily="50" charset="-128"/>
                <a:sym typeface="+mn-ea"/>
              </a:rPr>
              <a:t>テスト対応</a:t>
            </a:r>
            <a:endParaRPr lang="en-US" altLang="zh-CN" sz="1000" kern="0" noProof="0" dirty="0">
              <a:ln>
                <a:noFill/>
              </a:ln>
              <a:solidFill>
                <a:schemeClr val="tx1"/>
              </a:solidFill>
              <a:effectLst/>
              <a:uLnTx/>
              <a:uFillTx/>
              <a:latin typeface="Meiryo UI" panose="020B0604030504040204" pitchFamily="50" charset="-128"/>
              <a:ea typeface="Meiryo UI" panose="020B0604030504040204" pitchFamily="50" charset="-128"/>
              <a:sym typeface="+mn-ea"/>
            </a:endParaRPr>
          </a:p>
        </p:txBody>
      </p:sp>
      <p:sp>
        <p:nvSpPr>
          <p:cNvPr id="19" name="五边形 12"/>
          <p:cNvSpPr/>
          <p:nvPr/>
        </p:nvSpPr>
        <p:spPr>
          <a:xfrm>
            <a:off x="2339975" y="3493135"/>
            <a:ext cx="3869055" cy="32385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1000" kern="0" noProof="0" dirty="0">
                <a:ln>
                  <a:noFill/>
                </a:ln>
                <a:solidFill>
                  <a:schemeClr val="tx1"/>
                </a:solidFill>
                <a:effectLst/>
                <a:uLnTx/>
                <a:uFillTx/>
                <a:latin typeface="Meiryo UI" panose="020B0604030504040204" pitchFamily="50" charset="-128"/>
                <a:ea typeface="Meiryo UI" panose="020B0604030504040204" pitchFamily="50" charset="-128"/>
                <a:sym typeface="+mn-ea"/>
              </a:rPr>
              <a:t> </a:t>
            </a:r>
            <a:r>
              <a:rPr lang="en-US" altLang="zh-CN" sz="1000" kern="0" noProof="0" dirty="0">
                <a:ln>
                  <a:noFill/>
                </a:ln>
                <a:solidFill>
                  <a:schemeClr val="tx1"/>
                </a:solidFill>
                <a:effectLst/>
                <a:uLnTx/>
                <a:uFillTx/>
                <a:latin typeface="Meiryo UI" panose="020B0604030504040204" pitchFamily="50" charset="-128"/>
                <a:ea typeface="Meiryo UI" panose="020B0604030504040204" pitchFamily="50" charset="-128"/>
                <a:sym typeface="+mn-ea"/>
              </a:rPr>
              <a:t>結合・システム/</a:t>
            </a:r>
            <a:r>
              <a:rPr lang="ja-JP" altLang="en-US" sz="1000" kern="0" noProof="0" dirty="0">
                <a:ln>
                  <a:noFill/>
                </a:ln>
                <a:solidFill>
                  <a:schemeClr val="tx1"/>
                </a:solidFill>
                <a:effectLst/>
                <a:uLnTx/>
                <a:uFillTx/>
                <a:latin typeface="Meiryo UI" panose="020B0604030504040204" pitchFamily="50" charset="-128"/>
                <a:ea typeface="Meiryo UI" panose="020B0604030504040204" pitchFamily="50" charset="-128"/>
                <a:sym typeface="+mn-ea"/>
              </a:rPr>
              <a:t>SDK取り込み・テスト</a:t>
            </a:r>
            <a:endParaRPr kumimoji="1" lang="ja-JP" altLang="en-US" sz="1000" b="1"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sym typeface="+mn-ea"/>
            </a:endParaRPr>
          </a:p>
        </p:txBody>
      </p:sp>
      <p:sp>
        <p:nvSpPr>
          <p:cNvPr id="2" name="矩形标注 1"/>
          <p:cNvSpPr/>
          <p:nvPr/>
        </p:nvSpPr>
        <p:spPr>
          <a:xfrm>
            <a:off x="4761230" y="6200140"/>
            <a:ext cx="476250" cy="293370"/>
          </a:xfrm>
          <a:prstGeom prst="wedgeRectCallout">
            <a:avLst>
              <a:gd name="adj1" fmla="val 62400"/>
              <a:gd name="adj2" fmla="val -113636"/>
            </a:avLst>
          </a:prstGeom>
          <a:solidFill>
            <a:schemeClr val="accent1">
              <a:lumMod val="20000"/>
              <a:lumOff val="80000"/>
            </a:schemeClr>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1000" dirty="0">
                <a:solidFill>
                  <a:srgbClr val="0070C0"/>
                </a:solidFill>
                <a:latin typeface="Meiryo UI" panose="020B0604030504040204" pitchFamily="50" charset="-128"/>
                <a:ea typeface="Meiryo UI" panose="020B0604030504040204" pitchFamily="50" charset="-128"/>
                <a:cs typeface="Meiryo UI" panose="020B0604030504040204" pitchFamily="50" charset="-128"/>
                <a:sym typeface="+mn-ea"/>
              </a:rPr>
              <a:t>今日</a:t>
            </a:r>
            <a:endParaRPr lang="ja-JP" altLang="en-US" sz="1000" dirty="0">
              <a:solidFill>
                <a:srgbClr val="0070C0"/>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cxnSp>
        <p:nvCxnSpPr>
          <p:cNvPr id="36" name="直接连接符 35"/>
          <p:cNvCxnSpPr/>
          <p:nvPr/>
        </p:nvCxnSpPr>
        <p:spPr>
          <a:xfrm>
            <a:off x="5315824" y="879343"/>
            <a:ext cx="7620" cy="5312410"/>
          </a:xfrm>
          <a:prstGeom prst="line">
            <a:avLst/>
          </a:prstGeom>
          <a:ln w="25400" cap="flat" cmpd="sng" algn="ctr">
            <a:solidFill>
              <a:srgbClr val="00358D"/>
            </a:solidFill>
            <a:prstDash val="dash"/>
            <a:miter lim="800000"/>
          </a:ln>
        </p:spPr>
        <p:style>
          <a:lnRef idx="0">
            <a:schemeClr val="accent1"/>
          </a:lnRef>
          <a:fillRef idx="0">
            <a:srgbClr val="FFFFFF"/>
          </a:fillRef>
          <a:effectRef idx="0">
            <a:srgbClr val="FFFFFF"/>
          </a:effectRef>
          <a:fontRef idx="minor">
            <a:schemeClr val="tx1"/>
          </a:fontRef>
        </p:style>
      </p:cxnSp>
      <p:sp>
        <p:nvSpPr>
          <p:cNvPr id="3" name="矩形标注 2"/>
          <p:cNvSpPr/>
          <p:nvPr/>
        </p:nvSpPr>
        <p:spPr>
          <a:xfrm>
            <a:off x="6764020" y="3106420"/>
            <a:ext cx="1720215" cy="386715"/>
          </a:xfrm>
          <a:prstGeom prst="wedgeRectCallout">
            <a:avLst>
              <a:gd name="adj1" fmla="val -71823"/>
              <a:gd name="adj2" fmla="val -39176"/>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sym typeface="+mn-ea"/>
              </a:rPr>
              <a:t>SDK取り込みテスト</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の</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開始時間</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が</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未確定</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なので、</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日程</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が</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変更</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されない。</a:t>
            </a:r>
            <a:endPar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algn="l"/>
            <a:endPar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组合 56"/>
          <p:cNvGrpSpPr/>
          <p:nvPr/>
        </p:nvGrpSpPr>
        <p:grpSpPr>
          <a:xfrm>
            <a:off x="685800" y="1359535"/>
            <a:ext cx="8409940" cy="2996565"/>
            <a:chOff x="1036" y="2442"/>
            <a:chExt cx="13244" cy="4719"/>
          </a:xfrm>
        </p:grpSpPr>
        <p:sp>
          <p:nvSpPr>
            <p:cNvPr id="68" name="フローチャート: 代替処理 50"/>
            <p:cNvSpPr/>
            <p:nvPr/>
          </p:nvSpPr>
          <p:spPr>
            <a:xfrm>
              <a:off x="2578" y="3445"/>
              <a:ext cx="793" cy="285"/>
            </a:xfrm>
            <a:prstGeom prst="flowChartAlternateProcess">
              <a:avLst/>
            </a:prstGeom>
            <a:solidFill>
              <a:srgbClr val="306CB4"/>
            </a:solidFill>
            <a:ln w="25400" cap="flat" cmpd="sng" algn="ctr">
              <a:noFill/>
              <a:prstDash val="solid"/>
            </a:ln>
            <a:effectLst/>
          </p:spPr>
          <p:txBody>
            <a:bodyPr rtlCol="0" anchor="ctr"/>
            <a:lstStyle/>
            <a:p>
              <a:r>
                <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I/</a:t>
              </a:r>
              <a:r>
                <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F設計</a:t>
              </a:r>
              <a:endPar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r>
                <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Auth</a:t>
              </a:r>
              <a:r>
                <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License</a:t>
              </a:r>
              <a:endPar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9" name="フローチャート: 代替処理 50"/>
            <p:cNvSpPr/>
            <p:nvPr/>
          </p:nvSpPr>
          <p:spPr>
            <a:xfrm>
              <a:off x="2607" y="3801"/>
              <a:ext cx="1626" cy="270"/>
            </a:xfrm>
            <a:prstGeom prst="flowChartAlternateProcess">
              <a:avLst/>
            </a:prstGeom>
            <a:solidFill>
              <a:srgbClr val="306CB4"/>
            </a:solidFill>
            <a:ln w="25400" cap="flat" cmpd="sng" algn="ctr">
              <a:noFill/>
              <a:prstDash val="solid"/>
            </a:ln>
            <a:effectLst/>
          </p:spPr>
          <p:txBody>
            <a:bodyPr rtlCol="0" anchor="ctr"/>
            <a:lstStyle/>
            <a:p>
              <a:r>
                <a:rPr lang="zh-CN" altLang="en-US"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I</a:t>
              </a:r>
              <a:r>
                <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/F設計</a:t>
              </a:r>
              <a:r>
                <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Maintenance</a:t>
              </a:r>
              <a:endPar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0" name="フローチャート: 代替処理 50"/>
            <p:cNvSpPr/>
            <p:nvPr/>
          </p:nvSpPr>
          <p:spPr>
            <a:xfrm>
              <a:off x="2607" y="4555"/>
              <a:ext cx="2373" cy="306"/>
            </a:xfrm>
            <a:prstGeom prst="flowChartAlternateProcess">
              <a:avLst/>
            </a:prstGeom>
            <a:solidFill>
              <a:srgbClr val="306CB4"/>
            </a:solidFill>
            <a:ln w="25400" cap="flat" cmpd="sng" algn="ctr">
              <a:noFill/>
              <a:prstDash val="solid"/>
            </a:ln>
            <a:effectLst/>
          </p:spPr>
          <p:txBody>
            <a:bodyPr rtlCol="0" anchor="ctr"/>
            <a:lstStyle/>
            <a:p>
              <a:r>
                <a:rPr lang="zh-CN" altLang="en-US" sz="700" dirty="0">
                  <a:solidFill>
                    <a:schemeClr val="bg1"/>
                  </a:solidFill>
                  <a:latin typeface="Meiryo UI" panose="020B0604030504040204" pitchFamily="50" charset="-128"/>
                  <a:ea typeface="Meiryo UI" panose="020B0604030504040204" pitchFamily="50" charset="-128"/>
                  <a:sym typeface="+mn-ea"/>
                </a:rPr>
                <a:t>API詳細設計</a:t>
              </a:r>
              <a:r>
                <a:rPr lang="en-US" altLang="ja-JP" sz="700" dirty="0">
                  <a:solidFill>
                    <a:schemeClr val="bg1"/>
                  </a:solidFill>
                  <a:latin typeface="Meiryo UI" panose="020B0604030504040204" pitchFamily="50" charset="-128"/>
                  <a:ea typeface="Meiryo UI" panose="020B0604030504040204" pitchFamily="50" charset="-128"/>
                  <a:sym typeface="+mn-ea"/>
                </a:rPr>
                <a:t>(</a:t>
              </a:r>
              <a:r>
                <a:rPr lang="ja-JP" altLang="en-US" sz="700" dirty="0">
                  <a:solidFill>
                    <a:schemeClr val="bg1"/>
                  </a:solidFill>
                  <a:latin typeface="Meiryo UI" panose="020B0604030504040204" pitchFamily="50" charset="-128"/>
                  <a:ea typeface="Meiryo UI" panose="020B0604030504040204" pitchFamily="50" charset="-128"/>
                  <a:sym typeface="+mn-ea"/>
                </a:rPr>
                <a:t>Connect）</a:t>
              </a:r>
              <a:endPar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3" name="フローチャート: 代替処理 50"/>
            <p:cNvSpPr/>
            <p:nvPr/>
          </p:nvSpPr>
          <p:spPr>
            <a:xfrm>
              <a:off x="3798" y="5031"/>
              <a:ext cx="1169" cy="312"/>
            </a:xfrm>
            <a:prstGeom prst="flowChartAlternateProcess">
              <a:avLst/>
            </a:prstGeom>
            <a:solidFill>
              <a:srgbClr val="306CB4"/>
            </a:solidFill>
            <a:ln w="25400" cap="flat" cmpd="sng" algn="ctr">
              <a:noFill/>
              <a:prstDash val="solid"/>
            </a:ln>
            <a:effectLst/>
          </p:spPr>
          <p:txBody>
            <a:bodyPr rtlCol="0" anchor="ctr"/>
            <a:lstStyle/>
            <a:p>
              <a:r>
                <a:rPr lang="zh-CN" altLang="en-US" sz="600" dirty="0">
                  <a:solidFill>
                    <a:schemeClr val="bg1"/>
                  </a:solidFill>
                  <a:latin typeface="Meiryo UI" panose="020B0604030504040204" pitchFamily="50" charset="-128"/>
                  <a:ea typeface="Meiryo UI" panose="020B0604030504040204" pitchFamily="50" charset="-128"/>
                  <a:sym typeface="+mn-ea"/>
                </a:rPr>
                <a:t>API詳細設計書</a:t>
              </a:r>
              <a:r>
                <a:rPr lang="en-US" altLang="ja-JP" sz="600" dirty="0">
                  <a:solidFill>
                    <a:schemeClr val="bg1"/>
                  </a:solidFill>
                  <a:latin typeface="Meiryo UI" panose="020B0604030504040204" pitchFamily="50" charset="-128"/>
                  <a:ea typeface="Meiryo UI" panose="020B0604030504040204" pitchFamily="50" charset="-128"/>
                  <a:sym typeface="+mn-ea"/>
                </a:rPr>
                <a:t>(</a:t>
              </a:r>
              <a:r>
                <a:rPr lang="ja-JP" altLang="en-US" sz="600" dirty="0">
                  <a:solidFill>
                    <a:schemeClr val="bg1"/>
                  </a:solidFill>
                  <a:latin typeface="Meiryo UI" panose="020B0604030504040204" pitchFamily="50" charset="-128"/>
                  <a:ea typeface="Meiryo UI" panose="020B0604030504040204" pitchFamily="50" charset="-128"/>
                  <a:sym typeface="+mn-ea"/>
                </a:rPr>
                <a:t>Customize）</a:t>
              </a:r>
              <a:endParaRPr lang="ja-JP" altLang="en-US" sz="600" dirty="0">
                <a:solidFill>
                  <a:schemeClr val="bg1"/>
                </a:solidFill>
                <a:latin typeface="Meiryo UI" panose="020B0604030504040204" pitchFamily="50" charset="-128"/>
                <a:ea typeface="Meiryo UI" panose="020B0604030504040204" pitchFamily="50" charset="-128"/>
              </a:endParaRPr>
            </a:p>
          </p:txBody>
        </p:sp>
        <p:sp>
          <p:nvSpPr>
            <p:cNvPr id="87" name="フローチャート: 代替処理 50"/>
            <p:cNvSpPr/>
            <p:nvPr/>
          </p:nvSpPr>
          <p:spPr>
            <a:xfrm>
              <a:off x="5040" y="4554"/>
              <a:ext cx="1606" cy="321"/>
            </a:xfrm>
            <a:prstGeom prst="flowChartAlternateProcess">
              <a:avLst/>
            </a:prstGeom>
            <a:solidFill>
              <a:srgbClr val="306CB4"/>
            </a:solidFill>
            <a:ln w="25400" cap="flat" cmpd="sng" algn="ctr">
              <a:noFill/>
              <a:prstDash val="solid"/>
            </a:ln>
            <a:effectLst/>
          </p:spPr>
          <p:txBody>
            <a:bodyPr rtlCol="0" anchor="ctr"/>
            <a:lstStyle/>
            <a:p>
              <a:r>
                <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MyBike</a:t>
              </a:r>
              <a:r>
                <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(SDK-1071)</a:t>
              </a:r>
              <a:endPar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90" name="フローチャート: 代替処理 50"/>
            <p:cNvSpPr/>
            <p:nvPr/>
          </p:nvSpPr>
          <p:spPr>
            <a:xfrm>
              <a:off x="3800" y="5403"/>
              <a:ext cx="1062" cy="323"/>
            </a:xfrm>
            <a:prstGeom prst="flowChartAlternateProcess">
              <a:avLst/>
            </a:prstGeom>
            <a:solidFill>
              <a:srgbClr val="306CB4"/>
            </a:solidFill>
            <a:ln w="25400" cap="flat" cmpd="sng" algn="ctr">
              <a:noFill/>
              <a:prstDash val="solid"/>
            </a:ln>
            <a:effectLst/>
          </p:spPr>
          <p:txBody>
            <a:bodyPr rtlCol="0" anchor="ctr"/>
            <a:lstStyle/>
            <a:p>
              <a:r>
                <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UT</a:t>
              </a:r>
              <a:r>
                <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方針の検討</a:t>
              </a:r>
              <a:endPar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2" name="文本框 91"/>
            <p:cNvSpPr txBox="1"/>
            <p:nvPr/>
          </p:nvSpPr>
          <p:spPr>
            <a:xfrm>
              <a:off x="4659" y="4835"/>
              <a:ext cx="307" cy="262"/>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6</a:t>
              </a:r>
              <a:endParaRPr lang="en-US" altLang="ja-JP" sz="700" dirty="0">
                <a:latin typeface="Meiryo UI" panose="020B0604030504040204" pitchFamily="50" charset="-128"/>
                <a:ea typeface="Meiryo UI" panose="020B0604030504040204" pitchFamily="50" charset="-128"/>
              </a:endParaRPr>
            </a:p>
          </p:txBody>
        </p:sp>
        <p:sp>
          <p:nvSpPr>
            <p:cNvPr id="94" name="フローチャート: 代替処理 50"/>
            <p:cNvSpPr/>
            <p:nvPr/>
          </p:nvSpPr>
          <p:spPr>
            <a:xfrm>
              <a:off x="5027" y="5027"/>
              <a:ext cx="1241" cy="307"/>
            </a:xfrm>
            <a:prstGeom prst="flowChartAlternateProcess">
              <a:avLst/>
            </a:prstGeom>
            <a:solidFill>
              <a:srgbClr val="306CB4"/>
            </a:solidFill>
            <a:ln w="25400" cap="flat" cmpd="sng" algn="ctr">
              <a:noFill/>
              <a:prstDash val="solid"/>
            </a:ln>
            <a:effectLst/>
          </p:spPr>
          <p:txBody>
            <a:bodyPr rtlCol="0" anchor="ctr"/>
            <a:lstStyle/>
            <a:p>
              <a:r>
                <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Auth</a:t>
              </a:r>
              <a:endPar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a:p>
              <a:r>
                <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SDK-1061</a:t>
              </a:r>
              <a:r>
                <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95" name="フローチャート: 代替処理 50"/>
            <p:cNvSpPr/>
            <p:nvPr/>
          </p:nvSpPr>
          <p:spPr>
            <a:xfrm>
              <a:off x="6998" y="5397"/>
              <a:ext cx="1809" cy="330"/>
            </a:xfrm>
            <a:prstGeom prst="flowChartAlternateProcess">
              <a:avLst/>
            </a:prstGeom>
            <a:solidFill>
              <a:srgbClr val="306CB4"/>
            </a:solidFill>
            <a:ln w="25400" cap="flat" cmpd="sng" algn="ctr">
              <a:noFill/>
              <a:prstDash val="solid"/>
            </a:ln>
            <a:effectLst/>
          </p:spPr>
          <p:txBody>
            <a:bodyPr rtlCol="0" anchor="ctr"/>
            <a:lstStyle/>
            <a:p>
              <a:r>
                <a:rPr lang="ja-JP" altLang="en-US" sz="700" dirty="0">
                  <a:solidFill>
                    <a:schemeClr val="bg1"/>
                  </a:solidFill>
                  <a:latin typeface="Meiryo UI" panose="020B0604030504040204" pitchFamily="50" charset="-128"/>
                  <a:ea typeface="Meiryo UI" panose="020B0604030504040204" pitchFamily="50" charset="-128"/>
                  <a:sym typeface="+mn-ea"/>
                </a:rPr>
                <a:t>Customize</a:t>
              </a:r>
              <a:endParaRPr lang="ja-JP" altLang="en-US" sz="700" dirty="0">
                <a:solidFill>
                  <a:schemeClr val="bg1"/>
                </a:solidFill>
                <a:latin typeface="Meiryo UI" panose="020B0604030504040204" pitchFamily="50" charset="-128"/>
                <a:ea typeface="Meiryo UI" panose="020B0604030504040204" pitchFamily="50" charset="-128"/>
                <a:sym typeface="+mn-ea"/>
              </a:endParaRPr>
            </a:p>
            <a:p>
              <a:r>
                <a:rPr lang="ja-JP" altLang="en-US" sz="700" dirty="0">
                  <a:solidFill>
                    <a:schemeClr val="bg1"/>
                  </a:solidFill>
                  <a:latin typeface="Meiryo UI" panose="020B0604030504040204" pitchFamily="50" charset="-128"/>
                  <a:ea typeface="Meiryo UI" panose="020B0604030504040204" pitchFamily="50" charset="-128"/>
                  <a:sym typeface="+mn-ea"/>
                </a:rPr>
                <a:t>テスト観点の作成</a:t>
              </a:r>
              <a:endPar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0" name="フローチャート: 代替処理 50"/>
            <p:cNvSpPr/>
            <p:nvPr/>
          </p:nvSpPr>
          <p:spPr>
            <a:xfrm>
              <a:off x="8838" y="5404"/>
              <a:ext cx="1583" cy="317"/>
            </a:xfrm>
            <a:prstGeom prst="flowChartAlternateProcess">
              <a:avLst/>
            </a:prstGeom>
            <a:solidFill>
              <a:srgbClr val="306CB4"/>
            </a:solidFill>
            <a:ln w="25400" cap="flat" cmpd="sng" algn="ctr">
              <a:noFill/>
              <a:prstDash val="solid"/>
            </a:ln>
            <a:effectLst/>
          </p:spPr>
          <p:txBody>
            <a:bodyPr rtlCol="0" anchor="ctr"/>
            <a:lstStyle/>
            <a:p>
              <a:r>
                <a:rPr lang="en-US" altLang="zh-CN"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Maintenance</a:t>
              </a:r>
              <a:endParaRPr lang="en-US" altLang="zh-CN"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a:p>
              <a:r>
                <a:rPr lang="ja-JP" altLang="zh-CN"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テスト観点の作成</a:t>
              </a:r>
              <a:endParaRPr lang="ja-JP" altLang="zh-CN"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1" name="フローチャート: 代替処理 50"/>
            <p:cNvSpPr/>
            <p:nvPr/>
          </p:nvSpPr>
          <p:spPr>
            <a:xfrm>
              <a:off x="10042" y="5021"/>
              <a:ext cx="1470" cy="309"/>
            </a:xfrm>
            <a:prstGeom prst="flowChartAlternateProcess">
              <a:avLst/>
            </a:prstGeom>
            <a:solidFill>
              <a:srgbClr val="306CB4"/>
            </a:solidFill>
            <a:ln w="25400" cap="flat" cmpd="sng" algn="ctr">
              <a:noFill/>
              <a:prstDash val="solid"/>
            </a:ln>
            <a:effectLst/>
          </p:spPr>
          <p:txBody>
            <a:bodyPr rtlCol="0" anchor="ctr"/>
            <a:lstStyle/>
            <a:p>
              <a:r>
                <a:rPr lang="ja-JP" altLang="ja-JP" sz="700" dirty="0">
                  <a:solidFill>
                    <a:schemeClr val="bg1"/>
                  </a:solidFill>
                  <a:latin typeface="Meiryo UI" panose="020B0604030504040204" pitchFamily="50" charset="-128"/>
                  <a:ea typeface="Meiryo UI" panose="020B0604030504040204" pitchFamily="50" charset="-128"/>
                  <a:sym typeface="+mn-ea"/>
                </a:rPr>
                <a:t>実装・</a:t>
              </a:r>
              <a:r>
                <a:rPr lang="en-US" altLang="ja-JP" sz="700" dirty="0">
                  <a:solidFill>
                    <a:schemeClr val="bg1"/>
                  </a:solidFill>
                  <a:latin typeface="Meiryo UI" panose="020B0604030504040204" pitchFamily="50" charset="-128"/>
                  <a:ea typeface="Meiryo UI" panose="020B0604030504040204" pitchFamily="50" charset="-128"/>
                  <a:sym typeface="+mn-ea"/>
                </a:rPr>
                <a:t>UT(</a:t>
              </a:r>
              <a:r>
                <a:rPr lang="ja-JP" altLang="ja-JP" sz="700" dirty="0">
                  <a:solidFill>
                    <a:schemeClr val="bg1"/>
                  </a:solidFill>
                  <a:latin typeface="Meiryo UI" panose="020B0604030504040204" pitchFamily="50" charset="-128"/>
                  <a:ea typeface="Meiryo UI" panose="020B0604030504040204" pitchFamily="50" charset="-128"/>
                  <a:sym typeface="+mn-ea"/>
                </a:rPr>
                <a:t>ベース</a:t>
              </a:r>
              <a:r>
                <a:rPr lang="ja-JP" altLang="en-US" sz="700" dirty="0">
                  <a:solidFill>
                    <a:schemeClr val="bg1"/>
                  </a:solidFill>
                  <a:latin typeface="Meiryo UI" panose="020B0604030504040204" pitchFamily="50" charset="-128"/>
                  <a:ea typeface="Meiryo UI" panose="020B0604030504040204" pitchFamily="50" charset="-128"/>
                  <a:sym typeface="+mn-ea"/>
                </a:rPr>
                <a:t>）</a:t>
              </a:r>
              <a:endParaRPr lang="ja-JP" altLang="zh-CN" sz="700" dirty="0">
                <a:solidFill>
                  <a:schemeClr val="bg1"/>
                </a:solidFill>
                <a:latin typeface="Meiryo UI" panose="020B0604030504040204" pitchFamily="50" charset="-128"/>
                <a:ea typeface="Meiryo UI" panose="020B0604030504040204" pitchFamily="50" charset="-128"/>
                <a:sym typeface="+mn-ea"/>
              </a:endParaRPr>
            </a:p>
          </p:txBody>
        </p:sp>
        <p:sp>
          <p:nvSpPr>
            <p:cNvPr id="116" name="フローチャート: 代替処理 50"/>
            <p:cNvSpPr/>
            <p:nvPr/>
          </p:nvSpPr>
          <p:spPr>
            <a:xfrm>
              <a:off x="6660" y="4548"/>
              <a:ext cx="2027" cy="321"/>
            </a:xfrm>
            <a:prstGeom prst="flowChartAlternateProcess">
              <a:avLst/>
            </a:prstGeom>
            <a:solidFill>
              <a:srgbClr val="306CB4"/>
            </a:solidFill>
            <a:ln w="25400" cap="flat" cmpd="sng" algn="ctr">
              <a:noFill/>
              <a:prstDash val="solid"/>
            </a:ln>
            <a:effectLst/>
          </p:spPr>
          <p:txBody>
            <a:bodyPr rtlCol="0" anchor="ctr"/>
            <a:lstStyle/>
            <a:p>
              <a:r>
                <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API</a:t>
              </a:r>
              <a:r>
                <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詳細設計</a:t>
              </a:r>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  </a:t>
              </a:r>
              <a:r>
                <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Maintenance(SDK-889)</a:t>
              </a:r>
              <a:endParaRPr lang="ja-JP" altLang="en-US" sz="700" dirty="0">
                <a:solidFill>
                  <a:schemeClr val="bg1"/>
                </a:solidFill>
                <a:latin typeface="Meiryo UI" panose="020B0604030504040204" pitchFamily="50" charset="-128"/>
                <a:ea typeface="Meiryo UI" panose="020B0604030504040204" pitchFamily="50" charset="-128"/>
              </a:endParaRPr>
            </a:p>
          </p:txBody>
        </p:sp>
        <p:sp>
          <p:nvSpPr>
            <p:cNvPr id="118" name="文本框 117"/>
            <p:cNvSpPr txBox="1"/>
            <p:nvPr/>
          </p:nvSpPr>
          <p:spPr>
            <a:xfrm>
              <a:off x="4690" y="4320"/>
              <a:ext cx="275" cy="313"/>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7</a:t>
              </a:r>
              <a:endParaRPr lang="en-US" altLang="ja-JP" sz="700" dirty="0">
                <a:latin typeface="Meiryo UI" panose="020B0604030504040204" pitchFamily="50" charset="-128"/>
                <a:ea typeface="Meiryo UI" panose="020B0604030504040204" pitchFamily="50" charset="-128"/>
              </a:endParaRPr>
            </a:p>
          </p:txBody>
        </p:sp>
        <p:sp>
          <p:nvSpPr>
            <p:cNvPr id="119" name="フローチャート: 代替処理 50"/>
            <p:cNvSpPr/>
            <p:nvPr/>
          </p:nvSpPr>
          <p:spPr>
            <a:xfrm>
              <a:off x="8722" y="4540"/>
              <a:ext cx="1526" cy="313"/>
            </a:xfrm>
            <a:prstGeom prst="flowChartAlternateProcess">
              <a:avLst/>
            </a:prstGeom>
            <a:solidFill>
              <a:srgbClr val="306CB4"/>
            </a:solidFill>
            <a:ln w="25400" cap="flat" cmpd="sng" algn="ctr">
              <a:noFill/>
              <a:prstDash val="solid"/>
            </a:ln>
            <a:effectLst/>
          </p:spPr>
          <p:txBody>
            <a:bodyPr rtlCol="0" anchor="ctr"/>
            <a:lstStyle/>
            <a:p>
              <a:r>
                <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API</a:t>
              </a:r>
              <a:r>
                <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詳細設計</a:t>
              </a:r>
              <a:endPar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a:p>
              <a:r>
                <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Update</a:t>
              </a:r>
              <a:r>
                <a:rPr lang="zh-CN"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SDK-1161</a:t>
              </a:r>
              <a:r>
                <a:rPr lang="zh-CN"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en-US" sz="600" dirty="0">
                <a:solidFill>
                  <a:schemeClr val="bg1"/>
                </a:solidFill>
                <a:latin typeface="Meiryo UI" panose="020B0604030504040204" pitchFamily="50" charset="-128"/>
                <a:ea typeface="Meiryo UI" panose="020B0604030504040204" pitchFamily="50" charset="-128"/>
              </a:endParaRPr>
            </a:p>
          </p:txBody>
        </p:sp>
        <p:sp>
          <p:nvSpPr>
            <p:cNvPr id="129" name="フローチャート: 代替処理 50"/>
            <p:cNvSpPr/>
            <p:nvPr/>
          </p:nvSpPr>
          <p:spPr>
            <a:xfrm>
              <a:off x="9056" y="3363"/>
              <a:ext cx="2482" cy="277"/>
            </a:xfrm>
            <a:prstGeom prst="flowChartAlternateProcess">
              <a:avLst/>
            </a:prstGeom>
            <a:solidFill>
              <a:srgbClr val="306CB4"/>
            </a:solidFill>
            <a:ln w="25400" cap="flat" cmpd="sng" algn="ctr">
              <a:noFill/>
              <a:prstDash val="solid"/>
            </a:ln>
            <a:effectLst/>
          </p:spPr>
          <p:txBody>
            <a:bodyPr rtlCol="0" anchor="ctr"/>
            <a:lstStyle/>
            <a:p>
              <a:r>
                <a:rPr lang="en-US" altLang="ja-JP" sz="700" dirty="0">
                  <a:solidFill>
                    <a:schemeClr val="bg1"/>
                  </a:solidFill>
                  <a:latin typeface="Meiryo UI" panose="020B0604030504040204" pitchFamily="50" charset="-128"/>
                  <a:ea typeface="Meiryo UI" panose="020B0604030504040204" pitchFamily="50" charset="-128"/>
                </a:rPr>
                <a:t>Json tool</a:t>
              </a:r>
              <a:r>
                <a:rPr lang="ja-JP" altLang="ja-JP" sz="700" dirty="0">
                  <a:solidFill>
                    <a:schemeClr val="bg1"/>
                  </a:solidFill>
                  <a:latin typeface="Meiryo UI" panose="020B0604030504040204" pitchFamily="50" charset="-128"/>
                  <a:ea typeface="Meiryo UI" panose="020B0604030504040204" pitchFamily="50" charset="-128"/>
                </a:rPr>
                <a:t>に関連の</a:t>
              </a:r>
              <a:r>
                <a:rPr lang="ja-JP" altLang="ja-JP" sz="700" dirty="0">
                  <a:solidFill>
                    <a:schemeClr val="bg1"/>
                  </a:solidFill>
                  <a:latin typeface="Meiryo UI" panose="020B0604030504040204" pitchFamily="50" charset="-128"/>
                  <a:ea typeface="SimSun" panose="02010600030101010101" pitchFamily="2" charset="-122"/>
                </a:rPr>
                <a:t>設計</a:t>
              </a:r>
              <a:endParaRPr lang="ja-JP" altLang="ja-JP" sz="700" dirty="0">
                <a:solidFill>
                  <a:schemeClr val="bg1"/>
                </a:solidFill>
                <a:latin typeface="Meiryo UI" panose="020B0604030504040204" pitchFamily="50" charset="-128"/>
                <a:ea typeface="SimSun" panose="02010600030101010101" pitchFamily="2" charset="-122"/>
              </a:endParaRPr>
            </a:p>
          </p:txBody>
        </p:sp>
        <p:sp>
          <p:nvSpPr>
            <p:cNvPr id="131" name="フローチャート: 代替処理 50"/>
            <p:cNvSpPr/>
            <p:nvPr/>
          </p:nvSpPr>
          <p:spPr>
            <a:xfrm>
              <a:off x="3408" y="3446"/>
              <a:ext cx="825" cy="285"/>
            </a:xfrm>
            <a:prstGeom prst="flowChartAlternateProcess">
              <a:avLst/>
            </a:prstGeom>
            <a:solidFill>
              <a:srgbClr val="306CB4"/>
            </a:solidFill>
            <a:ln w="25400" cap="flat" cmpd="sng" algn="ctr">
              <a:noFill/>
              <a:prstDash val="solid"/>
            </a:ln>
            <a:effectLst/>
          </p:spPr>
          <p:txBody>
            <a:bodyPr rtlCol="0" anchor="ctr"/>
            <a:lstStyle/>
            <a:p>
              <a:r>
                <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I/</a:t>
              </a:r>
              <a:r>
                <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F設計</a:t>
              </a:r>
              <a:endPar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r>
                <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Update</a:t>
              </a:r>
              <a:endPar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0" name="文本框 139"/>
            <p:cNvSpPr txBox="1"/>
            <p:nvPr/>
          </p:nvSpPr>
          <p:spPr>
            <a:xfrm>
              <a:off x="2581" y="4735"/>
              <a:ext cx="173" cy="353"/>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5</a:t>
              </a:r>
              <a:endParaRPr lang="en-US" altLang="ja-JP" sz="700" dirty="0">
                <a:latin typeface="Meiryo UI" panose="020B0604030504040204" pitchFamily="50" charset="-128"/>
                <a:ea typeface="Meiryo UI" panose="020B0604030504040204" pitchFamily="50" charset="-128"/>
              </a:endParaRPr>
            </a:p>
          </p:txBody>
        </p:sp>
        <p:sp>
          <p:nvSpPr>
            <p:cNvPr id="143" name="文本框 142"/>
            <p:cNvSpPr txBox="1"/>
            <p:nvPr/>
          </p:nvSpPr>
          <p:spPr>
            <a:xfrm>
              <a:off x="2549" y="3640"/>
              <a:ext cx="260" cy="254"/>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4</a:t>
              </a:r>
              <a:endParaRPr lang="en-US" altLang="ja-JP" sz="700" dirty="0">
                <a:latin typeface="Meiryo UI" panose="020B0604030504040204" pitchFamily="50" charset="-128"/>
                <a:ea typeface="Meiryo UI" panose="020B0604030504040204" pitchFamily="50" charset="-128"/>
              </a:endParaRPr>
            </a:p>
          </p:txBody>
        </p:sp>
        <p:sp>
          <p:nvSpPr>
            <p:cNvPr id="144" name="文本框 143"/>
            <p:cNvSpPr txBox="1"/>
            <p:nvPr/>
          </p:nvSpPr>
          <p:spPr>
            <a:xfrm>
              <a:off x="2561" y="3223"/>
              <a:ext cx="307" cy="327"/>
            </a:xfrm>
            <a:prstGeom prst="rect">
              <a:avLst/>
            </a:prstGeom>
            <a:solidFill>
              <a:schemeClr val="accent4">
                <a:lumMod val="20000"/>
                <a:lumOff val="80000"/>
              </a:schemeClr>
            </a:solidFill>
          </p:spPr>
          <p:txBody>
            <a:bodyPr wrap="square" rtlCol="0">
              <a:noAutofit/>
            </a:bodyPr>
            <a:lstStyle/>
            <a:p>
              <a:pPr algn="ctr"/>
              <a:r>
                <a:rPr lang="ja-JP" altLang="en-US" sz="700" dirty="0">
                  <a:latin typeface="Meiryo UI" panose="020B0604030504040204" pitchFamily="50" charset="-128"/>
                  <a:ea typeface="Meiryo UI" panose="020B0604030504040204" pitchFamily="50" charset="-128"/>
                </a:rPr>
                <a:t>２</a:t>
              </a:r>
              <a:endParaRPr lang="ja-JP" altLang="en-US" sz="700" dirty="0">
                <a:latin typeface="Meiryo UI" panose="020B0604030504040204" pitchFamily="50" charset="-128"/>
                <a:ea typeface="Meiryo UI" panose="020B0604030504040204" pitchFamily="50" charset="-128"/>
              </a:endParaRPr>
            </a:p>
          </p:txBody>
        </p:sp>
        <p:sp>
          <p:nvSpPr>
            <p:cNvPr id="145" name="文本框 144"/>
            <p:cNvSpPr txBox="1"/>
            <p:nvPr/>
          </p:nvSpPr>
          <p:spPr>
            <a:xfrm>
              <a:off x="3595" y="4881"/>
              <a:ext cx="307" cy="327"/>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150" name="文本框 149"/>
            <p:cNvSpPr txBox="1"/>
            <p:nvPr/>
          </p:nvSpPr>
          <p:spPr>
            <a:xfrm>
              <a:off x="3595" y="4457"/>
              <a:ext cx="307" cy="327"/>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3</a:t>
              </a:r>
              <a:endParaRPr lang="en-US" altLang="ja-JP" sz="700" dirty="0">
                <a:latin typeface="Meiryo UI" panose="020B0604030504040204" pitchFamily="50" charset="-128"/>
                <a:ea typeface="Meiryo UI" panose="020B0604030504040204" pitchFamily="50" charset="-128"/>
              </a:endParaRPr>
            </a:p>
          </p:txBody>
        </p:sp>
        <p:sp>
          <p:nvSpPr>
            <p:cNvPr id="151" name="文本框 150"/>
            <p:cNvSpPr txBox="1"/>
            <p:nvPr/>
          </p:nvSpPr>
          <p:spPr>
            <a:xfrm>
              <a:off x="3652" y="5269"/>
              <a:ext cx="399" cy="265"/>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sp>
          <p:nvSpPr>
            <p:cNvPr id="153" name="文本框 152"/>
            <p:cNvSpPr txBox="1"/>
            <p:nvPr/>
          </p:nvSpPr>
          <p:spPr>
            <a:xfrm>
              <a:off x="8929" y="3311"/>
              <a:ext cx="269" cy="375"/>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154" name="圆角矩形 153"/>
            <p:cNvSpPr/>
            <p:nvPr/>
          </p:nvSpPr>
          <p:spPr>
            <a:xfrm>
              <a:off x="2549" y="3343"/>
              <a:ext cx="1778" cy="741"/>
            </a:xfrm>
            <a:prstGeom prst="roundRect">
              <a:avLst/>
            </a:prstGeom>
            <a:noFill/>
            <a:ln>
              <a:solidFill>
                <a:srgbClr val="FF000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700">
                <a:latin typeface="Meiryo UI" panose="020B0604030504040204" pitchFamily="50" charset="-128"/>
                <a:ea typeface="Meiryo UI" panose="020B0604030504040204" pitchFamily="50" charset="-128"/>
              </a:endParaRPr>
            </a:p>
          </p:txBody>
        </p:sp>
        <p:sp>
          <p:nvSpPr>
            <p:cNvPr id="158" name="矩形标注 157"/>
            <p:cNvSpPr/>
            <p:nvPr/>
          </p:nvSpPr>
          <p:spPr>
            <a:xfrm>
              <a:off x="2607" y="2650"/>
              <a:ext cx="1803" cy="336"/>
            </a:xfrm>
            <a:prstGeom prst="wedgeRectCallout">
              <a:avLst>
                <a:gd name="adj1" fmla="val -26818"/>
                <a:gd name="adj2" fmla="val 138690"/>
              </a:avLst>
            </a:prstGeom>
            <a:solidFill>
              <a:srgbClr val="2E75B6"/>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SDK I/F </a:t>
              </a:r>
              <a:r>
                <a:rPr lang="ja-JP"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設計</a:t>
              </a:r>
              <a:endParaRPr lang="ja-JP"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160" name="矩形标注 159"/>
            <p:cNvSpPr/>
            <p:nvPr/>
          </p:nvSpPr>
          <p:spPr>
            <a:xfrm>
              <a:off x="1036" y="5006"/>
              <a:ext cx="1371" cy="336"/>
            </a:xfrm>
            <a:prstGeom prst="wedgeRectCallout">
              <a:avLst>
                <a:gd name="adj1" fmla="val 49576"/>
                <a:gd name="adj2" fmla="val -126669"/>
              </a:avLst>
            </a:prstGeom>
            <a:solidFill>
              <a:srgbClr val="2E75B6"/>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SDK</a:t>
              </a:r>
              <a:r>
                <a:rPr lang="zh-CN" altLang="en-US" sz="700" dirty="0">
                  <a:solidFill>
                    <a:schemeClr val="bg1"/>
                  </a:solidFill>
                  <a:latin typeface="Meiryo UI" panose="020B0604030504040204" pitchFamily="50" charset="-128"/>
                  <a:ea typeface="Meiryo UI" panose="020B0604030504040204" pitchFamily="50" charset="-128"/>
                  <a:sym typeface="+mn-ea"/>
                </a:rPr>
                <a:t>詳細設計</a:t>
              </a:r>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 </a:t>
              </a:r>
              <a:endPar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164" name="文本框 163"/>
            <p:cNvSpPr txBox="1"/>
            <p:nvPr/>
          </p:nvSpPr>
          <p:spPr>
            <a:xfrm>
              <a:off x="3779" y="3719"/>
              <a:ext cx="260" cy="254"/>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sp>
          <p:nvSpPr>
            <p:cNvPr id="166" name="文本框 165"/>
            <p:cNvSpPr txBox="1"/>
            <p:nvPr/>
          </p:nvSpPr>
          <p:spPr>
            <a:xfrm>
              <a:off x="3733" y="3268"/>
              <a:ext cx="307" cy="327"/>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sp>
          <p:nvSpPr>
            <p:cNvPr id="167" name="フローチャート: 代替処理 50"/>
            <p:cNvSpPr/>
            <p:nvPr/>
          </p:nvSpPr>
          <p:spPr>
            <a:xfrm>
              <a:off x="6286" y="5021"/>
              <a:ext cx="3358" cy="312"/>
            </a:xfrm>
            <a:prstGeom prst="flowChartAlternateProcess">
              <a:avLst/>
            </a:prstGeom>
            <a:solidFill>
              <a:srgbClr val="306CB4"/>
            </a:solidFill>
            <a:ln w="25400" cap="flat" cmpd="sng" algn="ctr">
              <a:noFill/>
              <a:prstDash val="solid"/>
            </a:ln>
            <a:effectLst/>
          </p:spPr>
          <p:txBody>
            <a:bodyPr rtlCol="0" anchor="ctr"/>
            <a:lstStyle/>
            <a:p>
              <a:r>
                <a:rPr lang="zh-CN" altLang="en-US" sz="600" dirty="0">
                  <a:solidFill>
                    <a:schemeClr val="bg1"/>
                  </a:solidFill>
                  <a:latin typeface="Meiryo UI" panose="020B0604030504040204" pitchFamily="50" charset="-128"/>
                  <a:ea typeface="Meiryo UI" panose="020B0604030504040204" pitchFamily="50" charset="-128"/>
                  <a:sym typeface="+mn-ea"/>
                </a:rPr>
                <a:t>API詳細設計書</a:t>
              </a:r>
              <a:r>
                <a:rPr lang="en-US" altLang="ja-JP" sz="600" dirty="0">
                  <a:solidFill>
                    <a:schemeClr val="bg1"/>
                  </a:solidFill>
                  <a:latin typeface="Meiryo UI" panose="020B0604030504040204" pitchFamily="50" charset="-128"/>
                  <a:ea typeface="Meiryo UI" panose="020B0604030504040204" pitchFamily="50" charset="-128"/>
                  <a:sym typeface="+mn-ea"/>
                </a:rPr>
                <a:t>(</a:t>
              </a:r>
              <a:r>
                <a:rPr lang="ja-JP" altLang="en-US" sz="600" dirty="0">
                  <a:solidFill>
                    <a:schemeClr val="bg1"/>
                  </a:solidFill>
                  <a:latin typeface="Meiryo UI" panose="020B0604030504040204" pitchFamily="50" charset="-128"/>
                  <a:ea typeface="Meiryo UI" panose="020B0604030504040204" pitchFamily="50" charset="-128"/>
                  <a:sym typeface="+mn-ea"/>
                </a:rPr>
                <a:t>Customize）</a:t>
              </a:r>
              <a:r>
                <a:rPr lang="en-US" altLang="ja-JP" sz="600" dirty="0">
                  <a:solidFill>
                    <a:schemeClr val="bg1"/>
                  </a:solidFill>
                  <a:latin typeface="Meiryo UI" panose="020B0604030504040204" pitchFamily="50" charset="-128"/>
                  <a:ea typeface="Meiryo UI" panose="020B0604030504040204" pitchFamily="50" charset="-128"/>
                  <a:sym typeface="+mn-ea"/>
                </a:rPr>
                <a:t>SDK-1144</a:t>
              </a:r>
              <a:endParaRPr lang="en-US" altLang="ja-JP" sz="600" dirty="0">
                <a:solidFill>
                  <a:schemeClr val="bg1"/>
                </a:solidFill>
                <a:latin typeface="Meiryo UI" panose="020B0604030504040204" pitchFamily="50" charset="-128"/>
                <a:ea typeface="Meiryo UI" panose="020B0604030504040204" pitchFamily="50" charset="-128"/>
                <a:sym typeface="+mn-ea"/>
              </a:endParaRPr>
            </a:p>
          </p:txBody>
        </p:sp>
        <p:sp>
          <p:nvSpPr>
            <p:cNvPr id="168" name="フローチャート: 代替処理 50"/>
            <p:cNvSpPr/>
            <p:nvPr/>
          </p:nvSpPr>
          <p:spPr>
            <a:xfrm>
              <a:off x="4902" y="5397"/>
              <a:ext cx="1065" cy="329"/>
            </a:xfrm>
            <a:prstGeom prst="flowChartAlternateProcess">
              <a:avLst/>
            </a:prstGeom>
            <a:solidFill>
              <a:srgbClr val="306CB4"/>
            </a:solidFill>
            <a:ln w="25400" cap="flat" cmpd="sng" algn="ctr">
              <a:noFill/>
              <a:prstDash val="solid"/>
            </a:ln>
            <a:effectLst/>
          </p:spPr>
          <p:txBody>
            <a:bodyPr rtlCol="0" anchor="ctr"/>
            <a:lstStyle/>
            <a:p>
              <a:r>
                <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MyBike</a:t>
              </a:r>
              <a:endPar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a:p>
              <a:r>
                <a:rPr lang="ja-JP" altLang="zh-CN"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テスト観点の作成</a:t>
              </a:r>
              <a:endParaRPr lang="ja-JP" altLang="zh-CN"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9" name="文本框 168"/>
            <p:cNvSpPr txBox="1"/>
            <p:nvPr/>
          </p:nvSpPr>
          <p:spPr>
            <a:xfrm>
              <a:off x="4672" y="5268"/>
              <a:ext cx="399" cy="265"/>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5</a:t>
              </a:r>
              <a:endParaRPr lang="en-US" altLang="ja-JP" sz="700" dirty="0">
                <a:latin typeface="Meiryo UI" panose="020B0604030504040204" pitchFamily="50" charset="-128"/>
                <a:ea typeface="Meiryo UI" panose="020B0604030504040204" pitchFamily="50" charset="-128"/>
              </a:endParaRPr>
            </a:p>
          </p:txBody>
        </p:sp>
        <p:sp>
          <p:nvSpPr>
            <p:cNvPr id="170" name="フローチャート: 代替処理 50"/>
            <p:cNvSpPr/>
            <p:nvPr/>
          </p:nvSpPr>
          <p:spPr>
            <a:xfrm>
              <a:off x="5993" y="5762"/>
              <a:ext cx="1455" cy="329"/>
            </a:xfrm>
            <a:prstGeom prst="flowChartAlternateProcess">
              <a:avLst/>
            </a:prstGeom>
            <a:solidFill>
              <a:srgbClr val="306CB4"/>
            </a:solidFill>
            <a:ln w="25400" cap="flat" cmpd="sng" algn="ctr">
              <a:noFill/>
              <a:prstDash val="solid"/>
            </a:ln>
            <a:effectLst/>
          </p:spPr>
          <p:txBody>
            <a:bodyPr rtlCol="0" anchor="ctr"/>
            <a:lstStyle/>
            <a:p>
              <a:r>
                <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MyBike</a:t>
              </a:r>
              <a:r>
                <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(s</a:t>
              </a:r>
              <a:r>
                <a:rPr lang="en-US" altLang="zh-CN"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DK-1067)</a:t>
              </a:r>
              <a:endPar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a:p>
              <a:r>
                <a:rPr lang="ja-JP"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テスト</a:t>
              </a:r>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Case</a:t>
              </a:r>
              <a:r>
                <a:rPr lang="ja-JP"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の作成</a:t>
              </a:r>
              <a:endParaRPr lang="ja-JP"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1" name="フローチャート: 代替処理 50"/>
            <p:cNvSpPr/>
            <p:nvPr/>
          </p:nvSpPr>
          <p:spPr>
            <a:xfrm>
              <a:off x="11083" y="5404"/>
              <a:ext cx="827" cy="329"/>
            </a:xfrm>
            <a:prstGeom prst="flowChartAlternateProcess">
              <a:avLst/>
            </a:prstGeom>
            <a:solidFill>
              <a:srgbClr val="306CB4"/>
            </a:solidFill>
            <a:ln w="25400" cap="flat" cmpd="sng" algn="ctr">
              <a:noFill/>
              <a:prstDash val="solid"/>
            </a:ln>
            <a:effectLst/>
          </p:spPr>
          <p:txBody>
            <a:bodyPr rtlCol="0" anchor="ctr"/>
            <a:lstStyle/>
            <a:p>
              <a:r>
                <a:rPr lang="en-US" altLang="zh-CN"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Maintenance</a:t>
              </a:r>
              <a:endParaRPr lang="en-US" altLang="zh-CN"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a:p>
              <a:r>
                <a:rPr lang="ja-JP" altLang="zh-CN"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テスト</a:t>
              </a:r>
              <a:r>
                <a:rPr lang="en-US" altLang="ja-JP"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Case</a:t>
              </a:r>
              <a:r>
                <a:rPr lang="ja-JP" altLang="zh-CN"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の作成</a:t>
              </a:r>
              <a:endParaRPr lang="ja-JP" altLang="zh-CN"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3" name="フローチャート: 代替処理 50"/>
            <p:cNvSpPr/>
            <p:nvPr/>
          </p:nvSpPr>
          <p:spPr>
            <a:xfrm>
              <a:off x="5994" y="5395"/>
              <a:ext cx="979" cy="329"/>
            </a:xfrm>
            <a:prstGeom prst="flowChartAlternateProcess">
              <a:avLst/>
            </a:prstGeom>
            <a:solidFill>
              <a:srgbClr val="306CB4"/>
            </a:solidFill>
            <a:ln w="25400" cap="flat" cmpd="sng" algn="ctr">
              <a:noFill/>
              <a:prstDash val="solid"/>
            </a:ln>
            <a:effectLst/>
          </p:spPr>
          <p:txBody>
            <a:bodyPr rtlCol="0" anchor="ctr"/>
            <a:lstStyle/>
            <a:p>
              <a:r>
                <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Auth</a:t>
              </a:r>
              <a:r>
                <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1076</a:t>
              </a:r>
              <a:r>
                <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a:p>
              <a:r>
                <a:rPr lang="ja-JP" altLang="zh-CN"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テスト観点の作成</a:t>
              </a:r>
              <a:endParaRPr lang="ja-JP" altLang="zh-CN"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4" name="フローチャート: 代替処理 50"/>
            <p:cNvSpPr/>
            <p:nvPr/>
          </p:nvSpPr>
          <p:spPr>
            <a:xfrm>
              <a:off x="7466" y="5760"/>
              <a:ext cx="1358" cy="329"/>
            </a:xfrm>
            <a:prstGeom prst="flowChartAlternateProcess">
              <a:avLst/>
            </a:prstGeom>
            <a:solidFill>
              <a:srgbClr val="306CB4"/>
            </a:solidFill>
            <a:ln w="25400" cap="flat" cmpd="sng" algn="ctr">
              <a:noFill/>
              <a:prstDash val="solid"/>
            </a:ln>
            <a:effectLst/>
          </p:spPr>
          <p:txBody>
            <a:bodyPr rtlCol="0" anchor="ctr"/>
            <a:lstStyle/>
            <a:p>
              <a:r>
                <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Auth</a:t>
              </a:r>
              <a:endPar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a:p>
              <a:r>
                <a:rPr lang="ja-JP"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テスト</a:t>
              </a:r>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Case</a:t>
              </a:r>
              <a:r>
                <a:rPr lang="ja-JP"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の作成</a:t>
              </a:r>
              <a:endParaRPr lang="ja-JP"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5" name="文本框 174"/>
            <p:cNvSpPr txBox="1"/>
            <p:nvPr/>
          </p:nvSpPr>
          <p:spPr>
            <a:xfrm>
              <a:off x="5995" y="5269"/>
              <a:ext cx="178" cy="265"/>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176" name="文本框 175"/>
            <p:cNvSpPr txBox="1"/>
            <p:nvPr/>
          </p:nvSpPr>
          <p:spPr>
            <a:xfrm>
              <a:off x="5994" y="5684"/>
              <a:ext cx="237" cy="265"/>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3</a:t>
              </a:r>
              <a:endParaRPr lang="en-US" altLang="ja-JP" sz="700" dirty="0">
                <a:latin typeface="Meiryo UI" panose="020B0604030504040204" pitchFamily="50" charset="-128"/>
                <a:ea typeface="Meiryo UI" panose="020B0604030504040204" pitchFamily="50" charset="-128"/>
              </a:endParaRPr>
            </a:p>
          </p:txBody>
        </p:sp>
        <p:sp>
          <p:nvSpPr>
            <p:cNvPr id="177" name="フローチャート: 代替処理 50"/>
            <p:cNvSpPr/>
            <p:nvPr/>
          </p:nvSpPr>
          <p:spPr>
            <a:xfrm>
              <a:off x="9018" y="3051"/>
              <a:ext cx="1230" cy="292"/>
            </a:xfrm>
            <a:prstGeom prst="flowChartAlternateProcess">
              <a:avLst/>
            </a:prstGeom>
            <a:solidFill>
              <a:srgbClr val="306CB4"/>
            </a:solidFill>
            <a:ln w="25400" cap="flat" cmpd="sng" algn="ctr">
              <a:noFill/>
              <a:prstDash val="solid"/>
            </a:ln>
            <a:effectLst/>
          </p:spPr>
          <p:txBody>
            <a:bodyPr rtlCol="0" anchor="ctr"/>
            <a:lstStyle/>
            <a:p>
              <a:r>
                <a:rPr lang="zh-CN" altLang="en-US" sz="500">
                  <a:solidFill>
                    <a:schemeClr val="bg1"/>
                  </a:solidFill>
                  <a:latin typeface="Meiryo UI" panose="020B0604030504040204" pitchFamily="50" charset="-128"/>
                  <a:ea typeface="Meiryo UI" panose="020B0604030504040204" pitchFamily="50" charset="-128"/>
                  <a:sym typeface="+mn-ea"/>
                </a:rPr>
                <a:t>SDK_使用ライセンス一覧</a:t>
              </a:r>
              <a:r>
                <a:rPr lang="en-US" altLang="zh-CN" sz="500">
                  <a:solidFill>
                    <a:schemeClr val="bg1"/>
                  </a:solidFill>
                  <a:latin typeface="Meiryo UI" panose="020B0604030504040204" pitchFamily="50" charset="-128"/>
                  <a:ea typeface="Meiryo UI" panose="020B0604030504040204" pitchFamily="50" charset="-128"/>
                  <a:sym typeface="+mn-ea"/>
                </a:rPr>
                <a:t>(1159)</a:t>
              </a:r>
              <a:endParaRPr lang="en-US" altLang="zh-CN" sz="500" dirty="0">
                <a:solidFill>
                  <a:schemeClr val="bg1"/>
                </a:solidFill>
                <a:latin typeface="Meiryo UI" panose="020B0604030504040204" pitchFamily="50" charset="-128"/>
                <a:ea typeface="Meiryo UI" panose="020B0604030504040204" pitchFamily="50" charset="-128"/>
                <a:sym typeface="+mn-ea"/>
              </a:endParaRPr>
            </a:p>
          </p:txBody>
        </p:sp>
        <p:sp>
          <p:nvSpPr>
            <p:cNvPr id="178" name="文本框 177"/>
            <p:cNvSpPr txBox="1"/>
            <p:nvPr/>
          </p:nvSpPr>
          <p:spPr>
            <a:xfrm>
              <a:off x="8824" y="2986"/>
              <a:ext cx="399" cy="265"/>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sp>
          <p:nvSpPr>
            <p:cNvPr id="179" name="文本框 178"/>
            <p:cNvSpPr txBox="1"/>
            <p:nvPr/>
          </p:nvSpPr>
          <p:spPr>
            <a:xfrm>
              <a:off x="6234" y="4879"/>
              <a:ext cx="280" cy="218"/>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7</a:t>
              </a:r>
              <a:endParaRPr lang="en-US" altLang="ja-JP" sz="700" dirty="0">
                <a:latin typeface="Meiryo UI" panose="020B0604030504040204" pitchFamily="50" charset="-128"/>
                <a:ea typeface="Meiryo UI" panose="020B0604030504040204" pitchFamily="50" charset="-128"/>
              </a:endParaRPr>
            </a:p>
          </p:txBody>
        </p:sp>
        <p:sp>
          <p:nvSpPr>
            <p:cNvPr id="180" name="フローチャート: 代替処理 50"/>
            <p:cNvSpPr/>
            <p:nvPr/>
          </p:nvSpPr>
          <p:spPr>
            <a:xfrm>
              <a:off x="11083" y="5764"/>
              <a:ext cx="827" cy="356"/>
            </a:xfrm>
            <a:prstGeom prst="flowChartAlternateProcess">
              <a:avLst/>
            </a:prstGeom>
            <a:solidFill>
              <a:srgbClr val="306CB4"/>
            </a:solidFill>
            <a:ln w="25400" cap="flat" cmpd="sng" algn="ctr">
              <a:noFill/>
              <a:prstDash val="solid"/>
            </a:ln>
            <a:effectLst/>
          </p:spPr>
          <p:txBody>
            <a:bodyPr rtlCol="0" anchor="ctr"/>
            <a:lstStyle/>
            <a:p>
              <a:r>
                <a:rPr lang="en-US" altLang="ja-JP" sz="700" dirty="0">
                  <a:solidFill>
                    <a:schemeClr val="bg1"/>
                  </a:solidFill>
                  <a:latin typeface="Meiryo UI" panose="020B0604030504040204" pitchFamily="50" charset="-128"/>
                  <a:ea typeface="Meiryo UI" panose="020B0604030504040204" pitchFamily="50" charset="-128"/>
                  <a:sym typeface="+mn-ea"/>
                </a:rPr>
                <a:t>Update</a:t>
              </a:r>
              <a:endParaRPr lang="ja-JP" altLang="en-US" sz="700" dirty="0">
                <a:solidFill>
                  <a:schemeClr val="bg1"/>
                </a:solidFill>
                <a:latin typeface="Meiryo UI" panose="020B0604030504040204" pitchFamily="50" charset="-128"/>
                <a:ea typeface="Meiryo UI" panose="020B0604030504040204" pitchFamily="50" charset="-128"/>
                <a:sym typeface="+mn-ea"/>
              </a:endParaRPr>
            </a:p>
            <a:p>
              <a:r>
                <a:rPr lang="ja-JP" altLang="en-US" sz="600" dirty="0">
                  <a:solidFill>
                    <a:schemeClr val="bg1"/>
                  </a:solidFill>
                  <a:latin typeface="Meiryo UI" panose="020B0604030504040204" pitchFamily="50" charset="-128"/>
                  <a:ea typeface="Meiryo UI" panose="020B0604030504040204" pitchFamily="50" charset="-128"/>
                  <a:sym typeface="+mn-ea"/>
                </a:rPr>
                <a:t>テスト</a:t>
              </a:r>
              <a:r>
                <a:rPr lang="en-US" altLang="ja-JP" sz="600" dirty="0">
                  <a:solidFill>
                    <a:schemeClr val="bg1"/>
                  </a:solidFill>
                  <a:latin typeface="Meiryo UI" panose="020B0604030504040204" pitchFamily="50" charset="-128"/>
                  <a:ea typeface="Meiryo UI" panose="020B0604030504040204" pitchFamily="50" charset="-128"/>
                  <a:sym typeface="+mn-ea"/>
                </a:rPr>
                <a:t>Case</a:t>
              </a:r>
              <a:r>
                <a:rPr lang="ja-JP" altLang="en-US" sz="600" dirty="0">
                  <a:solidFill>
                    <a:schemeClr val="bg1"/>
                  </a:solidFill>
                  <a:latin typeface="Meiryo UI" panose="020B0604030504040204" pitchFamily="50" charset="-128"/>
                  <a:ea typeface="Meiryo UI" panose="020B0604030504040204" pitchFamily="50" charset="-128"/>
                  <a:sym typeface="+mn-ea"/>
                </a:rPr>
                <a:t>の作成</a:t>
              </a:r>
              <a:endParaRPr lang="zh-CN" altLang="en-US"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82" name="フローチャート: 代替処理 50"/>
            <p:cNvSpPr/>
            <p:nvPr/>
          </p:nvSpPr>
          <p:spPr>
            <a:xfrm>
              <a:off x="10435" y="5397"/>
              <a:ext cx="628" cy="322"/>
            </a:xfrm>
            <a:prstGeom prst="flowChartAlternateProcess">
              <a:avLst/>
            </a:prstGeom>
            <a:solidFill>
              <a:srgbClr val="306CB4"/>
            </a:solidFill>
            <a:ln w="25400" cap="flat" cmpd="sng" algn="ctr">
              <a:noFill/>
              <a:prstDash val="solid"/>
            </a:ln>
            <a:effectLst/>
          </p:spPr>
          <p:txBody>
            <a:bodyPr rtlCol="0" anchor="ctr"/>
            <a:lstStyle/>
            <a:p>
              <a:r>
                <a:rPr lang="en-US" altLang="zh-CN" sz="4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Update</a:t>
              </a:r>
              <a:endParaRPr lang="en-US" altLang="zh-CN" sz="4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a:p>
              <a:r>
                <a:rPr lang="ja-JP" altLang="zh-CN" sz="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テスト観点</a:t>
              </a:r>
              <a:r>
                <a:rPr lang="ja-JP" altLang="zh-CN"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の作成</a:t>
              </a:r>
              <a:endParaRPr lang="ja-JP" altLang="zh-CN" sz="6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83" name="文本框 182"/>
            <p:cNvSpPr txBox="1"/>
            <p:nvPr/>
          </p:nvSpPr>
          <p:spPr>
            <a:xfrm>
              <a:off x="5371" y="4331"/>
              <a:ext cx="300" cy="313"/>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5</a:t>
              </a:r>
              <a:endParaRPr lang="en-US" altLang="ja-JP" sz="700" dirty="0">
                <a:latin typeface="Meiryo UI" panose="020B0604030504040204" pitchFamily="50" charset="-128"/>
                <a:ea typeface="Meiryo UI" panose="020B0604030504040204" pitchFamily="50" charset="-128"/>
              </a:endParaRPr>
            </a:p>
          </p:txBody>
        </p:sp>
        <p:sp>
          <p:nvSpPr>
            <p:cNvPr id="184" name="圆角矩形 183"/>
            <p:cNvSpPr/>
            <p:nvPr/>
          </p:nvSpPr>
          <p:spPr>
            <a:xfrm>
              <a:off x="2551" y="4514"/>
              <a:ext cx="7785" cy="877"/>
            </a:xfrm>
            <a:prstGeom prst="roundRect">
              <a:avLst/>
            </a:prstGeom>
            <a:noFill/>
            <a:ln>
              <a:solidFill>
                <a:srgbClr val="FF000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700">
                <a:latin typeface="Meiryo UI" panose="020B0604030504040204" pitchFamily="50" charset="-128"/>
                <a:ea typeface="Meiryo UI" panose="020B0604030504040204" pitchFamily="50" charset="-128"/>
              </a:endParaRPr>
            </a:p>
          </p:txBody>
        </p:sp>
        <p:sp>
          <p:nvSpPr>
            <p:cNvPr id="185" name="フローチャート: 代替処理 50"/>
            <p:cNvSpPr/>
            <p:nvPr/>
          </p:nvSpPr>
          <p:spPr>
            <a:xfrm>
              <a:off x="5852" y="2680"/>
              <a:ext cx="5660" cy="329"/>
            </a:xfrm>
            <a:prstGeom prst="flowChartAlternateProcess">
              <a:avLst/>
            </a:prstGeom>
            <a:solidFill>
              <a:srgbClr val="306CB4"/>
            </a:solidFill>
            <a:ln w="25400" cap="flat" cmpd="sng" algn="ctr">
              <a:noFill/>
              <a:prstDash val="solid"/>
            </a:ln>
            <a:effectLst/>
          </p:spPr>
          <p:txBody>
            <a:bodyPr rtlCol="0" anchor="ctr"/>
            <a:lstStyle/>
            <a:p>
              <a:r>
                <a:rPr lang="en-US" altLang="ja-JP" sz="600" dirty="0">
                  <a:solidFill>
                    <a:schemeClr val="bg1"/>
                  </a:solidFill>
                  <a:latin typeface="Meiryo UI" panose="020B0604030504040204" pitchFamily="50" charset="-128"/>
                  <a:ea typeface="Meiryo UI" panose="020B0604030504040204" pitchFamily="50" charset="-128"/>
                  <a:sym typeface="+mn-ea"/>
                </a:rPr>
                <a:t>Json</a:t>
              </a:r>
              <a:r>
                <a:rPr lang="ja-JP" altLang="en-US" sz="600" dirty="0">
                  <a:solidFill>
                    <a:schemeClr val="bg1"/>
                  </a:solidFill>
                  <a:latin typeface="Meiryo UI" panose="020B0604030504040204" pitchFamily="50" charset="-128"/>
                  <a:ea typeface="Meiryo UI" panose="020B0604030504040204" pitchFamily="50" charset="-128"/>
                  <a:sym typeface="+mn-ea"/>
                </a:rPr>
                <a:t>ファイル</a:t>
              </a:r>
              <a:r>
                <a:rPr lang="ja-JP" altLang="ja-JP" sz="600" dirty="0">
                  <a:solidFill>
                    <a:schemeClr val="bg1"/>
                  </a:solidFill>
                  <a:latin typeface="Meiryo UI" panose="020B0604030504040204" pitchFamily="50" charset="-128"/>
                  <a:ea typeface="Meiryo UI" panose="020B0604030504040204" pitchFamily="50" charset="-128"/>
                  <a:sym typeface="+mn-ea"/>
                </a:rPr>
                <a:t>に関連する</a:t>
              </a:r>
              <a:r>
                <a:rPr lang="en-US" altLang="ja-JP" sz="600" dirty="0">
                  <a:solidFill>
                    <a:schemeClr val="bg1"/>
                  </a:solidFill>
                  <a:latin typeface="Meiryo UI" panose="020B0604030504040204" pitchFamily="50" charset="-128"/>
                  <a:ea typeface="Meiryo UI" panose="020B0604030504040204" pitchFamily="50" charset="-128"/>
                  <a:sym typeface="+mn-ea"/>
                </a:rPr>
                <a:t>Unit</a:t>
              </a:r>
              <a:r>
                <a:rPr lang="ja-JP" altLang="en-US" sz="600" dirty="0">
                  <a:solidFill>
                    <a:schemeClr val="bg1"/>
                  </a:solidFill>
                  <a:latin typeface="Meiryo UI" panose="020B0604030504040204" pitchFamily="50" charset="-128"/>
                  <a:ea typeface="Meiryo UI" panose="020B0604030504040204" pitchFamily="50" charset="-128"/>
                  <a:sym typeface="+mn-ea"/>
                </a:rPr>
                <a:t>仕様書のフォーマットの検討</a:t>
              </a:r>
              <a:endParaRPr lang="ja-JP" altLang="en-US" sz="600" dirty="0">
                <a:solidFill>
                  <a:schemeClr val="bg1"/>
                </a:solidFill>
                <a:latin typeface="Meiryo UI" panose="020B0604030504040204" pitchFamily="50" charset="-128"/>
                <a:ea typeface="Meiryo UI" panose="020B0604030504040204" pitchFamily="50" charset="-128"/>
                <a:sym typeface="+mn-ea"/>
              </a:endParaRPr>
            </a:p>
            <a:p>
              <a:r>
                <a:rPr lang="en-US" altLang="zh-CN" sz="700" dirty="0">
                  <a:solidFill>
                    <a:schemeClr val="bg1"/>
                  </a:solidFill>
                  <a:latin typeface="Meiryo UI" panose="020B0604030504040204" pitchFamily="50" charset="-128"/>
                  <a:ea typeface="Meiryo UI" panose="020B0604030504040204" pitchFamily="50" charset="-128"/>
                  <a:sym typeface="+mn-ea"/>
                </a:rPr>
                <a:t>ETUBEPROJECTSDK-1004</a:t>
              </a:r>
              <a:r>
                <a:rPr lang="zh-CN" altLang="en-US" sz="700" dirty="0">
                  <a:solidFill>
                    <a:schemeClr val="bg1"/>
                  </a:solidFill>
                  <a:latin typeface="Meiryo UI" panose="020B0604030504040204" pitchFamily="50" charset="-128"/>
                  <a:ea typeface="SimSun" panose="02010600030101010101" pitchFamily="2" charset="-122"/>
                  <a:sym typeface="+mn-ea"/>
                </a:rPr>
                <a:t>、</a:t>
              </a:r>
              <a:r>
                <a:rPr lang="en-US" altLang="zh-CN" sz="700" dirty="0">
                  <a:solidFill>
                    <a:schemeClr val="bg1"/>
                  </a:solidFill>
                  <a:latin typeface="Meiryo UI" panose="020B0604030504040204" pitchFamily="50" charset="-128"/>
                  <a:ea typeface="SimSun" panose="02010600030101010101" pitchFamily="2" charset="-122"/>
                  <a:sym typeface="+mn-ea"/>
                </a:rPr>
                <a:t>1006</a:t>
              </a:r>
              <a:endParaRPr lang="en-US" altLang="zh-CN" sz="700" dirty="0">
                <a:solidFill>
                  <a:schemeClr val="bg1"/>
                </a:solidFill>
                <a:latin typeface="Meiryo UI" panose="020B0604030504040204" pitchFamily="50" charset="-128"/>
                <a:ea typeface="SimSun" panose="02010600030101010101" pitchFamily="2" charset="-122"/>
                <a:sym typeface="+mn-ea"/>
              </a:endParaRPr>
            </a:p>
          </p:txBody>
        </p:sp>
        <p:sp>
          <p:nvSpPr>
            <p:cNvPr id="186" name="文本框 185"/>
            <p:cNvSpPr txBox="1"/>
            <p:nvPr/>
          </p:nvSpPr>
          <p:spPr>
            <a:xfrm>
              <a:off x="5295" y="4822"/>
              <a:ext cx="301" cy="248"/>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4</a:t>
              </a:r>
              <a:endParaRPr lang="en-US" altLang="ja-JP" sz="700" dirty="0">
                <a:latin typeface="Meiryo UI" panose="020B0604030504040204" pitchFamily="50" charset="-128"/>
                <a:ea typeface="Meiryo UI" panose="020B0604030504040204" pitchFamily="50" charset="-128"/>
              </a:endParaRPr>
            </a:p>
          </p:txBody>
        </p:sp>
        <p:sp>
          <p:nvSpPr>
            <p:cNvPr id="187" name="文本框 186"/>
            <p:cNvSpPr txBox="1"/>
            <p:nvPr/>
          </p:nvSpPr>
          <p:spPr>
            <a:xfrm>
              <a:off x="5694" y="2697"/>
              <a:ext cx="300" cy="313"/>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188" name="文本框 187"/>
            <p:cNvSpPr txBox="1"/>
            <p:nvPr/>
          </p:nvSpPr>
          <p:spPr>
            <a:xfrm>
              <a:off x="6660" y="4899"/>
              <a:ext cx="280" cy="218"/>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8</a:t>
              </a:r>
              <a:endParaRPr lang="en-US" altLang="ja-JP" sz="700" dirty="0">
                <a:latin typeface="Meiryo UI" panose="020B0604030504040204" pitchFamily="50" charset="-128"/>
                <a:ea typeface="Meiryo UI" panose="020B0604030504040204" pitchFamily="50" charset="-128"/>
              </a:endParaRPr>
            </a:p>
          </p:txBody>
        </p:sp>
        <p:sp>
          <p:nvSpPr>
            <p:cNvPr id="193" name="文本框 192"/>
            <p:cNvSpPr txBox="1"/>
            <p:nvPr/>
          </p:nvSpPr>
          <p:spPr>
            <a:xfrm>
              <a:off x="8786" y="4940"/>
              <a:ext cx="280" cy="218"/>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9</a:t>
              </a:r>
              <a:endParaRPr lang="en-US" altLang="ja-JP" sz="700" dirty="0">
                <a:latin typeface="Meiryo UI" panose="020B0604030504040204" pitchFamily="50" charset="-128"/>
                <a:ea typeface="Meiryo UI" panose="020B0604030504040204" pitchFamily="50" charset="-128"/>
              </a:endParaRPr>
            </a:p>
          </p:txBody>
        </p:sp>
        <p:sp>
          <p:nvSpPr>
            <p:cNvPr id="194" name="文本框 193"/>
            <p:cNvSpPr txBox="1"/>
            <p:nvPr/>
          </p:nvSpPr>
          <p:spPr>
            <a:xfrm>
              <a:off x="8789" y="4314"/>
              <a:ext cx="279" cy="313"/>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5</a:t>
              </a:r>
              <a:endParaRPr lang="en-US" altLang="ja-JP" sz="700" dirty="0">
                <a:latin typeface="Meiryo UI" panose="020B0604030504040204" pitchFamily="50" charset="-128"/>
                <a:ea typeface="Meiryo UI" panose="020B0604030504040204" pitchFamily="50" charset="-128"/>
              </a:endParaRPr>
            </a:p>
          </p:txBody>
        </p:sp>
        <p:sp>
          <p:nvSpPr>
            <p:cNvPr id="195" name="文本框 194"/>
            <p:cNvSpPr txBox="1"/>
            <p:nvPr/>
          </p:nvSpPr>
          <p:spPr>
            <a:xfrm>
              <a:off x="10067" y="3197"/>
              <a:ext cx="182" cy="291"/>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4</a:t>
              </a:r>
              <a:endParaRPr lang="en-US" altLang="ja-JP" sz="700" dirty="0">
                <a:latin typeface="Meiryo UI" panose="020B0604030504040204" pitchFamily="50" charset="-128"/>
                <a:ea typeface="Meiryo UI" panose="020B0604030504040204" pitchFamily="50" charset="-128"/>
              </a:endParaRPr>
            </a:p>
          </p:txBody>
        </p:sp>
        <p:sp>
          <p:nvSpPr>
            <p:cNvPr id="197" name="フローチャート: 代替処理 50"/>
            <p:cNvSpPr/>
            <p:nvPr/>
          </p:nvSpPr>
          <p:spPr>
            <a:xfrm>
              <a:off x="5800" y="3369"/>
              <a:ext cx="1191" cy="329"/>
            </a:xfrm>
            <a:prstGeom prst="flowChartAlternateProcess">
              <a:avLst/>
            </a:prstGeom>
            <a:solidFill>
              <a:srgbClr val="306CB4"/>
            </a:solidFill>
            <a:ln w="25400" cap="flat" cmpd="sng" algn="ctr">
              <a:noFill/>
              <a:prstDash val="solid"/>
            </a:ln>
            <a:effectLst/>
          </p:spPr>
          <p:txBody>
            <a:bodyPr rtlCol="0" anchor="ctr"/>
            <a:lstStyle/>
            <a:p>
              <a:r>
                <a:rPr lang="en-US" altLang="zh-CN"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perset</a:t>
              </a:r>
              <a:r>
                <a:rPr lang="ja-JP" altLang="en-US"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設計</a:t>
              </a:r>
              <a:endParaRPr lang="zh-CN" altLang="en-US"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a:p>
              <a:r>
                <a:rPr lang="en-US" altLang="zh-CN"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SDK-1060</a:t>
              </a:r>
              <a:endParaRPr lang="en-US" altLang="zh-CN"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98" name="文本框 197"/>
            <p:cNvSpPr txBox="1"/>
            <p:nvPr/>
          </p:nvSpPr>
          <p:spPr>
            <a:xfrm>
              <a:off x="5671" y="3223"/>
              <a:ext cx="343" cy="328"/>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sp>
          <p:nvSpPr>
            <p:cNvPr id="199" name="フローチャート: 代替処理 50"/>
            <p:cNvSpPr/>
            <p:nvPr/>
          </p:nvSpPr>
          <p:spPr>
            <a:xfrm>
              <a:off x="5827" y="3730"/>
              <a:ext cx="1191" cy="329"/>
            </a:xfrm>
            <a:prstGeom prst="flowChartAlternateProcess">
              <a:avLst/>
            </a:prstGeom>
            <a:solidFill>
              <a:srgbClr val="306CB4"/>
            </a:solidFill>
            <a:ln w="25400" cap="flat" cmpd="sng" algn="ctr">
              <a:noFill/>
              <a:prstDash val="solid"/>
            </a:ln>
            <a:effectLst/>
          </p:spPr>
          <p:txBody>
            <a:bodyPr rtlCol="0" anchor="ctr"/>
            <a:lstStyle/>
            <a:p>
              <a:pPr algn="l"/>
              <a:r>
                <a:rPr lang="en-US" altLang="ja-JP"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License check </a:t>
              </a:r>
              <a:r>
                <a:rPr lang="ja-JP" altLang="en-US"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詳細設計</a:t>
              </a:r>
              <a:r>
                <a:rPr lang="en-US" altLang="ja-JP"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(SDK-1061)</a:t>
              </a:r>
              <a:endParaRPr lang="en-US" altLang="ja-JP"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201" name="文本框 200"/>
            <p:cNvSpPr txBox="1"/>
            <p:nvPr/>
          </p:nvSpPr>
          <p:spPr>
            <a:xfrm>
              <a:off x="5694" y="3587"/>
              <a:ext cx="279" cy="313"/>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sp>
          <p:nvSpPr>
            <p:cNvPr id="204" name="文本框 203"/>
            <p:cNvSpPr txBox="1"/>
            <p:nvPr/>
          </p:nvSpPr>
          <p:spPr>
            <a:xfrm>
              <a:off x="6998" y="4320"/>
              <a:ext cx="279" cy="313"/>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5</a:t>
              </a:r>
              <a:endParaRPr lang="en-US" altLang="ja-JP" sz="700" dirty="0">
                <a:latin typeface="Meiryo UI" panose="020B0604030504040204" pitchFamily="50" charset="-128"/>
                <a:ea typeface="Meiryo UI" panose="020B0604030504040204" pitchFamily="50" charset="-128"/>
              </a:endParaRPr>
            </a:p>
          </p:txBody>
        </p:sp>
        <p:sp>
          <p:nvSpPr>
            <p:cNvPr id="205" name="文本框 204"/>
            <p:cNvSpPr txBox="1"/>
            <p:nvPr/>
          </p:nvSpPr>
          <p:spPr>
            <a:xfrm>
              <a:off x="5721" y="4353"/>
              <a:ext cx="300" cy="313"/>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4</a:t>
              </a:r>
              <a:endParaRPr lang="en-US" altLang="ja-JP" sz="700" dirty="0">
                <a:latin typeface="Meiryo UI" panose="020B0604030504040204" pitchFamily="50" charset="-128"/>
                <a:ea typeface="Meiryo UI" panose="020B0604030504040204" pitchFamily="50" charset="-128"/>
              </a:endParaRPr>
            </a:p>
          </p:txBody>
        </p:sp>
        <p:sp>
          <p:nvSpPr>
            <p:cNvPr id="206" name="文本框 205"/>
            <p:cNvSpPr txBox="1"/>
            <p:nvPr/>
          </p:nvSpPr>
          <p:spPr>
            <a:xfrm>
              <a:off x="7865" y="4902"/>
              <a:ext cx="280" cy="218"/>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7</a:t>
              </a:r>
              <a:endParaRPr lang="en-US" altLang="ja-JP" sz="700" dirty="0">
                <a:latin typeface="Meiryo UI" panose="020B0604030504040204" pitchFamily="50" charset="-128"/>
                <a:ea typeface="Meiryo UI" panose="020B0604030504040204" pitchFamily="50" charset="-128"/>
              </a:endParaRPr>
            </a:p>
          </p:txBody>
        </p:sp>
        <p:sp>
          <p:nvSpPr>
            <p:cNvPr id="207" name="フローチャート: 代替処理 50"/>
            <p:cNvSpPr/>
            <p:nvPr/>
          </p:nvSpPr>
          <p:spPr>
            <a:xfrm>
              <a:off x="8850" y="5763"/>
              <a:ext cx="794" cy="329"/>
            </a:xfrm>
            <a:prstGeom prst="flowChartAlternateProcess">
              <a:avLst/>
            </a:prstGeom>
            <a:solidFill>
              <a:srgbClr val="306CB4"/>
            </a:solidFill>
            <a:ln w="25400" cap="flat" cmpd="sng" algn="ctr">
              <a:noFill/>
              <a:prstDash val="solid"/>
            </a:ln>
            <a:effectLst/>
          </p:spPr>
          <p:txBody>
            <a:bodyPr rtlCol="0" anchor="ctr"/>
            <a:lstStyle/>
            <a:p>
              <a:r>
                <a:rPr lang="en-US" altLang="ja-JP"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Connect</a:t>
              </a:r>
              <a:r>
                <a:rPr lang="ja-JP" altLang="ja-JP" sz="500" dirty="0">
                  <a:solidFill>
                    <a:schemeClr val="bg1"/>
                  </a:solidFill>
                  <a:latin typeface="Meiryo UI" panose="020B0604030504040204" pitchFamily="50" charset="-128"/>
                  <a:ea typeface="SimSun" panose="02010600030101010101" pitchFamily="2" charset="-122"/>
                  <a:cs typeface="Meiryo UI" panose="020B0604030504040204" pitchFamily="50" charset="-128"/>
                </a:rPr>
                <a:t>観点</a:t>
              </a:r>
              <a:r>
                <a:rPr lang="ja-JP" altLang="zh-CN"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の作成</a:t>
              </a:r>
              <a:endParaRPr lang="ja-JP" altLang="zh-CN"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08" name="フローチャート: 代替処理 50"/>
            <p:cNvSpPr/>
            <p:nvPr/>
          </p:nvSpPr>
          <p:spPr>
            <a:xfrm>
              <a:off x="10082" y="5771"/>
              <a:ext cx="961" cy="338"/>
            </a:xfrm>
            <a:prstGeom prst="flowChartAlternateProcess">
              <a:avLst/>
            </a:prstGeom>
            <a:solidFill>
              <a:srgbClr val="306CB4"/>
            </a:solidFill>
            <a:ln w="25400" cap="flat" cmpd="sng" algn="ctr">
              <a:noFill/>
              <a:prstDash val="solid"/>
            </a:ln>
            <a:effectLst/>
          </p:spPr>
          <p:txBody>
            <a:bodyPr rtlCol="0" anchor="ctr"/>
            <a:lstStyle/>
            <a:p>
              <a:r>
                <a:rPr lang="en-US" altLang="ja-JP" sz="5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Connect</a:t>
              </a:r>
              <a:r>
                <a:rPr lang="en-US" altLang="zh-CN" sz="500" dirty="0">
                  <a:solidFill>
                    <a:schemeClr val="bg1"/>
                  </a:solidFill>
                  <a:latin typeface="Meiryo UI" panose="020B0604030504040204" pitchFamily="50" charset="-128"/>
                  <a:ea typeface="SimSun" panose="02010600030101010101" pitchFamily="2" charset="-122"/>
                  <a:cs typeface="Meiryo UI" panose="020B0604030504040204" pitchFamily="50" charset="-128"/>
                </a:rPr>
                <a:t>Case</a:t>
              </a:r>
              <a:r>
                <a:rPr lang="ja-JP" altLang="zh-CN" sz="500" dirty="0">
                  <a:solidFill>
                    <a:schemeClr val="bg1"/>
                  </a:solidFill>
                  <a:latin typeface="Meiryo UI" panose="020B0604030504040204" pitchFamily="50" charset="-128"/>
                  <a:ea typeface="SimSun" panose="02010600030101010101" pitchFamily="2" charset="-122"/>
                  <a:cs typeface="Meiryo UI" panose="020B0604030504040204" pitchFamily="50" charset="-128"/>
                </a:rPr>
                <a:t>の作成</a:t>
              </a:r>
              <a:endParaRPr lang="ja-JP" altLang="zh-CN" sz="500" dirty="0">
                <a:solidFill>
                  <a:schemeClr val="bg1"/>
                </a:solidFill>
                <a:latin typeface="Meiryo UI" panose="020B0604030504040204" pitchFamily="50" charset="-128"/>
                <a:ea typeface="SimSun" panose="02010600030101010101" pitchFamily="2" charset="-122"/>
                <a:cs typeface="Meiryo UI" panose="020B0604030504040204" pitchFamily="50" charset="-128"/>
              </a:endParaRPr>
            </a:p>
          </p:txBody>
        </p:sp>
        <p:sp>
          <p:nvSpPr>
            <p:cNvPr id="209" name="文本框 208"/>
            <p:cNvSpPr txBox="1"/>
            <p:nvPr/>
          </p:nvSpPr>
          <p:spPr>
            <a:xfrm>
              <a:off x="11511" y="5270"/>
              <a:ext cx="399" cy="265"/>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4</a:t>
              </a:r>
              <a:endParaRPr lang="en-US" altLang="ja-JP" sz="700" dirty="0">
                <a:latin typeface="Meiryo UI" panose="020B0604030504040204" pitchFamily="50" charset="-128"/>
                <a:ea typeface="Meiryo UI" panose="020B0604030504040204" pitchFamily="50" charset="-128"/>
              </a:endParaRPr>
            </a:p>
          </p:txBody>
        </p:sp>
        <p:sp>
          <p:nvSpPr>
            <p:cNvPr id="210" name="フローチャート: 代替処理 50"/>
            <p:cNvSpPr/>
            <p:nvPr/>
          </p:nvSpPr>
          <p:spPr>
            <a:xfrm>
              <a:off x="10043" y="3718"/>
              <a:ext cx="3031" cy="295"/>
            </a:xfrm>
            <a:prstGeom prst="flowChartAlternateProcess">
              <a:avLst/>
            </a:prstGeom>
            <a:solidFill>
              <a:srgbClr val="306CB4"/>
            </a:solidFill>
            <a:ln w="25400" cap="flat" cmpd="sng" algn="ctr">
              <a:noFill/>
              <a:prstDash val="solid"/>
            </a:ln>
            <a:effectLst/>
          </p:spPr>
          <p:txBody>
            <a:bodyPr rtlCol="0" anchor="ctr"/>
            <a:lstStyle/>
            <a:p>
              <a:r>
                <a:rPr lang="en-US" altLang="ja-JP" sz="700" dirty="0">
                  <a:solidFill>
                    <a:schemeClr val="bg1"/>
                  </a:solidFill>
                  <a:latin typeface="Meiryo UI" panose="020B0604030504040204" pitchFamily="50" charset="-128"/>
                  <a:ea typeface="Meiryo UI" panose="020B0604030504040204" pitchFamily="50" charset="-128"/>
                  <a:sym typeface="+mn-ea"/>
                </a:rPr>
                <a:t>API</a:t>
              </a:r>
              <a:r>
                <a:rPr lang="ja-JP" altLang="ja-JP" sz="700" dirty="0">
                  <a:solidFill>
                    <a:schemeClr val="bg1"/>
                  </a:solidFill>
                  <a:latin typeface="Meiryo UI" panose="020B0604030504040204" pitchFamily="50" charset="-128"/>
                  <a:ea typeface="SimSun" panose="02010600030101010101" pitchFamily="2" charset="-122"/>
                  <a:sym typeface="+mn-ea"/>
                </a:rPr>
                <a:t>設計と</a:t>
              </a:r>
              <a:r>
                <a:rPr lang="ja-JP" altLang="ja-JP" sz="700" dirty="0">
                  <a:solidFill>
                    <a:schemeClr val="bg1"/>
                  </a:solidFill>
                  <a:latin typeface="Meiryo UI" panose="020B0604030504040204" pitchFamily="50" charset="-128"/>
                  <a:ea typeface="Meiryo UI" panose="020B0604030504040204" pitchFamily="50" charset="-128"/>
                  <a:sym typeface="+mn-ea"/>
                </a:rPr>
                <a:t>詳細設計指摘対応</a:t>
              </a:r>
              <a:endParaRPr lang="ja-JP" altLang="ja-JP" sz="700" dirty="0">
                <a:solidFill>
                  <a:schemeClr val="bg1"/>
                </a:solidFill>
                <a:latin typeface="Meiryo UI" panose="020B0604030504040204" pitchFamily="50" charset="-128"/>
                <a:ea typeface="Meiryo UI" panose="020B0604030504040204" pitchFamily="50" charset="-128"/>
                <a:sym typeface="+mn-ea"/>
              </a:endParaRPr>
            </a:p>
          </p:txBody>
        </p:sp>
        <p:sp>
          <p:nvSpPr>
            <p:cNvPr id="212" name="文本框 211"/>
            <p:cNvSpPr txBox="1"/>
            <p:nvPr/>
          </p:nvSpPr>
          <p:spPr>
            <a:xfrm>
              <a:off x="10081" y="3514"/>
              <a:ext cx="168" cy="288"/>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213" name="文本框 212"/>
            <p:cNvSpPr txBox="1"/>
            <p:nvPr/>
          </p:nvSpPr>
          <p:spPr>
            <a:xfrm>
              <a:off x="13092" y="4321"/>
              <a:ext cx="525" cy="255"/>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14</a:t>
              </a:r>
              <a:endParaRPr lang="en-US" altLang="ja-JP" sz="700" dirty="0">
                <a:latin typeface="Meiryo UI" panose="020B0604030504040204" pitchFamily="50" charset="-128"/>
                <a:ea typeface="Meiryo UI" panose="020B0604030504040204" pitchFamily="50" charset="-128"/>
              </a:endParaRPr>
            </a:p>
          </p:txBody>
        </p:sp>
        <p:sp>
          <p:nvSpPr>
            <p:cNvPr id="216" name="文本框 215"/>
            <p:cNvSpPr txBox="1"/>
            <p:nvPr/>
          </p:nvSpPr>
          <p:spPr>
            <a:xfrm>
              <a:off x="7854" y="5268"/>
              <a:ext cx="178" cy="265"/>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5</a:t>
              </a:r>
              <a:endParaRPr lang="en-US" altLang="ja-JP" sz="700" dirty="0">
                <a:latin typeface="Meiryo UI" panose="020B0604030504040204" pitchFamily="50" charset="-128"/>
                <a:ea typeface="Meiryo UI" panose="020B0604030504040204" pitchFamily="50" charset="-128"/>
              </a:endParaRPr>
            </a:p>
          </p:txBody>
        </p:sp>
        <p:sp>
          <p:nvSpPr>
            <p:cNvPr id="217" name="文本框 216"/>
            <p:cNvSpPr txBox="1"/>
            <p:nvPr/>
          </p:nvSpPr>
          <p:spPr>
            <a:xfrm>
              <a:off x="8840" y="5270"/>
              <a:ext cx="178" cy="265"/>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218" name="文本框 217"/>
            <p:cNvSpPr txBox="1"/>
            <p:nvPr/>
          </p:nvSpPr>
          <p:spPr>
            <a:xfrm>
              <a:off x="10042" y="5684"/>
              <a:ext cx="237" cy="265"/>
            </a:xfrm>
            <a:prstGeom prst="rect">
              <a:avLst/>
            </a:prstGeom>
            <a:solidFill>
              <a:schemeClr val="accent4">
                <a:lumMod val="20000"/>
                <a:lumOff val="80000"/>
              </a:schemeClr>
            </a:solidFill>
          </p:spPr>
          <p:txBody>
            <a:bodyPr wrap="square" rtlCol="0">
              <a:noAutofit/>
            </a:bodyPr>
            <a:lstStyle/>
            <a:p>
              <a:pPr algn="ctr"/>
              <a:r>
                <a:rPr lang="ja-JP" altLang="en-US" sz="700" dirty="0">
                  <a:latin typeface="Meiryo UI" panose="020B0604030504040204" pitchFamily="50" charset="-128"/>
                  <a:ea typeface="Meiryo UI" panose="020B0604030504040204" pitchFamily="50" charset="-128"/>
                </a:rPr>
                <a:t>４</a:t>
              </a:r>
              <a:endParaRPr lang="ja-JP" altLang="en-US" sz="700" dirty="0">
                <a:latin typeface="Meiryo UI" panose="020B0604030504040204" pitchFamily="50" charset="-128"/>
                <a:ea typeface="Meiryo UI" panose="020B0604030504040204" pitchFamily="50" charset="-128"/>
              </a:endParaRPr>
            </a:p>
          </p:txBody>
        </p:sp>
        <p:sp>
          <p:nvSpPr>
            <p:cNvPr id="219" name="文本框 218"/>
            <p:cNvSpPr txBox="1"/>
            <p:nvPr/>
          </p:nvSpPr>
          <p:spPr>
            <a:xfrm>
              <a:off x="13117" y="4875"/>
              <a:ext cx="524" cy="261"/>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12</a:t>
              </a:r>
              <a:endParaRPr lang="en-US" altLang="ja-JP" sz="700" dirty="0">
                <a:latin typeface="Meiryo UI" panose="020B0604030504040204" pitchFamily="50" charset="-128"/>
                <a:ea typeface="Meiryo UI" panose="020B0604030504040204" pitchFamily="50" charset="-128"/>
              </a:endParaRPr>
            </a:p>
          </p:txBody>
        </p:sp>
        <p:sp>
          <p:nvSpPr>
            <p:cNvPr id="220" name="文本框 219"/>
            <p:cNvSpPr txBox="1"/>
            <p:nvPr/>
          </p:nvSpPr>
          <p:spPr>
            <a:xfrm>
              <a:off x="9991" y="4904"/>
              <a:ext cx="280" cy="218"/>
            </a:xfrm>
            <a:prstGeom prst="rect">
              <a:avLst/>
            </a:prstGeom>
            <a:solidFill>
              <a:schemeClr val="accent4">
                <a:lumMod val="20000"/>
                <a:lumOff val="80000"/>
              </a:schemeClr>
            </a:solidFill>
          </p:spPr>
          <p:txBody>
            <a:bodyPr wrap="square" rtlCol="0">
              <a:noAutofit/>
            </a:bodyPr>
            <a:lstStyle/>
            <a:p>
              <a:r>
                <a:rPr lang="ja-JP" altLang="en-US" sz="700" dirty="0">
                  <a:latin typeface="Meiryo UI" panose="020B0604030504040204" pitchFamily="50" charset="-128"/>
                  <a:ea typeface="Meiryo UI" panose="020B0604030504040204" pitchFamily="50" charset="-128"/>
                </a:rPr>
                <a:t>１</a:t>
              </a:r>
              <a:endParaRPr lang="ja-JP" altLang="en-US" sz="700" dirty="0">
                <a:latin typeface="Meiryo UI" panose="020B0604030504040204" pitchFamily="50" charset="-128"/>
                <a:ea typeface="Meiryo UI" panose="020B0604030504040204" pitchFamily="50" charset="-128"/>
              </a:endParaRPr>
            </a:p>
          </p:txBody>
        </p:sp>
        <p:sp>
          <p:nvSpPr>
            <p:cNvPr id="221" name="フローチャート: 代替処理 50"/>
            <p:cNvSpPr/>
            <p:nvPr/>
          </p:nvSpPr>
          <p:spPr>
            <a:xfrm>
              <a:off x="10288" y="4532"/>
              <a:ext cx="1161" cy="329"/>
            </a:xfrm>
            <a:prstGeom prst="flowChartAlternateProcess">
              <a:avLst/>
            </a:prstGeom>
            <a:solidFill>
              <a:srgbClr val="306CB4"/>
            </a:solidFill>
            <a:ln w="25400" cap="flat" cmpd="sng" algn="ctr">
              <a:noFill/>
              <a:prstDash val="solid"/>
            </a:ln>
            <a:effectLst/>
          </p:spPr>
          <p:txBody>
            <a:bodyPr rtlCol="0" anchor="ctr"/>
            <a:lstStyle/>
            <a:p>
              <a:r>
                <a:rPr lang="en-US" altLang="zh-CN" sz="700" dirty="0">
                  <a:solidFill>
                    <a:schemeClr val="bg1"/>
                  </a:solidFill>
                  <a:latin typeface="Meiryo UI" panose="020B0604030504040204" pitchFamily="50" charset="-128"/>
                  <a:ea typeface="SimSun" panose="02010600030101010101" pitchFamily="2" charset="-122"/>
                  <a:sym typeface="+mn-ea"/>
                </a:rPr>
                <a:t>Lisence</a:t>
              </a:r>
              <a:r>
                <a:rPr lang="ja-JP" altLang="zh-CN" sz="700" dirty="0">
                  <a:solidFill>
                    <a:schemeClr val="bg1"/>
                  </a:solidFill>
                  <a:latin typeface="Meiryo UI" panose="020B0604030504040204" pitchFamily="50" charset="-128"/>
                  <a:ea typeface="SimSun" panose="02010600030101010101" pitchFamily="2" charset="-122"/>
                  <a:sym typeface="+mn-ea"/>
                </a:rPr>
                <a:t>設計</a:t>
              </a:r>
              <a:endParaRPr lang="ja-JP" altLang="zh-CN" sz="700" dirty="0">
                <a:solidFill>
                  <a:schemeClr val="bg1"/>
                </a:solidFill>
                <a:latin typeface="Meiryo UI" panose="020B0604030504040204" pitchFamily="50" charset="-128"/>
                <a:ea typeface="SimSun" panose="02010600030101010101" pitchFamily="2" charset="-122"/>
                <a:sym typeface="+mn-ea"/>
              </a:endParaRPr>
            </a:p>
          </p:txBody>
        </p:sp>
        <p:sp>
          <p:nvSpPr>
            <p:cNvPr id="222" name="文本框 221"/>
            <p:cNvSpPr txBox="1"/>
            <p:nvPr/>
          </p:nvSpPr>
          <p:spPr>
            <a:xfrm>
              <a:off x="10631" y="4905"/>
              <a:ext cx="280" cy="218"/>
            </a:xfrm>
            <a:prstGeom prst="rect">
              <a:avLst/>
            </a:prstGeom>
            <a:solidFill>
              <a:schemeClr val="accent4">
                <a:lumMod val="20000"/>
                <a:lumOff val="80000"/>
              </a:schemeClr>
            </a:solidFill>
          </p:spPr>
          <p:txBody>
            <a:bodyPr wrap="square" rtlCol="0">
              <a:noAutofit/>
            </a:bodyPr>
            <a:lstStyle/>
            <a:p>
              <a:pPr algn="l"/>
              <a:r>
                <a:rPr lang="en-US" altLang="ja-JP" sz="700" dirty="0">
                  <a:latin typeface="Meiryo UI" panose="020B0604030504040204" pitchFamily="50" charset="-128"/>
                  <a:ea typeface="Meiryo UI" panose="020B0604030504040204" pitchFamily="50" charset="-128"/>
                </a:rPr>
                <a:t>3</a:t>
              </a:r>
              <a:endParaRPr lang="en-US" altLang="ja-JP" sz="700" dirty="0">
                <a:latin typeface="Meiryo UI" panose="020B0604030504040204" pitchFamily="50" charset="-128"/>
                <a:ea typeface="Meiryo UI" panose="020B0604030504040204" pitchFamily="50" charset="-128"/>
              </a:endParaRPr>
            </a:p>
          </p:txBody>
        </p:sp>
        <p:sp>
          <p:nvSpPr>
            <p:cNvPr id="223" name="文本框 222"/>
            <p:cNvSpPr txBox="1"/>
            <p:nvPr/>
          </p:nvSpPr>
          <p:spPr>
            <a:xfrm>
              <a:off x="10609" y="4393"/>
              <a:ext cx="279" cy="313"/>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3</a:t>
              </a:r>
              <a:endParaRPr lang="en-US" altLang="ja-JP" sz="700" dirty="0">
                <a:latin typeface="Meiryo UI" panose="020B0604030504040204" pitchFamily="50" charset="-128"/>
                <a:ea typeface="Meiryo UI" panose="020B0604030504040204" pitchFamily="50" charset="-128"/>
              </a:endParaRPr>
            </a:p>
          </p:txBody>
        </p:sp>
        <p:sp>
          <p:nvSpPr>
            <p:cNvPr id="224" name="フローチャート: 代替処理 50"/>
            <p:cNvSpPr/>
            <p:nvPr/>
          </p:nvSpPr>
          <p:spPr>
            <a:xfrm>
              <a:off x="11509" y="6152"/>
              <a:ext cx="2437" cy="356"/>
            </a:xfrm>
            <a:prstGeom prst="flowChartAlternateProcess">
              <a:avLst/>
            </a:prstGeom>
            <a:solidFill>
              <a:srgbClr val="306CB4"/>
            </a:solidFill>
            <a:ln w="25400" cap="flat" cmpd="sng" algn="ctr">
              <a:noFill/>
              <a:prstDash val="solid"/>
            </a:ln>
            <a:effectLst/>
          </p:spPr>
          <p:txBody>
            <a:bodyPr rtlCol="0" anchor="ctr"/>
            <a:lstStyle/>
            <a:p>
              <a:r>
                <a:rPr lang="ja-JP" altLang="en-US" sz="700" dirty="0">
                  <a:solidFill>
                    <a:schemeClr val="bg1"/>
                  </a:solidFill>
                  <a:latin typeface="Meiryo UI" panose="020B0604030504040204" pitchFamily="50" charset="-128"/>
                  <a:ea typeface="Meiryo UI" panose="020B0604030504040204" pitchFamily="50" charset="-128"/>
                  <a:sym typeface="+mn-ea"/>
                </a:rPr>
                <a:t>Customize</a:t>
              </a:r>
              <a:endParaRPr lang="ja-JP" altLang="en-US" sz="700" dirty="0">
                <a:solidFill>
                  <a:schemeClr val="bg1"/>
                </a:solidFill>
                <a:latin typeface="Meiryo UI" panose="020B0604030504040204" pitchFamily="50" charset="-128"/>
                <a:ea typeface="Meiryo UI" panose="020B0604030504040204" pitchFamily="50" charset="-128"/>
                <a:sym typeface="+mn-ea"/>
              </a:endParaRPr>
            </a:p>
            <a:p>
              <a:r>
                <a:rPr lang="ja-JP" altLang="en-US" sz="700" dirty="0">
                  <a:solidFill>
                    <a:schemeClr val="bg1"/>
                  </a:solidFill>
                  <a:latin typeface="Meiryo UI" panose="020B0604030504040204" pitchFamily="50" charset="-128"/>
                  <a:ea typeface="Meiryo UI" panose="020B0604030504040204" pitchFamily="50" charset="-128"/>
                  <a:sym typeface="+mn-ea"/>
                </a:rPr>
                <a:t>テスト</a:t>
              </a:r>
              <a:r>
                <a:rPr lang="en-US" altLang="ja-JP" sz="700" dirty="0">
                  <a:solidFill>
                    <a:schemeClr val="bg1"/>
                  </a:solidFill>
                  <a:latin typeface="Meiryo UI" panose="020B0604030504040204" pitchFamily="50" charset="-128"/>
                  <a:ea typeface="Meiryo UI" panose="020B0604030504040204" pitchFamily="50" charset="-128"/>
                  <a:sym typeface="+mn-ea"/>
                </a:rPr>
                <a:t>Case</a:t>
              </a:r>
              <a:r>
                <a:rPr lang="ja-JP" altLang="en-US" sz="700" dirty="0">
                  <a:solidFill>
                    <a:schemeClr val="bg1"/>
                  </a:solidFill>
                  <a:latin typeface="Meiryo UI" panose="020B0604030504040204" pitchFamily="50" charset="-128"/>
                  <a:ea typeface="Meiryo UI" panose="020B0604030504040204" pitchFamily="50" charset="-128"/>
                  <a:sym typeface="+mn-ea"/>
                </a:rPr>
                <a:t>の作成</a:t>
              </a:r>
              <a:endParaRPr lang="zh-CN"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5" name="文本框 224"/>
            <p:cNvSpPr txBox="1"/>
            <p:nvPr/>
          </p:nvSpPr>
          <p:spPr>
            <a:xfrm>
              <a:off x="11405" y="6064"/>
              <a:ext cx="244" cy="265"/>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4</a:t>
              </a:r>
              <a:endParaRPr lang="en-US" altLang="ja-JP" sz="700" dirty="0">
                <a:latin typeface="Meiryo UI" panose="020B0604030504040204" pitchFamily="50" charset="-128"/>
                <a:ea typeface="Meiryo UI" panose="020B0604030504040204" pitchFamily="50" charset="-128"/>
              </a:endParaRPr>
            </a:p>
          </p:txBody>
        </p:sp>
        <p:sp>
          <p:nvSpPr>
            <p:cNvPr id="226" name="フローチャート: 代替処理 50"/>
            <p:cNvSpPr/>
            <p:nvPr/>
          </p:nvSpPr>
          <p:spPr>
            <a:xfrm>
              <a:off x="10068" y="4073"/>
              <a:ext cx="3031" cy="285"/>
            </a:xfrm>
            <a:prstGeom prst="flowChartAlternateProcess">
              <a:avLst/>
            </a:prstGeom>
            <a:solidFill>
              <a:srgbClr val="306CB4"/>
            </a:solidFill>
            <a:ln w="25400" cap="flat" cmpd="sng" algn="ctr">
              <a:noFill/>
              <a:prstDash val="solid"/>
            </a:ln>
            <a:effectLst/>
          </p:spPr>
          <p:txBody>
            <a:bodyPr rtlCol="0" anchor="ctr"/>
            <a:lstStyle/>
            <a:p>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UI </a:t>
              </a:r>
              <a:r>
                <a:rPr lang="ja-JP"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と</a:t>
              </a:r>
              <a:r>
                <a:rPr lang="en-US" altLang="zh-CN"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unit</a:t>
              </a:r>
              <a:r>
                <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仕様により、</a:t>
              </a:r>
              <a:r>
                <a:rPr lang="en-US" altLang="ja-JP"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API</a:t>
              </a:r>
              <a:r>
                <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設計の変更</a:t>
              </a:r>
              <a:endPar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227" name="文本框 226"/>
            <p:cNvSpPr txBox="1"/>
            <p:nvPr/>
          </p:nvSpPr>
          <p:spPr>
            <a:xfrm>
              <a:off x="10021" y="4013"/>
              <a:ext cx="249" cy="301"/>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4</a:t>
              </a:r>
              <a:endParaRPr lang="en-US" altLang="ja-JP" sz="700" dirty="0">
                <a:latin typeface="Meiryo UI" panose="020B0604030504040204" pitchFamily="50" charset="-128"/>
                <a:ea typeface="Meiryo UI" panose="020B0604030504040204" pitchFamily="50" charset="-128"/>
              </a:endParaRPr>
            </a:p>
          </p:txBody>
        </p:sp>
        <p:sp>
          <p:nvSpPr>
            <p:cNvPr id="228" name="フローチャート: 代替処理 50"/>
            <p:cNvSpPr/>
            <p:nvPr/>
          </p:nvSpPr>
          <p:spPr>
            <a:xfrm>
              <a:off x="10082" y="6540"/>
              <a:ext cx="2991" cy="356"/>
            </a:xfrm>
            <a:prstGeom prst="flowChartAlternateProcess">
              <a:avLst/>
            </a:prstGeom>
            <a:solidFill>
              <a:srgbClr val="306CB4"/>
            </a:solidFill>
            <a:ln w="25400" cap="flat" cmpd="sng" algn="ctr">
              <a:noFill/>
              <a:prstDash val="solid"/>
            </a:ln>
            <a:effectLst/>
          </p:spPr>
          <p:txBody>
            <a:bodyPr rtlCol="0" anchor="ctr"/>
            <a:lstStyle/>
            <a:p>
              <a:r>
                <a:rPr lang="en-US" altLang="ja-JP" sz="700" dirty="0">
                  <a:solidFill>
                    <a:schemeClr val="bg1"/>
                  </a:solidFill>
                  <a:latin typeface="Meiryo UI" panose="020B0604030504040204" pitchFamily="50" charset="-128"/>
                  <a:ea typeface="Meiryo UI" panose="020B0604030504040204" pitchFamily="50" charset="-128"/>
                  <a:sym typeface="+mn-ea"/>
                </a:rPr>
                <a:t>API</a:t>
              </a:r>
              <a:r>
                <a:rPr lang="ja-JP" altLang="ja-JP" sz="700" dirty="0">
                  <a:solidFill>
                    <a:schemeClr val="bg1"/>
                  </a:solidFill>
                  <a:latin typeface="Meiryo UI" panose="020B0604030504040204" pitchFamily="50" charset="-128"/>
                  <a:ea typeface="Meiryo UI" panose="020B0604030504040204" pitchFamily="50" charset="-128"/>
                  <a:sym typeface="+mn-ea"/>
                </a:rPr>
                <a:t>の変更により、</a:t>
              </a:r>
              <a:r>
                <a:rPr lang="ja-JP" altLang="en-US" sz="700" dirty="0">
                  <a:solidFill>
                    <a:schemeClr val="bg1"/>
                  </a:solidFill>
                  <a:latin typeface="Meiryo UI" panose="020B0604030504040204" pitchFamily="50" charset="-128"/>
                  <a:ea typeface="Meiryo UI" panose="020B0604030504040204" pitchFamily="50" charset="-128"/>
                  <a:sym typeface="+mn-ea"/>
                </a:rPr>
                <a:t>テスト</a:t>
              </a:r>
              <a:r>
                <a:rPr lang="en-US" altLang="ja-JP" sz="700" dirty="0">
                  <a:solidFill>
                    <a:schemeClr val="bg1"/>
                  </a:solidFill>
                  <a:latin typeface="Meiryo UI" panose="020B0604030504040204" pitchFamily="50" charset="-128"/>
                  <a:ea typeface="Meiryo UI" panose="020B0604030504040204" pitchFamily="50" charset="-128"/>
                  <a:sym typeface="+mn-ea"/>
                </a:rPr>
                <a:t>Case</a:t>
              </a:r>
              <a:r>
                <a:rPr lang="ja-JP" altLang="en-US" sz="700" dirty="0">
                  <a:solidFill>
                    <a:schemeClr val="bg1"/>
                  </a:solidFill>
                  <a:latin typeface="Meiryo UI" panose="020B0604030504040204" pitchFamily="50" charset="-128"/>
                  <a:ea typeface="Meiryo UI" panose="020B0604030504040204" pitchFamily="50" charset="-128"/>
                  <a:sym typeface="+mn-ea"/>
                </a:rPr>
                <a:t>の変更</a:t>
              </a:r>
              <a:endParaRPr lang="ja-JP" altLang="en-US" sz="700" dirty="0">
                <a:solidFill>
                  <a:schemeClr val="bg1"/>
                </a:solidFill>
                <a:latin typeface="Meiryo UI" panose="020B0604030504040204" pitchFamily="50" charset="-128"/>
                <a:ea typeface="Meiryo UI" panose="020B0604030504040204" pitchFamily="50" charset="-128"/>
                <a:sym typeface="+mn-ea"/>
              </a:endParaRPr>
            </a:p>
          </p:txBody>
        </p:sp>
        <p:sp>
          <p:nvSpPr>
            <p:cNvPr id="229" name="文本框 228"/>
            <p:cNvSpPr txBox="1"/>
            <p:nvPr/>
          </p:nvSpPr>
          <p:spPr>
            <a:xfrm>
              <a:off x="10066" y="6477"/>
              <a:ext cx="240" cy="265"/>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230" name="文本框 229"/>
            <p:cNvSpPr txBox="1"/>
            <p:nvPr/>
          </p:nvSpPr>
          <p:spPr>
            <a:xfrm>
              <a:off x="10679" y="3973"/>
              <a:ext cx="249" cy="301"/>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5</a:t>
              </a:r>
              <a:endParaRPr lang="en-US" altLang="ja-JP" sz="700" dirty="0">
                <a:latin typeface="Meiryo UI" panose="020B0604030504040204" pitchFamily="50" charset="-128"/>
                <a:ea typeface="Meiryo UI" panose="020B0604030504040204" pitchFamily="50" charset="-128"/>
              </a:endParaRPr>
            </a:p>
          </p:txBody>
        </p:sp>
        <p:sp>
          <p:nvSpPr>
            <p:cNvPr id="231" name="文本框 230"/>
            <p:cNvSpPr txBox="1"/>
            <p:nvPr/>
          </p:nvSpPr>
          <p:spPr>
            <a:xfrm>
              <a:off x="13755" y="4881"/>
              <a:ext cx="524" cy="261"/>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15</a:t>
              </a:r>
              <a:endParaRPr lang="en-US" altLang="ja-JP" sz="700" dirty="0">
                <a:latin typeface="Meiryo UI" panose="020B0604030504040204" pitchFamily="50" charset="-128"/>
                <a:ea typeface="Meiryo UI" panose="020B0604030504040204" pitchFamily="50" charset="-128"/>
              </a:endParaRPr>
            </a:p>
          </p:txBody>
        </p:sp>
        <p:sp>
          <p:nvSpPr>
            <p:cNvPr id="232" name="文本框 231"/>
            <p:cNvSpPr txBox="1"/>
            <p:nvPr/>
          </p:nvSpPr>
          <p:spPr>
            <a:xfrm>
              <a:off x="13755" y="4321"/>
              <a:ext cx="525" cy="255"/>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17</a:t>
              </a:r>
              <a:endParaRPr lang="en-US" altLang="ja-JP" sz="700" dirty="0">
                <a:latin typeface="Meiryo UI" panose="020B0604030504040204" pitchFamily="50" charset="-128"/>
                <a:ea typeface="Meiryo UI" panose="020B0604030504040204" pitchFamily="50" charset="-128"/>
              </a:endParaRPr>
            </a:p>
          </p:txBody>
        </p:sp>
        <p:sp>
          <p:nvSpPr>
            <p:cNvPr id="233" name="文本框 232"/>
            <p:cNvSpPr txBox="1"/>
            <p:nvPr/>
          </p:nvSpPr>
          <p:spPr>
            <a:xfrm>
              <a:off x="10928" y="3223"/>
              <a:ext cx="182" cy="291"/>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234" name="文本框 233"/>
            <p:cNvSpPr txBox="1"/>
            <p:nvPr/>
          </p:nvSpPr>
          <p:spPr>
            <a:xfrm>
              <a:off x="11910" y="6065"/>
              <a:ext cx="244" cy="265"/>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6</a:t>
              </a:r>
              <a:endParaRPr lang="en-US" altLang="ja-JP" sz="700" dirty="0">
                <a:latin typeface="Meiryo UI" panose="020B0604030504040204" pitchFamily="50" charset="-128"/>
                <a:ea typeface="Meiryo UI" panose="020B0604030504040204" pitchFamily="50" charset="-128"/>
              </a:endParaRPr>
            </a:p>
          </p:txBody>
        </p:sp>
        <p:sp>
          <p:nvSpPr>
            <p:cNvPr id="235" name="フローチャート: 代替処理 50"/>
            <p:cNvSpPr/>
            <p:nvPr/>
          </p:nvSpPr>
          <p:spPr>
            <a:xfrm>
              <a:off x="11535" y="2665"/>
              <a:ext cx="1942" cy="345"/>
            </a:xfrm>
            <a:prstGeom prst="flowChartAlternateProcess">
              <a:avLst/>
            </a:prstGeom>
            <a:solidFill>
              <a:srgbClr val="306CB4"/>
            </a:solidFill>
            <a:ln w="25400" cap="flat" cmpd="sng" algn="ctr">
              <a:noFill/>
              <a:prstDash val="solid"/>
            </a:ln>
            <a:effectLst/>
          </p:spPr>
          <p:txBody>
            <a:bodyPr rtlCol="0" anchor="ctr"/>
            <a:lstStyle/>
            <a:p>
              <a:r>
                <a:rPr lang="en-US" altLang="ja-JP" sz="700" dirty="0">
                  <a:solidFill>
                    <a:schemeClr val="bg1"/>
                  </a:solidFill>
                  <a:latin typeface="Meiryo UI" panose="020B0604030504040204" pitchFamily="50" charset="-128"/>
                  <a:ea typeface="Meiryo UI" panose="020B0604030504040204" pitchFamily="50" charset="-128"/>
                  <a:sym typeface="+mn-ea"/>
                </a:rPr>
                <a:t>Josn Parser</a:t>
              </a:r>
              <a:r>
                <a:rPr lang="ja-JP" altLang="ja-JP" sz="700" dirty="0">
                  <a:solidFill>
                    <a:schemeClr val="bg1"/>
                  </a:solidFill>
                  <a:latin typeface="Meiryo UI" panose="020B0604030504040204" pitchFamily="50" charset="-128"/>
                  <a:ea typeface="Meiryo UI" panose="020B0604030504040204" pitchFamily="50" charset="-128"/>
                  <a:sym typeface="+mn-ea"/>
                </a:rPr>
                <a:t>の実装</a:t>
              </a:r>
              <a:endParaRPr lang="ja-JP" altLang="ja-JP" sz="700" dirty="0">
                <a:solidFill>
                  <a:schemeClr val="bg1"/>
                </a:solidFill>
                <a:latin typeface="Meiryo UI" panose="020B0604030504040204" pitchFamily="50" charset="-128"/>
                <a:ea typeface="Meiryo UI" panose="020B0604030504040204" pitchFamily="50" charset="-128"/>
                <a:sym typeface="+mn-ea"/>
              </a:endParaRPr>
            </a:p>
          </p:txBody>
        </p:sp>
        <p:sp>
          <p:nvSpPr>
            <p:cNvPr id="236" name="フローチャート: 代替処理 50"/>
            <p:cNvSpPr/>
            <p:nvPr/>
          </p:nvSpPr>
          <p:spPr>
            <a:xfrm>
              <a:off x="11562" y="3342"/>
              <a:ext cx="1556" cy="298"/>
            </a:xfrm>
            <a:prstGeom prst="flowChartAlternateProcess">
              <a:avLst/>
            </a:prstGeom>
            <a:solidFill>
              <a:srgbClr val="306CB4"/>
            </a:solidFill>
            <a:ln w="25400" cap="flat" cmpd="sng" algn="ctr">
              <a:noFill/>
              <a:prstDash val="solid"/>
            </a:ln>
            <a:effectLst/>
          </p:spPr>
          <p:txBody>
            <a:bodyPr rtlCol="0" anchor="ctr"/>
            <a:lstStyle/>
            <a:p>
              <a:r>
                <a:rPr lang="en-US" altLang="ja-JP" sz="700" dirty="0">
                  <a:solidFill>
                    <a:schemeClr val="bg1"/>
                  </a:solidFill>
                  <a:latin typeface="Meiryo UI" panose="020B0604030504040204" pitchFamily="50" charset="-128"/>
                  <a:ea typeface="Meiryo UI" panose="020B0604030504040204" pitchFamily="50" charset="-128"/>
                  <a:sym typeface="+mn-ea"/>
                </a:rPr>
                <a:t>Json</a:t>
              </a:r>
              <a:r>
                <a:rPr lang="ja-JP" altLang="en-US" sz="700" dirty="0">
                  <a:solidFill>
                    <a:schemeClr val="bg1"/>
                  </a:solidFill>
                  <a:latin typeface="Meiryo UI" panose="020B0604030504040204" pitchFamily="50" charset="-128"/>
                  <a:ea typeface="Meiryo UI" panose="020B0604030504040204" pitchFamily="50" charset="-128"/>
                  <a:sym typeface="+mn-ea"/>
                </a:rPr>
                <a:t>　</a:t>
              </a:r>
              <a:r>
                <a:rPr lang="en-US" altLang="ja-JP" sz="700" dirty="0">
                  <a:solidFill>
                    <a:schemeClr val="bg1"/>
                  </a:solidFill>
                  <a:latin typeface="Meiryo UI" panose="020B0604030504040204" pitchFamily="50" charset="-128"/>
                  <a:ea typeface="Meiryo UI" panose="020B0604030504040204" pitchFamily="50" charset="-128"/>
                  <a:sym typeface="+mn-ea"/>
                </a:rPr>
                <a:t>tool </a:t>
              </a:r>
              <a:r>
                <a:rPr lang="ja-JP" altLang="ja-JP" sz="700" dirty="0">
                  <a:solidFill>
                    <a:schemeClr val="bg1"/>
                  </a:solidFill>
                  <a:latin typeface="Meiryo UI" panose="020B0604030504040204" pitchFamily="50" charset="-128"/>
                  <a:ea typeface="Meiryo UI" panose="020B0604030504040204" pitchFamily="50" charset="-128"/>
                  <a:sym typeface="+mn-ea"/>
                </a:rPr>
                <a:t>の改修</a:t>
              </a:r>
              <a:endParaRPr lang="ja-JP" altLang="ja-JP" sz="700" dirty="0">
                <a:solidFill>
                  <a:schemeClr val="bg1"/>
                </a:solidFill>
                <a:latin typeface="Meiryo UI" panose="020B0604030504040204" pitchFamily="50" charset="-128"/>
                <a:ea typeface="Meiryo UI" panose="020B0604030504040204" pitchFamily="50" charset="-128"/>
                <a:sym typeface="+mn-ea"/>
              </a:endParaRPr>
            </a:p>
          </p:txBody>
        </p:sp>
        <p:sp>
          <p:nvSpPr>
            <p:cNvPr id="237" name="文本框 236"/>
            <p:cNvSpPr txBox="1"/>
            <p:nvPr/>
          </p:nvSpPr>
          <p:spPr>
            <a:xfrm>
              <a:off x="11449" y="3197"/>
              <a:ext cx="272" cy="291"/>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238" name="文本框 237"/>
            <p:cNvSpPr txBox="1"/>
            <p:nvPr/>
          </p:nvSpPr>
          <p:spPr>
            <a:xfrm>
              <a:off x="11914" y="3184"/>
              <a:ext cx="331" cy="261"/>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5</a:t>
              </a:r>
              <a:endParaRPr lang="en-US" altLang="ja-JP" sz="700" dirty="0">
                <a:latin typeface="Meiryo UI" panose="020B0604030504040204" pitchFamily="50" charset="-128"/>
                <a:ea typeface="Meiryo UI" panose="020B0604030504040204" pitchFamily="50" charset="-128"/>
              </a:endParaRPr>
            </a:p>
          </p:txBody>
        </p:sp>
        <p:sp>
          <p:nvSpPr>
            <p:cNvPr id="239" name="文本框 238"/>
            <p:cNvSpPr txBox="1"/>
            <p:nvPr/>
          </p:nvSpPr>
          <p:spPr>
            <a:xfrm>
              <a:off x="11899" y="2442"/>
              <a:ext cx="330" cy="255"/>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5</a:t>
              </a:r>
              <a:endParaRPr lang="en-US" altLang="ja-JP" sz="700" dirty="0">
                <a:latin typeface="Meiryo UI" panose="020B0604030504040204" pitchFamily="50" charset="-128"/>
                <a:ea typeface="Meiryo UI" panose="020B0604030504040204" pitchFamily="50" charset="-128"/>
              </a:endParaRPr>
            </a:p>
          </p:txBody>
        </p:sp>
        <p:sp>
          <p:nvSpPr>
            <p:cNvPr id="240" name="文本框 239"/>
            <p:cNvSpPr txBox="1"/>
            <p:nvPr/>
          </p:nvSpPr>
          <p:spPr>
            <a:xfrm>
              <a:off x="11449" y="2442"/>
              <a:ext cx="272" cy="255"/>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241" name="文本框 240"/>
            <p:cNvSpPr txBox="1"/>
            <p:nvPr/>
          </p:nvSpPr>
          <p:spPr>
            <a:xfrm>
              <a:off x="12245" y="3550"/>
              <a:ext cx="315" cy="251"/>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3</a:t>
              </a:r>
              <a:endParaRPr lang="en-US" altLang="ja-JP" sz="700" dirty="0">
                <a:latin typeface="Meiryo UI" panose="020B0604030504040204" pitchFamily="50" charset="-128"/>
                <a:ea typeface="Meiryo UI" panose="020B0604030504040204" pitchFamily="50" charset="-128"/>
              </a:endParaRPr>
            </a:p>
          </p:txBody>
        </p:sp>
        <p:sp>
          <p:nvSpPr>
            <p:cNvPr id="250" name="文本框 249"/>
            <p:cNvSpPr txBox="1"/>
            <p:nvPr/>
          </p:nvSpPr>
          <p:spPr>
            <a:xfrm>
              <a:off x="10977" y="6896"/>
              <a:ext cx="240" cy="265"/>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251" name="文本框 250"/>
            <p:cNvSpPr txBox="1"/>
            <p:nvPr/>
          </p:nvSpPr>
          <p:spPr>
            <a:xfrm>
              <a:off x="11899" y="6896"/>
              <a:ext cx="240" cy="265"/>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4</a:t>
              </a:r>
              <a:endParaRPr lang="en-US" altLang="ja-JP" sz="700" dirty="0">
                <a:latin typeface="Meiryo UI" panose="020B0604030504040204" pitchFamily="50" charset="-128"/>
                <a:ea typeface="Meiryo UI" panose="020B0604030504040204" pitchFamily="50" charset="-128"/>
              </a:endParaRPr>
            </a:p>
          </p:txBody>
        </p:sp>
      </p:grpSp>
      <p:graphicFrame>
        <p:nvGraphicFramePr>
          <p:cNvPr id="5" name="表 4"/>
          <p:cNvGraphicFramePr/>
          <p:nvPr>
            <p:custDataLst>
              <p:tags r:id="rId1"/>
            </p:custDataLst>
          </p:nvPr>
        </p:nvGraphicFramePr>
        <p:xfrm>
          <a:off x="224155" y="488950"/>
          <a:ext cx="11143180" cy="5920740"/>
        </p:xfrm>
        <a:graphic>
          <a:graphicData uri="http://schemas.openxmlformats.org/drawingml/2006/table">
            <a:tbl>
              <a:tblPr firstRow="1" bandRow="1"/>
              <a:tblGrid>
                <a:gridCol w="278731"/>
                <a:gridCol w="871955"/>
                <a:gridCol w="236155"/>
                <a:gridCol w="236155"/>
                <a:gridCol w="236154"/>
                <a:gridCol w="236156"/>
                <a:gridCol w="236154"/>
                <a:gridCol w="236154"/>
                <a:gridCol w="236155"/>
                <a:gridCol w="236722"/>
                <a:gridCol w="236723"/>
                <a:gridCol w="236154"/>
                <a:gridCol w="236156"/>
                <a:gridCol w="236154"/>
                <a:gridCol w="236723"/>
                <a:gridCol w="226060"/>
                <a:gridCol w="246248"/>
                <a:gridCol w="236156"/>
                <a:gridCol w="236154"/>
                <a:gridCol w="236723"/>
                <a:gridCol w="236154"/>
                <a:gridCol w="236155"/>
                <a:gridCol w="208280"/>
                <a:gridCol w="264797"/>
                <a:gridCol w="236155"/>
                <a:gridCol w="236154"/>
                <a:gridCol w="268512"/>
                <a:gridCol w="273055"/>
                <a:gridCol w="236721"/>
                <a:gridCol w="236156"/>
                <a:gridCol w="236154"/>
                <a:gridCol w="236155"/>
                <a:gridCol w="236155"/>
                <a:gridCol w="236722"/>
                <a:gridCol w="236155"/>
                <a:gridCol w="236154"/>
                <a:gridCol w="236155"/>
                <a:gridCol w="236722"/>
                <a:gridCol w="236155"/>
                <a:gridCol w="236155"/>
                <a:gridCol w="236154"/>
                <a:gridCol w="236154"/>
                <a:gridCol w="236155"/>
                <a:gridCol w="236154"/>
              </a:tblGrid>
              <a:tr h="602615">
                <a:tc>
                  <a:txBody>
                    <a:bodyPr/>
                    <a:lstStyle/>
                    <a:p>
                      <a:pPr algn="ctr"/>
                      <a:endParaRPr kumimoji="1" lang="en-US" altLang="ja-JP"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mpd="sng">
                      <a:solidFill>
                        <a:sysClr val="window" lastClr="FFFFFF"/>
                      </a:solidFill>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bg1"/>
                          </a:solidFill>
                        </a:rPr>
                        <a:t>2026</a:t>
                      </a:r>
                      <a:r>
                        <a:rPr lang="ja-JP" altLang="en-US" sz="900" b="1" dirty="0">
                          <a:solidFill>
                            <a:schemeClr val="bg1"/>
                          </a:solidFill>
                        </a:rPr>
                        <a:t>年</a:t>
                      </a:r>
                      <a:r>
                        <a:rPr lang="en-US" altLang="ja-JP" sz="900" b="1" dirty="0">
                          <a:solidFill>
                            <a:schemeClr val="bg1"/>
                          </a:solidFill>
                        </a:rPr>
                        <a:t>3</a:t>
                      </a:r>
                      <a:r>
                        <a:rPr lang="ja-JP" altLang="en-US" sz="900" b="1" dirty="0">
                          <a:solidFill>
                            <a:schemeClr val="bg1"/>
                          </a:solidFill>
                        </a:rPr>
                        <a:t>月</a:t>
                      </a:r>
                      <a:endParaRPr kumimoji="1" lang="ja-JP" altLang="en-US" sz="900" b="1" dirty="0">
                        <a:solidFill>
                          <a:schemeClr val="bg1"/>
                        </a:solidFil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tcPr>
                </a:tc>
                <a:tc hMerge="1">
                  <a:tcPr/>
                </a:tc>
                <a:tc hMerge="1">
                  <a:tcP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bg1"/>
                          </a:solidFill>
                        </a:rPr>
                        <a:t>2026</a:t>
                      </a:r>
                      <a:r>
                        <a:rPr lang="ja-JP" altLang="en-US" sz="900" b="1" dirty="0">
                          <a:solidFill>
                            <a:schemeClr val="bg1"/>
                          </a:solidFill>
                        </a:rPr>
                        <a:t>年</a:t>
                      </a:r>
                      <a:r>
                        <a:rPr lang="en-US" altLang="ja-JP" sz="900" b="1" dirty="0">
                          <a:solidFill>
                            <a:schemeClr val="bg1"/>
                          </a:solidFill>
                        </a:rPr>
                        <a:t>4</a:t>
                      </a:r>
                      <a:r>
                        <a:rPr lang="ja-JP" altLang="en-US" sz="900" b="1" dirty="0">
                          <a:solidFill>
                            <a:schemeClr val="bg1"/>
                          </a:solidFill>
                        </a:rPr>
                        <a:t>月</a:t>
                      </a:r>
                      <a:endParaRPr kumimoji="1" lang="ja-JP" altLang="en-US" sz="900" b="1" dirty="0">
                        <a:solidFill>
                          <a:schemeClr val="bg1"/>
                        </a:solidFil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bg1"/>
                          </a:solidFill>
                        </a:rPr>
                        <a:t>2026</a:t>
                      </a:r>
                      <a:r>
                        <a:rPr lang="ja-JP" altLang="en-US" sz="900" b="1" dirty="0">
                          <a:solidFill>
                            <a:schemeClr val="bg1"/>
                          </a:solidFill>
                        </a:rPr>
                        <a:t>年</a:t>
                      </a:r>
                      <a:r>
                        <a:rPr lang="en-US" altLang="ja-JP" sz="900" b="1" dirty="0">
                          <a:solidFill>
                            <a:schemeClr val="bg1"/>
                          </a:solidFill>
                        </a:rPr>
                        <a:t>5</a:t>
                      </a:r>
                      <a:r>
                        <a:rPr lang="ja-JP" altLang="en-US" sz="900" b="1" dirty="0">
                          <a:solidFill>
                            <a:schemeClr val="bg1"/>
                          </a:solidFill>
                        </a:rPr>
                        <a:t>月</a:t>
                      </a:r>
                      <a:endParaRPr kumimoji="1" lang="ja-JP" altLang="en-US" sz="900" b="1" dirty="0">
                        <a:solidFill>
                          <a:schemeClr val="bg1"/>
                        </a:solidFil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bg1"/>
                          </a:solidFill>
                        </a:rPr>
                        <a:t>2026</a:t>
                      </a:r>
                      <a:r>
                        <a:rPr lang="ja-JP" altLang="en-US" sz="900" b="1" dirty="0">
                          <a:solidFill>
                            <a:schemeClr val="bg1"/>
                          </a:solidFill>
                        </a:rPr>
                        <a:t>年</a:t>
                      </a:r>
                      <a:r>
                        <a:rPr lang="en-US" altLang="ja-JP" sz="900" b="1" dirty="0">
                          <a:solidFill>
                            <a:schemeClr val="bg1"/>
                          </a:solidFill>
                        </a:rPr>
                        <a:t>6</a:t>
                      </a:r>
                      <a:r>
                        <a:rPr lang="ja-JP" altLang="en-US" sz="900" b="1" dirty="0">
                          <a:solidFill>
                            <a:schemeClr val="bg1"/>
                          </a:solidFill>
                        </a:rPr>
                        <a:t>月</a:t>
                      </a:r>
                      <a:endParaRPr kumimoji="1" lang="ja-JP" altLang="en-US" sz="900" b="1" dirty="0">
                        <a:solidFill>
                          <a:schemeClr val="bg1"/>
                        </a:solidFil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bg1"/>
                          </a:solidFill>
                        </a:rPr>
                        <a:t>2026</a:t>
                      </a:r>
                      <a:r>
                        <a:rPr lang="ja-JP" altLang="en-US" sz="900" b="1" dirty="0">
                          <a:solidFill>
                            <a:schemeClr val="bg1"/>
                          </a:solidFill>
                        </a:rPr>
                        <a:t>年</a:t>
                      </a:r>
                      <a:r>
                        <a:rPr lang="en-US" altLang="ja-JP" sz="900" b="1" dirty="0">
                          <a:solidFill>
                            <a:schemeClr val="bg1"/>
                          </a:solidFill>
                        </a:rPr>
                        <a:t>7</a:t>
                      </a:r>
                      <a:r>
                        <a:rPr lang="ja-JP" altLang="en-US" sz="900" b="1" dirty="0">
                          <a:solidFill>
                            <a:schemeClr val="bg1"/>
                          </a:solidFill>
                        </a:rPr>
                        <a:t>月</a:t>
                      </a:r>
                      <a:endParaRPr kumimoji="1" lang="ja-JP" altLang="en-US" sz="900" b="1" dirty="0">
                        <a:solidFill>
                          <a:schemeClr val="bg1"/>
                        </a:solidFil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900" b="1" dirty="0">
                          <a:solidFill>
                            <a:schemeClr val="bg1"/>
                          </a:solidFill>
                        </a:rPr>
                        <a:t>2026</a:t>
                      </a:r>
                      <a:r>
                        <a:rPr kumimoji="1" lang="ja-JP" altLang="en-US" sz="900" b="1" dirty="0">
                          <a:solidFill>
                            <a:schemeClr val="bg1"/>
                          </a:solidFill>
                        </a:rPr>
                        <a:t>年</a:t>
                      </a:r>
                      <a:r>
                        <a:rPr kumimoji="1" lang="en-US" altLang="ja-JP" sz="900" b="1" dirty="0">
                          <a:solidFill>
                            <a:schemeClr val="bg1"/>
                          </a:solidFill>
                        </a:rPr>
                        <a:t>8</a:t>
                      </a:r>
                      <a:r>
                        <a:rPr kumimoji="1" lang="ja-JP" altLang="en-US" sz="900" b="1" dirty="0">
                          <a:solidFill>
                            <a:schemeClr val="bg1"/>
                          </a:solidFill>
                        </a:rPr>
                        <a:t>月</a:t>
                      </a:r>
                      <a:endParaRPr kumimoji="1" lang="ja-JP" altLang="en-US" sz="900" b="1" dirty="0">
                        <a:solidFill>
                          <a:schemeClr val="bg1"/>
                        </a:solidFil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bg1"/>
                          </a:solidFill>
                          <a:sym typeface="+mn-ea"/>
                        </a:rPr>
                        <a:t>2026</a:t>
                      </a:r>
                      <a:r>
                        <a:rPr lang="ja-JP" altLang="en-US" sz="900" b="1" dirty="0">
                          <a:solidFill>
                            <a:schemeClr val="bg1"/>
                          </a:solidFill>
                          <a:sym typeface="+mn-ea"/>
                        </a:rPr>
                        <a:t>年</a:t>
                      </a:r>
                      <a:r>
                        <a:rPr lang="en-US" altLang="ja-JP" sz="900" b="1" dirty="0">
                          <a:solidFill>
                            <a:schemeClr val="bg1"/>
                          </a:solidFill>
                          <a:sym typeface="+mn-ea"/>
                        </a:rPr>
                        <a:t>9</a:t>
                      </a:r>
                      <a:r>
                        <a:rPr lang="ja-JP" altLang="en-US" sz="900" b="1" dirty="0">
                          <a:solidFill>
                            <a:schemeClr val="bg1"/>
                          </a:solidFill>
                          <a:sym typeface="+mn-ea"/>
                        </a:rPr>
                        <a:t>月</a:t>
                      </a:r>
                      <a:endParaRPr kumimoji="1" lang="ja-JP" altLang="en-US" sz="900" b="1" dirty="0">
                        <a:solidFill>
                          <a:schemeClr val="bg1"/>
                        </a:solidFil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900" b="1" dirty="0">
                          <a:solidFill>
                            <a:schemeClr val="bg1"/>
                          </a:solidFill>
                        </a:rPr>
                        <a:t>2026</a:t>
                      </a:r>
                      <a:r>
                        <a:rPr kumimoji="1" lang="ja-JP" altLang="en-US" sz="900" b="1" dirty="0">
                          <a:solidFill>
                            <a:schemeClr val="bg1"/>
                          </a:solidFill>
                        </a:rPr>
                        <a:t>年</a:t>
                      </a:r>
                      <a:r>
                        <a:rPr kumimoji="1" lang="en-US" altLang="ja-JP" sz="900" b="1" dirty="0">
                          <a:solidFill>
                            <a:schemeClr val="bg1"/>
                          </a:solidFill>
                        </a:rPr>
                        <a:t>10</a:t>
                      </a:r>
                      <a:r>
                        <a:rPr kumimoji="1" lang="ja-JP" altLang="en-US" sz="900" b="1" dirty="0">
                          <a:solidFill>
                            <a:schemeClr val="bg1"/>
                          </a:solidFill>
                        </a:rPr>
                        <a:t>月</a:t>
                      </a:r>
                      <a:endParaRPr kumimoji="1" lang="ja-JP" altLang="en-US" sz="900" b="1" dirty="0">
                        <a:solidFill>
                          <a:schemeClr val="bg1"/>
                        </a:solidFil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900" b="1" dirty="0">
                          <a:solidFill>
                            <a:schemeClr val="bg1"/>
                          </a:solidFill>
                        </a:rPr>
                        <a:t>2026</a:t>
                      </a:r>
                      <a:r>
                        <a:rPr kumimoji="1" lang="ja-JP" altLang="en-US" sz="900" b="1" dirty="0">
                          <a:solidFill>
                            <a:schemeClr val="bg1"/>
                          </a:solidFill>
                        </a:rPr>
                        <a:t>年</a:t>
                      </a:r>
                      <a:r>
                        <a:rPr kumimoji="1" lang="en-US" altLang="ja-JP" sz="900" b="1" dirty="0">
                          <a:solidFill>
                            <a:schemeClr val="bg1"/>
                          </a:solidFill>
                        </a:rPr>
                        <a:t>11</a:t>
                      </a:r>
                      <a:r>
                        <a:rPr kumimoji="1" lang="ja-JP" altLang="en-US" sz="900" b="1" dirty="0">
                          <a:solidFill>
                            <a:schemeClr val="bg1"/>
                          </a:solidFill>
                        </a:rPr>
                        <a:t>月</a:t>
                      </a:r>
                      <a:endParaRPr kumimoji="1" lang="ja-JP" altLang="en-US" sz="900" b="1" dirty="0">
                        <a:solidFill>
                          <a:schemeClr val="bg1"/>
                        </a:solidFil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bg1"/>
                          </a:solidFill>
                          <a:sym typeface="+mn-ea"/>
                        </a:rPr>
                        <a:t>2026</a:t>
                      </a:r>
                      <a:r>
                        <a:rPr lang="ja-JP" altLang="en-US" sz="900" b="1" dirty="0">
                          <a:solidFill>
                            <a:schemeClr val="bg1"/>
                          </a:solidFill>
                          <a:sym typeface="+mn-ea"/>
                        </a:rPr>
                        <a:t>年</a:t>
                      </a:r>
                      <a:r>
                        <a:rPr lang="en-US" altLang="ja-JP" sz="900" b="1" dirty="0">
                          <a:solidFill>
                            <a:schemeClr val="bg1"/>
                          </a:solidFill>
                          <a:sym typeface="+mn-ea"/>
                        </a:rPr>
                        <a:t>12</a:t>
                      </a:r>
                      <a:r>
                        <a:rPr lang="ja-JP" altLang="en-US" sz="900" b="1" dirty="0">
                          <a:solidFill>
                            <a:schemeClr val="bg1"/>
                          </a:solidFill>
                          <a:sym typeface="+mn-ea"/>
                        </a:rPr>
                        <a:t>月</a:t>
                      </a:r>
                      <a:endParaRPr kumimoji="1" lang="ja-JP" altLang="en-US" sz="900" b="1" dirty="0">
                        <a:solidFill>
                          <a:schemeClr val="bg1"/>
                        </a:solidFil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r>
              <a:tr h="1074420">
                <a:tc rowSpan="4">
                  <a:txBody>
                    <a:bodyPr/>
                    <a:lstStyle/>
                    <a:p>
                      <a:pPr algn="ctr">
                        <a:buNone/>
                      </a:pPr>
                      <a:r>
                        <a:rPr lang="en-US" altLang="ja-JP" sz="1400" b="1" i="1" dirty="0">
                          <a:sym typeface="ＭＳ Ｐゴシック" panose="020B0600070205080204" pitchFamily="50" charset="-128"/>
                        </a:rPr>
                        <a:t>NEUSOFT</a:t>
                      </a:r>
                      <a:endParaRPr lang="en-US" altLang="ja-JP" sz="1400" b="1" i="1" dirty="0"/>
                    </a:p>
                  </a:txBody>
                  <a:tcPr vert="wordArtVertRtl"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pPr algn="l">
                        <a:buClrTx/>
                        <a:buSzTx/>
                        <a:buNone/>
                      </a:pPr>
                      <a:r>
                        <a:rPr lang="en-US" altLang="zh-CN" sz="900" dirty="0">
                          <a:latin typeface="Meiryo UI" panose="020B0604030504040204" pitchFamily="50" charset="-128"/>
                          <a:ea typeface="Meiryo UI" panose="020B0604030504040204" pitchFamily="50" charset="-128"/>
                          <a:cs typeface="Meiryo UI" panose="020B0604030504040204" pitchFamily="50" charset="-128"/>
                          <a:sym typeface="+mn-ea"/>
                        </a:rPr>
                        <a:t>SDK</a:t>
                      </a:r>
                      <a:r>
                        <a:rPr lang="ja-JP" altLang="en-US" sz="900" dirty="0">
                          <a:latin typeface="Meiryo UI" panose="020B0604030504040204" pitchFamily="50" charset="-128"/>
                          <a:ea typeface="Meiryo UI" panose="020B0604030504040204" pitchFamily="50" charset="-128"/>
                          <a:cs typeface="Meiryo UI" panose="020B0604030504040204" pitchFamily="50" charset="-128"/>
                          <a:sym typeface="+mn-ea"/>
                        </a:rPr>
                        <a:t>　</a:t>
                      </a:r>
                      <a:r>
                        <a:rPr lang="en-US" altLang="zh-CN" sz="900" dirty="0">
                          <a:latin typeface="Meiryo UI" panose="020B0604030504040204" pitchFamily="50" charset="-128"/>
                          <a:ea typeface="Meiryo UI" panose="020B0604030504040204" pitchFamily="50" charset="-128"/>
                          <a:cs typeface="Meiryo UI" panose="020B0604030504040204" pitchFamily="50" charset="-128"/>
                          <a:sym typeface="+mn-ea"/>
                        </a:rPr>
                        <a:t>IF</a:t>
                      </a:r>
                      <a:r>
                        <a:rPr lang="ja-JP" altLang="en-US" sz="900" dirty="0">
                          <a:latin typeface="Meiryo UI" panose="020B0604030504040204" pitchFamily="50" charset="-128"/>
                          <a:ea typeface="Meiryo UI" panose="020B0604030504040204" pitchFamily="50" charset="-128"/>
                          <a:cs typeface="Meiryo UI" panose="020B0604030504040204" pitchFamily="50" charset="-128"/>
                          <a:sym typeface="+mn-ea"/>
                        </a:rPr>
                        <a:t>変更対応</a:t>
                      </a:r>
                      <a:endParaRPr lang="en-US" altLang="zh-CN" sz="900" dirty="0">
                        <a:latin typeface="Meiryo UI" panose="020B0604030504040204" pitchFamily="50" charset="-128"/>
                        <a:ea typeface="Meiryo UI" panose="020B0604030504040204" pitchFamily="50" charset="-128"/>
                        <a:cs typeface="Meiryo UI" panose="020B0604030504040204" pitchFamily="50" charset="-128"/>
                        <a:sym typeface="+mn-ea"/>
                      </a:endParaRPr>
                    </a:p>
                    <a:p>
                      <a:pPr>
                        <a:buNone/>
                      </a:pPr>
                      <a:endParaRPr kumimoji="1" lang="en-US" altLang="ja-JP" sz="1000" b="0" i="0" dirty="0">
                        <a:effectLst/>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r h="1863725">
                <a:tc vMerge="1">
                  <a:tcPr vert="wordArtVertRtl">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kumimoji="1" lang="ja-JP" altLang="en-US" sz="1000" b="0" i="0" dirty="0">
                          <a:effectLst/>
                        </a:rPr>
                        <a:t>テスト</a:t>
                      </a:r>
                      <a:endParaRPr kumimoji="1" lang="ja-JP" altLang="en-US" sz="1000" b="0" i="0" dirty="0">
                        <a:effectLst/>
                      </a:endParaRPr>
                    </a:p>
                    <a:p>
                      <a:r>
                        <a:rPr kumimoji="1" lang="ja-JP" altLang="ja-JP" sz="1000" b="0" i="0" dirty="0">
                          <a:effectLst/>
                        </a:rPr>
                        <a:t>不具合対応</a:t>
                      </a:r>
                      <a:endParaRPr kumimoji="1" lang="en-US" altLang="ja-JP" sz="1000" b="0" i="0" dirty="0">
                        <a:effectLst/>
                      </a:endParaRPr>
                    </a:p>
                    <a:p>
                      <a:endParaRPr kumimoji="1" lang="en-US" altLang="ja-JP" sz="1000" b="0" i="0" dirty="0">
                        <a:effectLst/>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r h="1586230">
                <a:tc vMerge="1">
                  <a:tcPr vert="wordArtVertRtl">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pPr>
                        <a:buNone/>
                      </a:pPr>
                      <a:r>
                        <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rPr>
                        <a:t>SDK </a:t>
                      </a:r>
                      <a:r>
                        <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rPr>
                        <a:t>共通</a:t>
                      </a:r>
                      <a:endParaRPr kumimoji="1" lang="en-US" altLang="ja-JP" sz="1000" b="0" i="0" dirty="0">
                        <a:effectLst/>
                      </a:endParaRPr>
                    </a:p>
                    <a:p>
                      <a:pPr>
                        <a:buNone/>
                      </a:pPr>
                      <a:endParaRPr kumimoji="1" lang="en-US" altLang="ja-JP" sz="1000" b="0" i="0" dirty="0">
                        <a:effectLst/>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r h="793750">
                <a:tc vMerge="1">
                  <a:tcPr vert="wordArtVertRtl">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pPr>
                        <a:buNone/>
                      </a:pPr>
                      <a:r>
                        <a:rPr lang="zh-CN" altLang="en-US" sz="1000" kern="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sym typeface="+mn-ea"/>
                        </a:rPr>
                        <a:t>受入</a:t>
                      </a:r>
                      <a:r>
                        <a:rPr lang="ja-JP" altLang="zh-CN" sz="1000" kern="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sym typeface="+mn-ea"/>
                        </a:rPr>
                        <a:t>不具合対応</a:t>
                      </a:r>
                      <a:endParaRPr kumimoji="1" lang="en-US" altLang="ja-JP" sz="1000" b="0" i="0" dirty="0">
                        <a:effectLst/>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bl>
          </a:graphicData>
        </a:graphic>
      </p:graphicFrame>
      <p:sp>
        <p:nvSpPr>
          <p:cNvPr id="30" name="文本占位符 1"/>
          <p:cNvSpPr txBox="1"/>
          <p:nvPr/>
        </p:nvSpPr>
        <p:spPr>
          <a:xfrm>
            <a:off x="163830" y="78740"/>
            <a:ext cx="2147570" cy="572770"/>
          </a:xfrm>
          <a:prstGeom prst="rect">
            <a:avLst/>
          </a:prstGeom>
        </p:spPr>
        <p:txBody>
          <a:bodyPr>
            <a:normAutofit/>
          </a:bodyPr>
          <a:lstStyle>
            <a:lvl1pPr marL="0" indent="0" algn="l" defTabSz="914400" rtl="0" eaLnBrk="1" latinLnBrk="0" hangingPunct="1">
              <a:lnSpc>
                <a:spcPct val="100000"/>
              </a:lnSpc>
              <a:spcBef>
                <a:spcPts val="0"/>
              </a:spcBef>
              <a:buFont typeface="Arial" panose="020B0604020202020204" pitchFamily="34" charset="0"/>
              <a:buNone/>
              <a:defRPr sz="3200" b="1" kern="1200" baseline="0">
                <a:solidFill>
                  <a:srgbClr val="323232"/>
                </a:solidFill>
                <a:latin typeface="Verdana" panose="020B0604030504040204" charset="0"/>
                <a:ea typeface="Microsoft YaHei" panose="020B0503020204020204" pitchFamily="34" charset="-122"/>
                <a:cs typeface="Verdana" panose="020B060403050404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ja-JP" altLang="en-US" sz="2500" dirty="0">
                <a:solidFill>
                  <a:schemeClr val="tx1">
                    <a:lumMod val="85000"/>
                    <a:lumOff val="15000"/>
                  </a:schemeClr>
                </a:solidFill>
                <a:latin typeface="Meiryo UI" panose="020B0604030504040204" pitchFamily="50" charset="-128"/>
                <a:ea typeface="Meiryo UI" panose="020B0604030504040204" pitchFamily="50" charset="-128"/>
              </a:rPr>
              <a:t>スケジュール</a:t>
            </a:r>
            <a:endParaRPr lang="en-US" altLang="ja-JP" sz="2500" dirty="0">
              <a:solidFill>
                <a:schemeClr val="tx1">
                  <a:lumMod val="85000"/>
                  <a:lumOff val="15000"/>
                </a:schemeClr>
              </a:solidFill>
              <a:latin typeface="Meiryo UI" panose="020B0604030504040204" pitchFamily="50" charset="-128"/>
              <a:ea typeface="Meiryo UI" panose="020B0604030504040204" pitchFamily="50" charset="-128"/>
            </a:endParaRPr>
          </a:p>
        </p:txBody>
      </p:sp>
      <p:sp>
        <p:nvSpPr>
          <p:cNvPr id="133" name="矩形标注 132"/>
          <p:cNvSpPr/>
          <p:nvPr/>
        </p:nvSpPr>
        <p:spPr>
          <a:xfrm>
            <a:off x="4883150" y="6450330"/>
            <a:ext cx="511175" cy="293370"/>
          </a:xfrm>
          <a:prstGeom prst="wedgeRectCallout">
            <a:avLst>
              <a:gd name="adj1" fmla="val 57329"/>
              <a:gd name="adj2" fmla="val -76623"/>
            </a:avLst>
          </a:prstGeom>
          <a:solidFill>
            <a:schemeClr val="accent1">
              <a:lumMod val="20000"/>
              <a:lumOff val="80000"/>
            </a:schemeClr>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1000" dirty="0">
                <a:solidFill>
                  <a:srgbClr val="0070C0"/>
                </a:solidFill>
                <a:latin typeface="Meiryo UI" panose="020B0604030504040204" pitchFamily="50" charset="-128"/>
                <a:ea typeface="Meiryo UI" panose="020B0604030504040204" pitchFamily="50" charset="-128"/>
                <a:cs typeface="Meiryo UI" panose="020B0604030504040204" pitchFamily="50" charset="-128"/>
                <a:sym typeface="+mn-ea"/>
              </a:rPr>
              <a:t>今日</a:t>
            </a:r>
            <a:endParaRPr lang="ja-JP" altLang="en-US" sz="1000" dirty="0">
              <a:solidFill>
                <a:srgbClr val="0070C0"/>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grpSp>
        <p:nvGrpSpPr>
          <p:cNvPr id="59" name="组合 58"/>
          <p:cNvGrpSpPr/>
          <p:nvPr/>
        </p:nvGrpSpPr>
        <p:grpSpPr>
          <a:xfrm>
            <a:off x="1368425" y="4004945"/>
            <a:ext cx="2138189" cy="360045"/>
            <a:chOff x="8490" y="6822"/>
            <a:chExt cx="2856" cy="447"/>
          </a:xfrm>
        </p:grpSpPr>
        <p:sp>
          <p:nvSpPr>
            <p:cNvPr id="85" name="フローチャート: 代替処理 50"/>
            <p:cNvSpPr/>
            <p:nvPr/>
          </p:nvSpPr>
          <p:spPr>
            <a:xfrm>
              <a:off x="8490" y="6941"/>
              <a:ext cx="2856" cy="328"/>
            </a:xfrm>
            <a:prstGeom prst="flowChartAlternateProcess">
              <a:avLst/>
            </a:prstGeom>
            <a:solidFill>
              <a:srgbClr val="8FAADC"/>
            </a:solidFill>
            <a:ln w="25400" cap="flat" cmpd="sng" algn="ctr">
              <a:noFill/>
              <a:prstDash val="solid"/>
            </a:ln>
            <a:effectLst/>
          </p:spPr>
          <p:txBody>
            <a:bodyPr rtlCol="0" anchor="ctr"/>
            <a:lstStyle/>
            <a:p>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課題の対応とテストツールの改修</a:t>
              </a:r>
              <a:endPar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6" name="文本框 25"/>
            <p:cNvSpPr txBox="1"/>
            <p:nvPr/>
          </p:nvSpPr>
          <p:spPr>
            <a:xfrm>
              <a:off x="8490" y="6822"/>
              <a:ext cx="178" cy="292"/>
            </a:xfrm>
            <a:prstGeom prst="rect">
              <a:avLst/>
            </a:prstGeom>
            <a:solidFill>
              <a:schemeClr val="accent4">
                <a:lumMod val="20000"/>
                <a:lumOff val="80000"/>
              </a:schemeClr>
            </a:solidFill>
          </p:spPr>
          <p:txBody>
            <a:bodyPr wrap="square" rtlCol="0">
              <a:noAutofit/>
            </a:bodyPr>
            <a:lstStyle/>
            <a:p>
              <a:pPr algn="ctr"/>
              <a:r>
                <a:rPr lang="en-US" altLang="zh-CN" sz="700" dirty="0">
                  <a:latin typeface="Meiryo UI" panose="020B0604030504040204" pitchFamily="50" charset="-128"/>
                  <a:ea typeface="Meiryo UI" panose="020B0604030504040204" pitchFamily="50" charset="-128"/>
                </a:rPr>
                <a:t>3</a:t>
              </a:r>
              <a:endParaRPr lang="en-US" altLang="zh-CN" sz="700" dirty="0">
                <a:latin typeface="Meiryo UI" panose="020B0604030504040204" pitchFamily="50" charset="-128"/>
                <a:ea typeface="Meiryo UI" panose="020B0604030504040204" pitchFamily="50" charset="-128"/>
              </a:endParaRPr>
            </a:p>
          </p:txBody>
        </p:sp>
        <p:sp>
          <p:nvSpPr>
            <p:cNvPr id="41" name="文本框 40"/>
            <p:cNvSpPr txBox="1"/>
            <p:nvPr/>
          </p:nvSpPr>
          <p:spPr>
            <a:xfrm>
              <a:off x="9797" y="6822"/>
              <a:ext cx="178" cy="292"/>
            </a:xfrm>
            <a:prstGeom prst="rect">
              <a:avLst/>
            </a:prstGeom>
            <a:solidFill>
              <a:schemeClr val="accent4">
                <a:lumMod val="20000"/>
                <a:lumOff val="80000"/>
              </a:schemeClr>
            </a:solidFill>
          </p:spPr>
          <p:txBody>
            <a:bodyPr wrap="square" rtlCol="0">
              <a:noAutofit/>
            </a:bodyPr>
            <a:lstStyle/>
            <a:p>
              <a:pPr algn="ctr"/>
              <a:r>
                <a:rPr lang="ja-JP" altLang="en-US" sz="700" dirty="0">
                  <a:latin typeface="Meiryo UI" panose="020B0604030504040204" pitchFamily="50" charset="-128"/>
                  <a:ea typeface="Meiryo UI" panose="020B0604030504040204" pitchFamily="50" charset="-128"/>
                </a:rPr>
                <a:t>２</a:t>
              </a:r>
              <a:endParaRPr lang="ja-JP" altLang="en-US" sz="700" dirty="0">
                <a:latin typeface="Meiryo UI" panose="020B0604030504040204" pitchFamily="50" charset="-128"/>
                <a:ea typeface="Meiryo UI" panose="020B0604030504040204" pitchFamily="50" charset="-128"/>
              </a:endParaRPr>
            </a:p>
          </p:txBody>
        </p:sp>
      </p:grpSp>
      <p:sp>
        <p:nvSpPr>
          <p:cNvPr id="43" name="フローチャート: 代替処理 50"/>
          <p:cNvSpPr/>
          <p:nvPr/>
        </p:nvSpPr>
        <p:spPr>
          <a:xfrm>
            <a:off x="2346960" y="3677285"/>
            <a:ext cx="2090420" cy="245110"/>
          </a:xfrm>
          <a:prstGeom prst="flowChartAlternateProcess">
            <a:avLst/>
          </a:prstGeom>
          <a:solidFill>
            <a:srgbClr val="306CB4"/>
          </a:solidFill>
          <a:ln w="25400" cap="flat" cmpd="sng" algn="ctr">
            <a:noFill/>
            <a:prstDash val="solid"/>
          </a:ln>
          <a:effectLst/>
        </p:spPr>
        <p:txBody>
          <a:bodyPr rtlCol="0" anchor="ctr">
            <a:noAutofit/>
          </a:bodyPr>
          <a:lstStyle/>
          <a:p>
            <a:pPr lvl="0" algn="l">
              <a:buClrTx/>
              <a:buSzTx/>
              <a:buFontTx/>
            </a:pPr>
            <a:r>
              <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結合・システムテスト・SDK取り込みテスト</a:t>
            </a:r>
            <a:endPar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grpSp>
        <p:nvGrpSpPr>
          <p:cNvPr id="61" name="组合 60"/>
          <p:cNvGrpSpPr/>
          <p:nvPr/>
        </p:nvGrpSpPr>
        <p:grpSpPr>
          <a:xfrm>
            <a:off x="2306955" y="4746625"/>
            <a:ext cx="4006125" cy="361950"/>
            <a:chOff x="9854" y="8053"/>
            <a:chExt cx="5818" cy="570"/>
          </a:xfrm>
        </p:grpSpPr>
        <p:sp>
          <p:nvSpPr>
            <p:cNvPr id="33" name="フローチャート: 代替処理 50"/>
            <p:cNvSpPr/>
            <p:nvPr/>
          </p:nvSpPr>
          <p:spPr>
            <a:xfrm>
              <a:off x="9934" y="8226"/>
              <a:ext cx="3056" cy="397"/>
            </a:xfrm>
            <a:prstGeom prst="flowChartAlternateProcess">
              <a:avLst/>
            </a:prstGeom>
            <a:solidFill>
              <a:srgbClr val="8FAADC"/>
            </a:solidFill>
            <a:ln w="25400" cap="flat" cmpd="sng" algn="ctr">
              <a:noFill/>
              <a:prstDash val="solid"/>
            </a:ln>
            <a:effectLst/>
          </p:spPr>
          <p:txBody>
            <a:bodyPr rtlCol="0" anchor="ctr"/>
            <a:lstStyle/>
            <a:p>
              <a:endParaRPr lang="ja-JP" altLang="ja-JP" sz="700" dirty="0">
                <a:latin typeface="Meiryo UI" panose="020B0604030504040204" pitchFamily="50" charset="-128"/>
                <a:ea typeface="SimSun" panose="02010600030101010101" pitchFamily="2" charset="-122"/>
                <a:cs typeface="Meiryo UI" panose="020B0604030504040204" pitchFamily="50" charset="-128"/>
                <a:sym typeface="+mn-ea"/>
              </a:endParaRPr>
            </a:p>
          </p:txBody>
        </p:sp>
        <p:sp>
          <p:nvSpPr>
            <p:cNvPr id="42" name="文本框 41"/>
            <p:cNvSpPr txBox="1"/>
            <p:nvPr/>
          </p:nvSpPr>
          <p:spPr>
            <a:xfrm>
              <a:off x="9932" y="8053"/>
              <a:ext cx="178" cy="292"/>
            </a:xfrm>
            <a:prstGeom prst="rect">
              <a:avLst/>
            </a:prstGeom>
            <a:solidFill>
              <a:schemeClr val="accent4">
                <a:lumMod val="20000"/>
                <a:lumOff val="80000"/>
              </a:schemeClr>
            </a:solidFill>
          </p:spPr>
          <p:txBody>
            <a:bodyPr wrap="square" rtlCol="0">
              <a:noAutofit/>
            </a:bodyPr>
            <a:lstStyle/>
            <a:p>
              <a:pPr algn="ctr"/>
              <a:r>
                <a:rPr lang="ja-JP" altLang="en-US" sz="700" dirty="0">
                  <a:latin typeface="Meiryo UI" panose="020B0604030504040204" pitchFamily="50" charset="-128"/>
                  <a:ea typeface="Meiryo UI" panose="020B0604030504040204" pitchFamily="50" charset="-128"/>
                </a:rPr>
                <a:t>１</a:t>
              </a:r>
              <a:endParaRPr lang="ja-JP" altLang="en-US" sz="700" dirty="0">
                <a:latin typeface="Meiryo UI" panose="020B0604030504040204" pitchFamily="50" charset="-128"/>
                <a:ea typeface="Meiryo UI" panose="020B0604030504040204" pitchFamily="50" charset="-128"/>
              </a:endParaRPr>
            </a:p>
          </p:txBody>
        </p:sp>
        <p:sp>
          <p:nvSpPr>
            <p:cNvPr id="48" name="文本框 47"/>
            <p:cNvSpPr txBox="1"/>
            <p:nvPr/>
          </p:nvSpPr>
          <p:spPr>
            <a:xfrm>
              <a:off x="10350" y="8053"/>
              <a:ext cx="178" cy="292"/>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58" name="文本框 57"/>
            <p:cNvSpPr txBox="1"/>
            <p:nvPr/>
          </p:nvSpPr>
          <p:spPr>
            <a:xfrm>
              <a:off x="10626" y="8067"/>
              <a:ext cx="178" cy="292"/>
            </a:xfrm>
            <a:prstGeom prst="rect">
              <a:avLst/>
            </a:prstGeom>
            <a:solidFill>
              <a:schemeClr val="accent4">
                <a:lumMod val="20000"/>
                <a:lumOff val="8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sp>
          <p:nvSpPr>
            <p:cNvPr id="29" name="文本框 28"/>
            <p:cNvSpPr txBox="1"/>
            <p:nvPr/>
          </p:nvSpPr>
          <p:spPr>
            <a:xfrm>
              <a:off x="9854" y="8261"/>
              <a:ext cx="2243" cy="362"/>
            </a:xfrm>
            <a:prstGeom prst="rect">
              <a:avLst/>
            </a:prstGeom>
            <a:noFill/>
          </p:spPr>
          <p:txBody>
            <a:bodyPr wrap="square" rtlCol="0">
              <a:spAutoFit/>
            </a:bodyPr>
            <a:lstStyle/>
            <a:p>
              <a:r>
                <a:rPr lang="en-US" altLang="ja-JP" sz="900" dirty="0">
                  <a:latin typeface="Meiryo UI" panose="020B0604030504040204" pitchFamily="50" charset="-128"/>
                  <a:ea typeface="Meiryo UI" panose="020B0604030504040204" pitchFamily="50" charset="-128"/>
                  <a:cs typeface="Meiryo UI" panose="020B0604030504040204" pitchFamily="50" charset="-128"/>
                  <a:sym typeface="+mn-ea"/>
                </a:rPr>
                <a:t>UI</a:t>
              </a:r>
              <a:r>
                <a:rPr lang="ja-JP" altLang="en-US" sz="900" dirty="0">
                  <a:latin typeface="Meiryo UI" panose="020B0604030504040204" pitchFamily="50" charset="-128"/>
                  <a:ea typeface="Meiryo UI" panose="020B0604030504040204" pitchFamily="50" charset="-128"/>
                  <a:cs typeface="Meiryo UI" panose="020B0604030504040204" pitchFamily="50" charset="-128"/>
                  <a:sym typeface="+mn-ea"/>
                </a:rPr>
                <a:t>に関連する対応</a:t>
              </a:r>
              <a:endParaRPr lang="ja-JP" altLang="en-US" sz="900" dirty="0">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8" name="フローチャート: 代替処理 50"/>
            <p:cNvSpPr/>
            <p:nvPr/>
          </p:nvSpPr>
          <p:spPr>
            <a:xfrm>
              <a:off x="14338" y="8226"/>
              <a:ext cx="1334" cy="397"/>
            </a:xfrm>
            <a:prstGeom prst="flowChartAlternateProcess">
              <a:avLst/>
            </a:prstGeom>
            <a:solidFill>
              <a:srgbClr val="8FAADC"/>
            </a:solidFill>
            <a:ln w="25400" cap="flat" cmpd="sng" algn="ctr">
              <a:noFill/>
              <a:prstDash val="solid"/>
            </a:ln>
            <a:effectLst/>
          </p:spPr>
          <p:txBody>
            <a:bodyPr rtlCol="0" anchor="ctr"/>
            <a:lstStyle/>
            <a:p>
              <a:endParaRPr lang="ja-JP" altLang="ja-JP" sz="700" dirty="0">
                <a:latin typeface="Meiryo UI" panose="020B0604030504040204" pitchFamily="50" charset="-128"/>
                <a:ea typeface="SimSun" panose="02010600030101010101" pitchFamily="2" charset="-122"/>
                <a:cs typeface="Meiryo UI" panose="020B0604030504040204" pitchFamily="50" charset="-128"/>
                <a:sym typeface="+mn-ea"/>
              </a:endParaRPr>
            </a:p>
          </p:txBody>
        </p:sp>
      </p:grpSp>
      <p:sp>
        <p:nvSpPr>
          <p:cNvPr id="69" name="フローチャート: 代替処理 50"/>
          <p:cNvSpPr/>
          <p:nvPr/>
        </p:nvSpPr>
        <p:spPr>
          <a:xfrm>
            <a:off x="1368425" y="1448435"/>
            <a:ext cx="1697990" cy="252095"/>
          </a:xfrm>
          <a:prstGeom prst="flowChartAlternateProcess">
            <a:avLst/>
          </a:prstGeom>
          <a:solidFill>
            <a:srgbClr val="306CB4"/>
          </a:solidFill>
          <a:ln w="25400" cap="flat" cmpd="sng" algn="ctr">
            <a:noFill/>
            <a:prstDash val="solid"/>
          </a:ln>
          <a:effectLst/>
        </p:spPr>
        <p:txBody>
          <a:bodyPr rtlCol="0" anchor="ctr"/>
          <a:lstStyle/>
          <a:p>
            <a:r>
              <a:rPr lang="ja-JP" altLang="en-US" sz="700" dirty="0">
                <a:solidFill>
                  <a:schemeClr val="bg1"/>
                </a:solidFill>
                <a:latin typeface="Meiryo UI" panose="020B0604030504040204" pitchFamily="50" charset="-128"/>
                <a:ea typeface="Meiryo UI" panose="020B0604030504040204" pitchFamily="50" charset="-128"/>
                <a:sym typeface="+mn-ea"/>
              </a:rPr>
              <a:t>設計指摘の対応</a:t>
            </a:r>
            <a:endParaRPr lang="ja-JP" altLang="en-US" sz="700" dirty="0">
              <a:solidFill>
                <a:schemeClr val="bg1"/>
              </a:solidFill>
              <a:latin typeface="Meiryo UI" panose="020B0604030504040204" pitchFamily="50" charset="-128"/>
              <a:ea typeface="Meiryo UI" panose="020B0604030504040204" pitchFamily="50" charset="-128"/>
              <a:sym typeface="+mn-ea"/>
            </a:endParaRPr>
          </a:p>
        </p:txBody>
      </p:sp>
      <p:sp>
        <p:nvSpPr>
          <p:cNvPr id="20" name="文本框 19"/>
          <p:cNvSpPr txBox="1"/>
          <p:nvPr/>
        </p:nvSpPr>
        <p:spPr>
          <a:xfrm>
            <a:off x="1384300" y="1372235"/>
            <a:ext cx="181610" cy="128905"/>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4</a:t>
            </a:r>
            <a:endParaRPr lang="en-US" altLang="ja-JP" sz="700" dirty="0">
              <a:latin typeface="Meiryo UI" panose="020B0604030504040204" pitchFamily="50" charset="-128"/>
              <a:ea typeface="Meiryo UI" panose="020B0604030504040204" pitchFamily="50" charset="-128"/>
            </a:endParaRPr>
          </a:p>
        </p:txBody>
      </p:sp>
      <p:sp>
        <p:nvSpPr>
          <p:cNvPr id="39" name="文本框 38"/>
          <p:cNvSpPr txBox="1"/>
          <p:nvPr/>
        </p:nvSpPr>
        <p:spPr>
          <a:xfrm>
            <a:off x="1860550" y="1390015"/>
            <a:ext cx="181610" cy="128905"/>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3</a:t>
            </a:r>
            <a:endParaRPr lang="en-US" altLang="ja-JP" sz="700" dirty="0">
              <a:latin typeface="Meiryo UI" panose="020B0604030504040204" pitchFamily="50" charset="-128"/>
              <a:ea typeface="Meiryo UI" panose="020B0604030504040204" pitchFamily="50" charset="-128"/>
            </a:endParaRPr>
          </a:p>
        </p:txBody>
      </p:sp>
      <p:sp>
        <p:nvSpPr>
          <p:cNvPr id="31" name="文本框 30"/>
          <p:cNvSpPr txBox="1"/>
          <p:nvPr/>
        </p:nvSpPr>
        <p:spPr>
          <a:xfrm>
            <a:off x="2300605" y="1386840"/>
            <a:ext cx="181610" cy="128905"/>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grpSp>
        <p:nvGrpSpPr>
          <p:cNvPr id="63" name="组合 62"/>
          <p:cNvGrpSpPr/>
          <p:nvPr/>
        </p:nvGrpSpPr>
        <p:grpSpPr>
          <a:xfrm>
            <a:off x="1376680" y="2286000"/>
            <a:ext cx="5015345" cy="1504407"/>
            <a:chOff x="2168" y="3984"/>
            <a:chExt cx="7898" cy="2369"/>
          </a:xfrm>
        </p:grpSpPr>
        <p:grpSp>
          <p:nvGrpSpPr>
            <p:cNvPr id="52" name="组合 51"/>
            <p:cNvGrpSpPr/>
            <p:nvPr/>
          </p:nvGrpSpPr>
          <p:grpSpPr>
            <a:xfrm>
              <a:off x="3625" y="5294"/>
              <a:ext cx="6316" cy="1059"/>
              <a:chOff x="9949" y="7714"/>
              <a:chExt cx="5513" cy="732"/>
            </a:xfrm>
          </p:grpSpPr>
          <p:sp>
            <p:nvSpPr>
              <p:cNvPr id="266" name="フローチャート: 代替処理 50"/>
              <p:cNvSpPr/>
              <p:nvPr/>
            </p:nvSpPr>
            <p:spPr>
              <a:xfrm>
                <a:off x="10955" y="7841"/>
                <a:ext cx="4507" cy="304"/>
              </a:xfrm>
              <a:prstGeom prst="flowChartAlternateProcess">
                <a:avLst/>
              </a:prstGeom>
              <a:solidFill>
                <a:srgbClr val="306CB4"/>
              </a:solidFill>
              <a:ln w="25400" cap="flat" cmpd="sng" algn="ctr">
                <a:noFill/>
                <a:prstDash val="solid"/>
              </a:ln>
              <a:effectLst/>
            </p:spPr>
            <p:txBody>
              <a:bodyPr rtlCol="0" anchor="ctr">
                <a:noAutofit/>
              </a:bodyPr>
              <a:lstStyle/>
              <a:p>
                <a:pPr lvl="0" algn="l">
                  <a:buClrTx/>
                  <a:buSzTx/>
                  <a:buFontTx/>
                </a:pP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SDK取り込み・テスト対応</a:t>
                </a:r>
                <a:endPar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21" name="文本框 20"/>
              <p:cNvSpPr txBox="1"/>
              <p:nvPr/>
            </p:nvSpPr>
            <p:spPr>
              <a:xfrm>
                <a:off x="12884" y="7732"/>
                <a:ext cx="325" cy="222"/>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38" name="文本框 37"/>
              <p:cNvSpPr txBox="1"/>
              <p:nvPr/>
            </p:nvSpPr>
            <p:spPr>
              <a:xfrm>
                <a:off x="10965" y="7714"/>
                <a:ext cx="325" cy="222"/>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47" name="文本框 46"/>
              <p:cNvSpPr txBox="1"/>
              <p:nvPr/>
            </p:nvSpPr>
            <p:spPr>
              <a:xfrm>
                <a:off x="11633" y="7714"/>
                <a:ext cx="325" cy="222"/>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7</a:t>
                </a:r>
                <a:endParaRPr lang="en-US" altLang="ja-JP" sz="700" dirty="0">
                  <a:latin typeface="Meiryo UI" panose="020B0604030504040204" pitchFamily="50" charset="-128"/>
                  <a:ea typeface="Meiryo UI" panose="020B0604030504040204" pitchFamily="50" charset="-128"/>
                </a:endParaRPr>
              </a:p>
            </p:txBody>
          </p:sp>
          <p:sp>
            <p:nvSpPr>
              <p:cNvPr id="64" name="文本框 63"/>
              <p:cNvSpPr txBox="1"/>
              <p:nvPr/>
            </p:nvSpPr>
            <p:spPr>
              <a:xfrm>
                <a:off x="9949" y="8224"/>
                <a:ext cx="325" cy="222"/>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7" name="文本框 6"/>
              <p:cNvSpPr txBox="1"/>
              <p:nvPr/>
            </p:nvSpPr>
            <p:spPr>
              <a:xfrm>
                <a:off x="14185" y="7715"/>
                <a:ext cx="325" cy="222"/>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6</a:t>
                </a:r>
                <a:endParaRPr lang="en-US" altLang="ja-JP" sz="700" dirty="0">
                  <a:latin typeface="Meiryo UI" panose="020B0604030504040204" pitchFamily="50" charset="-128"/>
                  <a:ea typeface="Meiryo UI" panose="020B0604030504040204" pitchFamily="50" charset="-128"/>
                </a:endParaRPr>
              </a:p>
            </p:txBody>
          </p:sp>
          <p:sp>
            <p:nvSpPr>
              <p:cNvPr id="10" name="文本框 9"/>
              <p:cNvSpPr txBox="1"/>
              <p:nvPr/>
            </p:nvSpPr>
            <p:spPr>
              <a:xfrm>
                <a:off x="13679" y="8145"/>
                <a:ext cx="325" cy="222"/>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9</a:t>
                </a:r>
                <a:endParaRPr lang="en-US" altLang="ja-JP" sz="700" dirty="0">
                  <a:latin typeface="Meiryo UI" panose="020B0604030504040204" pitchFamily="50" charset="-128"/>
                  <a:ea typeface="Meiryo UI" panose="020B0604030504040204" pitchFamily="50" charset="-128"/>
                </a:endParaRPr>
              </a:p>
            </p:txBody>
          </p:sp>
        </p:grpSp>
        <p:sp>
          <p:nvSpPr>
            <p:cNvPr id="165" name="フローチャート: 代替処理 50"/>
            <p:cNvSpPr/>
            <p:nvPr/>
          </p:nvSpPr>
          <p:spPr>
            <a:xfrm>
              <a:off x="2170" y="4115"/>
              <a:ext cx="3279" cy="397"/>
            </a:xfrm>
            <a:prstGeom prst="flowChartAlternateProcess">
              <a:avLst/>
            </a:prstGeom>
            <a:solidFill>
              <a:srgbClr val="306CB4"/>
            </a:solidFill>
            <a:ln w="25400" cap="flat" cmpd="sng" algn="ctr">
              <a:noFill/>
              <a:prstDash val="solid"/>
            </a:ln>
            <a:effectLst/>
          </p:spPr>
          <p:txBody>
            <a:bodyPr rtlCol="0" anchor="ctr"/>
            <a:lstStyle/>
            <a:p>
              <a:r>
                <a:rPr lang="ja-JP" altLang="ja-JP" sz="700" dirty="0">
                  <a:solidFill>
                    <a:schemeClr val="bg1"/>
                  </a:solidFill>
                  <a:latin typeface="Meiryo UI" panose="020B0604030504040204" pitchFamily="50" charset="-128"/>
                  <a:ea typeface="Meiryo UI" panose="020B0604030504040204" pitchFamily="50" charset="-128"/>
                  <a:sym typeface="+mn-ea"/>
                </a:rPr>
                <a:t>単機能テスト不具合対応</a:t>
              </a:r>
              <a:endParaRPr lang="ja-JP" altLang="ja-JP" sz="700" dirty="0">
                <a:solidFill>
                  <a:schemeClr val="bg1"/>
                </a:solidFill>
                <a:latin typeface="Meiryo UI" panose="020B0604030504040204" pitchFamily="50" charset="-128"/>
                <a:ea typeface="Meiryo UI" panose="020B0604030504040204" pitchFamily="50" charset="-128"/>
                <a:sym typeface="+mn-ea"/>
              </a:endParaRPr>
            </a:p>
          </p:txBody>
        </p:sp>
        <p:sp>
          <p:nvSpPr>
            <p:cNvPr id="265" name="フローチャート: 代替処理 50"/>
            <p:cNvSpPr/>
            <p:nvPr/>
          </p:nvSpPr>
          <p:spPr>
            <a:xfrm>
              <a:off x="2932" y="4763"/>
              <a:ext cx="7010" cy="397"/>
            </a:xfrm>
            <a:prstGeom prst="flowChartAlternateProcess">
              <a:avLst/>
            </a:prstGeom>
            <a:solidFill>
              <a:srgbClr val="306CB4"/>
            </a:solidFill>
            <a:ln w="25400" cap="flat" cmpd="sng" algn="ctr">
              <a:noFill/>
              <a:prstDash val="solid"/>
            </a:ln>
            <a:effectLst/>
          </p:spPr>
          <p:txBody>
            <a:bodyPr rtlCol="0" anchor="ctr">
              <a:noAutofit/>
            </a:bodyPr>
            <a:lstStyle/>
            <a:p>
              <a:pPr lvl="0" algn="l">
                <a:buClrTx/>
                <a:buSzTx/>
                <a:buFontTx/>
              </a:pPr>
              <a:r>
                <a:rPr lang="en-US" altLang="ja-JP" sz="700" dirty="0">
                  <a:solidFill>
                    <a:schemeClr val="bg1"/>
                  </a:solidFill>
                  <a:latin typeface="Meiryo UI" panose="020B0604030504040204" pitchFamily="50" charset="-128"/>
                  <a:ea typeface="Meiryo UI" panose="020B0604030504040204" pitchFamily="50" charset="-128"/>
                  <a:sym typeface="+mn-ea"/>
                </a:rPr>
                <a:t>結合・システムテスト対応</a:t>
              </a:r>
              <a:endParaRPr lang="en-US" altLang="ja-JP" sz="700" dirty="0">
                <a:solidFill>
                  <a:schemeClr val="bg1"/>
                </a:solidFill>
                <a:latin typeface="Meiryo UI" panose="020B0604030504040204" pitchFamily="50" charset="-128"/>
                <a:ea typeface="Meiryo UI" panose="020B0604030504040204" pitchFamily="50" charset="-128"/>
                <a:sym typeface="+mn-ea"/>
              </a:endParaRPr>
            </a:p>
          </p:txBody>
        </p:sp>
        <p:sp>
          <p:nvSpPr>
            <p:cNvPr id="28" name="文本框 27"/>
            <p:cNvSpPr txBox="1"/>
            <p:nvPr/>
          </p:nvSpPr>
          <p:spPr>
            <a:xfrm>
              <a:off x="2168" y="4003"/>
              <a:ext cx="523" cy="222"/>
            </a:xfrm>
            <a:prstGeom prst="rect">
              <a:avLst/>
            </a:prstGeom>
            <a:solidFill>
              <a:schemeClr val="accent4">
                <a:lumMod val="20000"/>
                <a:lumOff val="80000"/>
              </a:schemeClr>
            </a:solidFill>
          </p:spPr>
          <p:txBody>
            <a:bodyPr wrap="square" rtlCol="0">
              <a:noAutofit/>
            </a:bodyPr>
            <a:lstStyle/>
            <a:p>
              <a:pPr algn="l"/>
              <a:r>
                <a:rPr lang="en-US" altLang="ja-JP" sz="700" dirty="0">
                  <a:latin typeface="Meiryo UI" panose="020B0604030504040204" pitchFamily="50" charset="-128"/>
                  <a:ea typeface="Meiryo UI" panose="020B0604030504040204" pitchFamily="50" charset="-128"/>
                </a:rPr>
                <a:t>19</a:t>
              </a:r>
              <a:endParaRPr lang="en-US" altLang="ja-JP" sz="700" dirty="0">
                <a:latin typeface="Meiryo UI" panose="020B0604030504040204" pitchFamily="50" charset="-128"/>
                <a:ea typeface="Meiryo UI" panose="020B0604030504040204" pitchFamily="50" charset="-128"/>
              </a:endParaRPr>
            </a:p>
          </p:txBody>
        </p:sp>
        <p:sp>
          <p:nvSpPr>
            <p:cNvPr id="25" name="文本框 24"/>
            <p:cNvSpPr txBox="1"/>
            <p:nvPr/>
          </p:nvSpPr>
          <p:spPr>
            <a:xfrm>
              <a:off x="2930" y="4612"/>
              <a:ext cx="601" cy="222"/>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9</a:t>
              </a:r>
              <a:endParaRPr lang="en-US" altLang="ja-JP" sz="700" dirty="0">
                <a:latin typeface="Meiryo UI" panose="020B0604030504040204" pitchFamily="50" charset="-128"/>
                <a:ea typeface="Meiryo UI" panose="020B0604030504040204" pitchFamily="50" charset="-128"/>
              </a:endParaRPr>
            </a:p>
          </p:txBody>
        </p:sp>
        <p:sp>
          <p:nvSpPr>
            <p:cNvPr id="32" name="文本框 31"/>
            <p:cNvSpPr txBox="1"/>
            <p:nvPr/>
          </p:nvSpPr>
          <p:spPr>
            <a:xfrm>
              <a:off x="2876" y="3994"/>
              <a:ext cx="523" cy="222"/>
            </a:xfrm>
            <a:prstGeom prst="rect">
              <a:avLst/>
            </a:prstGeom>
            <a:solidFill>
              <a:schemeClr val="accent4">
                <a:lumMod val="20000"/>
                <a:lumOff val="80000"/>
              </a:schemeClr>
            </a:solidFill>
          </p:spPr>
          <p:txBody>
            <a:bodyPr wrap="square" rtlCol="0">
              <a:noAutofit/>
            </a:bodyPr>
            <a:lstStyle/>
            <a:p>
              <a:pPr algn="l"/>
              <a:r>
                <a:rPr lang="en-US" altLang="ja-JP" sz="700" dirty="0">
                  <a:latin typeface="Meiryo UI" panose="020B0604030504040204" pitchFamily="50" charset="-128"/>
                  <a:ea typeface="Meiryo UI" panose="020B0604030504040204" pitchFamily="50" charset="-128"/>
                </a:rPr>
                <a:t>12</a:t>
              </a:r>
              <a:endParaRPr lang="en-US" altLang="ja-JP" sz="700" dirty="0">
                <a:latin typeface="Meiryo UI" panose="020B0604030504040204" pitchFamily="50" charset="-128"/>
                <a:ea typeface="Meiryo UI" panose="020B0604030504040204" pitchFamily="50" charset="-128"/>
              </a:endParaRPr>
            </a:p>
          </p:txBody>
        </p:sp>
        <p:sp>
          <p:nvSpPr>
            <p:cNvPr id="35" name="文本框 34"/>
            <p:cNvSpPr txBox="1"/>
            <p:nvPr/>
          </p:nvSpPr>
          <p:spPr>
            <a:xfrm>
              <a:off x="7047" y="4661"/>
              <a:ext cx="601" cy="222"/>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6</a:t>
              </a:r>
              <a:endParaRPr lang="en-US" altLang="ja-JP" sz="700" dirty="0">
                <a:latin typeface="Meiryo UI" panose="020B0604030504040204" pitchFamily="50" charset="-128"/>
                <a:ea typeface="Meiryo UI" panose="020B0604030504040204" pitchFamily="50" charset="-128"/>
              </a:endParaRPr>
            </a:p>
          </p:txBody>
        </p:sp>
        <p:sp>
          <p:nvSpPr>
            <p:cNvPr id="40" name="文本框 39"/>
            <p:cNvSpPr txBox="1"/>
            <p:nvPr/>
          </p:nvSpPr>
          <p:spPr>
            <a:xfrm>
              <a:off x="3608" y="3984"/>
              <a:ext cx="375" cy="222"/>
            </a:xfrm>
            <a:prstGeom prst="rect">
              <a:avLst/>
            </a:prstGeom>
            <a:solidFill>
              <a:schemeClr val="accent4">
                <a:lumMod val="20000"/>
                <a:lumOff val="80000"/>
              </a:schemeClr>
            </a:solidFill>
          </p:spPr>
          <p:txBody>
            <a:bodyPr wrap="square" rtlCol="0">
              <a:noAutofit/>
            </a:bodyPr>
            <a:lstStyle/>
            <a:p>
              <a:pPr algn="l"/>
              <a:r>
                <a:rPr lang="en-US" altLang="ja-JP" sz="700" dirty="0">
                  <a:latin typeface="Meiryo UI" panose="020B0604030504040204" pitchFamily="50" charset="-128"/>
                  <a:ea typeface="Meiryo UI" panose="020B0604030504040204" pitchFamily="50" charset="-128"/>
                </a:rPr>
                <a:t>4</a:t>
              </a:r>
              <a:endParaRPr lang="en-US" altLang="ja-JP" sz="700" dirty="0">
                <a:latin typeface="Meiryo UI" panose="020B0604030504040204" pitchFamily="50" charset="-128"/>
                <a:ea typeface="Meiryo UI" panose="020B0604030504040204" pitchFamily="50" charset="-128"/>
              </a:endParaRPr>
            </a:p>
          </p:txBody>
        </p:sp>
        <p:sp>
          <p:nvSpPr>
            <p:cNvPr id="46" name="文本框 45"/>
            <p:cNvSpPr txBox="1"/>
            <p:nvPr/>
          </p:nvSpPr>
          <p:spPr>
            <a:xfrm>
              <a:off x="4377" y="4661"/>
              <a:ext cx="510" cy="267"/>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14</a:t>
              </a:r>
              <a:endParaRPr lang="ja-JP" altLang="en-US" sz="700" dirty="0">
                <a:latin typeface="Meiryo UI" panose="020B0604030504040204" pitchFamily="50" charset="-128"/>
                <a:ea typeface="Meiryo UI" panose="020B0604030504040204" pitchFamily="50" charset="-128"/>
              </a:endParaRPr>
            </a:p>
          </p:txBody>
        </p:sp>
        <p:sp>
          <p:nvSpPr>
            <p:cNvPr id="50" name="文本框 49"/>
            <p:cNvSpPr txBox="1"/>
            <p:nvPr/>
          </p:nvSpPr>
          <p:spPr>
            <a:xfrm>
              <a:off x="4111" y="3984"/>
              <a:ext cx="375" cy="222"/>
            </a:xfrm>
            <a:prstGeom prst="rect">
              <a:avLst/>
            </a:prstGeom>
            <a:solidFill>
              <a:schemeClr val="accent4">
                <a:lumMod val="20000"/>
                <a:lumOff val="80000"/>
              </a:schemeClr>
            </a:solidFill>
          </p:spPr>
          <p:txBody>
            <a:bodyPr wrap="square" rtlCol="0">
              <a:noAutofit/>
            </a:bodyPr>
            <a:lstStyle/>
            <a:p>
              <a:pPr algn="l"/>
              <a:r>
                <a:rPr lang="en-US" altLang="ja-JP" sz="700" dirty="0">
                  <a:latin typeface="Meiryo UI" panose="020B0604030504040204" pitchFamily="50" charset="-128"/>
                  <a:ea typeface="Meiryo UI" panose="020B0604030504040204" pitchFamily="50" charset="-128"/>
                </a:rPr>
                <a:t>3</a:t>
              </a:r>
              <a:endParaRPr lang="en-US" altLang="ja-JP" sz="700" dirty="0">
                <a:latin typeface="Meiryo UI" panose="020B0604030504040204" pitchFamily="50" charset="-128"/>
                <a:ea typeface="Meiryo UI" panose="020B0604030504040204" pitchFamily="50" charset="-128"/>
              </a:endParaRPr>
            </a:p>
          </p:txBody>
        </p:sp>
        <p:sp>
          <p:nvSpPr>
            <p:cNvPr id="53" name="文本框 52"/>
            <p:cNvSpPr txBox="1"/>
            <p:nvPr/>
          </p:nvSpPr>
          <p:spPr>
            <a:xfrm>
              <a:off x="5523" y="4659"/>
              <a:ext cx="510" cy="222"/>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12</a:t>
              </a:r>
              <a:endParaRPr lang="en-US" altLang="ja-JP" sz="700" dirty="0">
                <a:latin typeface="Meiryo UI" panose="020B0604030504040204" pitchFamily="50" charset="-128"/>
                <a:ea typeface="Meiryo UI" panose="020B0604030504040204" pitchFamily="50" charset="-128"/>
              </a:endParaRPr>
            </a:p>
          </p:txBody>
        </p:sp>
        <p:sp>
          <p:nvSpPr>
            <p:cNvPr id="55" name="文本框 54"/>
            <p:cNvSpPr txBox="1"/>
            <p:nvPr/>
          </p:nvSpPr>
          <p:spPr>
            <a:xfrm>
              <a:off x="4823" y="3984"/>
              <a:ext cx="375" cy="222"/>
            </a:xfrm>
            <a:prstGeom prst="rect">
              <a:avLst/>
            </a:prstGeom>
            <a:solidFill>
              <a:schemeClr val="accent4">
                <a:lumMod val="20000"/>
                <a:lumOff val="80000"/>
              </a:schemeClr>
            </a:solidFill>
          </p:spPr>
          <p:txBody>
            <a:bodyPr wrap="square" rtlCol="0">
              <a:noAutofit/>
            </a:bodyPr>
            <a:lstStyle/>
            <a:p>
              <a:pPr algn="l"/>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37" name="文本框 36"/>
            <p:cNvSpPr txBox="1"/>
            <p:nvPr/>
          </p:nvSpPr>
          <p:spPr>
            <a:xfrm>
              <a:off x="4777" y="4972"/>
              <a:ext cx="510" cy="267"/>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17</a:t>
              </a:r>
              <a:endParaRPr lang="ja-JP" altLang="en-US" sz="700" dirty="0">
                <a:latin typeface="Meiryo UI" panose="020B0604030504040204" pitchFamily="50" charset="-128"/>
                <a:ea typeface="Meiryo UI" panose="020B0604030504040204" pitchFamily="50" charset="-128"/>
              </a:endParaRPr>
            </a:p>
          </p:txBody>
        </p:sp>
        <p:sp>
          <p:nvSpPr>
            <p:cNvPr id="82" name="文本框 81"/>
            <p:cNvSpPr txBox="1"/>
            <p:nvPr/>
          </p:nvSpPr>
          <p:spPr>
            <a:xfrm>
              <a:off x="3640" y="4984"/>
              <a:ext cx="601" cy="222"/>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12</a:t>
              </a:r>
              <a:endParaRPr lang="en-US" altLang="ja-JP" sz="700" dirty="0">
                <a:latin typeface="Meiryo UI" panose="020B0604030504040204" pitchFamily="50" charset="-128"/>
                <a:ea typeface="Meiryo UI" panose="020B0604030504040204" pitchFamily="50" charset="-128"/>
              </a:endParaRPr>
            </a:p>
          </p:txBody>
        </p:sp>
        <p:sp>
          <p:nvSpPr>
            <p:cNvPr id="4" name="文本框 3"/>
            <p:cNvSpPr txBox="1"/>
            <p:nvPr/>
          </p:nvSpPr>
          <p:spPr>
            <a:xfrm>
              <a:off x="8466" y="4616"/>
              <a:ext cx="476" cy="265"/>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15</a:t>
              </a:r>
              <a:endParaRPr lang="en-US" altLang="ja-JP" sz="700" dirty="0">
                <a:latin typeface="Meiryo UI" panose="020B0604030504040204" pitchFamily="50" charset="-128"/>
                <a:ea typeface="Meiryo UI" panose="020B0604030504040204" pitchFamily="50" charset="-128"/>
              </a:endParaRPr>
            </a:p>
          </p:txBody>
        </p:sp>
        <p:sp>
          <p:nvSpPr>
            <p:cNvPr id="15" name="文本框 14"/>
            <p:cNvSpPr txBox="1"/>
            <p:nvPr/>
          </p:nvSpPr>
          <p:spPr>
            <a:xfrm>
              <a:off x="9590" y="4617"/>
              <a:ext cx="476" cy="265"/>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25</a:t>
              </a:r>
              <a:endParaRPr lang="en-US" altLang="ja-JP" sz="700" dirty="0">
                <a:latin typeface="Meiryo UI" panose="020B0604030504040204" pitchFamily="50" charset="-128"/>
                <a:ea typeface="Meiryo UI" panose="020B0604030504040204" pitchFamily="50" charset="-128"/>
              </a:endParaRPr>
            </a:p>
          </p:txBody>
        </p:sp>
        <p:sp>
          <p:nvSpPr>
            <p:cNvPr id="18" name="文本框 17"/>
            <p:cNvSpPr txBox="1"/>
            <p:nvPr/>
          </p:nvSpPr>
          <p:spPr>
            <a:xfrm>
              <a:off x="8834" y="4988"/>
              <a:ext cx="476" cy="265"/>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16</a:t>
              </a:r>
              <a:endParaRPr lang="en-US" altLang="ja-JP" sz="700" dirty="0">
                <a:latin typeface="Meiryo UI" panose="020B0604030504040204" pitchFamily="50" charset="-128"/>
                <a:ea typeface="Meiryo UI" panose="020B0604030504040204" pitchFamily="50" charset="-128"/>
              </a:endParaRPr>
            </a:p>
          </p:txBody>
        </p:sp>
      </p:grpSp>
      <p:grpSp>
        <p:nvGrpSpPr>
          <p:cNvPr id="60" name="组合 59"/>
          <p:cNvGrpSpPr/>
          <p:nvPr/>
        </p:nvGrpSpPr>
        <p:grpSpPr>
          <a:xfrm>
            <a:off x="2986405" y="4361815"/>
            <a:ext cx="2599690" cy="580299"/>
            <a:chOff x="10886" y="7114"/>
            <a:chExt cx="4094" cy="630"/>
          </a:xfrm>
        </p:grpSpPr>
        <p:sp>
          <p:nvSpPr>
            <p:cNvPr id="34" name="フローチャート: 代替処理 50"/>
            <p:cNvSpPr/>
            <p:nvPr/>
          </p:nvSpPr>
          <p:spPr>
            <a:xfrm>
              <a:off x="10964" y="7269"/>
              <a:ext cx="3714" cy="304"/>
            </a:xfrm>
            <a:prstGeom prst="flowChartAlternateProcess">
              <a:avLst/>
            </a:prstGeom>
            <a:solidFill>
              <a:srgbClr val="8FAADC"/>
            </a:solidFill>
            <a:ln w="25400" cap="flat" cmpd="sng" algn="ctr">
              <a:noFill/>
              <a:prstDash val="solid"/>
            </a:ln>
            <a:effectLst/>
          </p:spPr>
          <p:txBody>
            <a:bodyPr rtlCol="0" anchor="ctr">
              <a:noAutofit/>
            </a:bodyPr>
            <a:lstStyle/>
            <a:p>
              <a:pPr lvl="0" algn="l">
                <a:buClrTx/>
                <a:buSzTx/>
                <a:buFontTx/>
              </a:pPr>
              <a:endPar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45" name="文本框 44"/>
            <p:cNvSpPr txBox="1"/>
            <p:nvPr/>
          </p:nvSpPr>
          <p:spPr>
            <a:xfrm>
              <a:off x="10972" y="7289"/>
              <a:ext cx="2227" cy="250"/>
            </a:xfrm>
            <a:prstGeom prst="rect">
              <a:avLst/>
            </a:prstGeom>
            <a:noFill/>
          </p:spPr>
          <p:txBody>
            <a:bodyPr wrap="square" rtlCol="0">
              <a:spAutoFit/>
            </a:bodyPr>
            <a:lstStyle/>
            <a:p>
              <a:r>
                <a:rPr lang="ja-JP" altLang="zh-CN" sz="900">
                  <a:latin typeface="Meiryo UI" panose="020B0604030504040204" pitchFamily="50" charset="-128"/>
                  <a:ea typeface="Meiryo UI" panose="020B0604030504040204" pitchFamily="50" charset="-128"/>
                </a:rPr>
                <a:t>追加要件/課題の対応</a:t>
              </a:r>
              <a:endParaRPr lang="ja-JP" altLang="zh-CN" sz="900">
                <a:latin typeface="Meiryo UI" panose="020B0604030504040204" pitchFamily="50" charset="-128"/>
                <a:ea typeface="Meiryo UI" panose="020B0604030504040204" pitchFamily="50" charset="-128"/>
              </a:endParaRPr>
            </a:p>
          </p:txBody>
        </p:sp>
        <p:sp>
          <p:nvSpPr>
            <p:cNvPr id="51" name="文本框 50"/>
            <p:cNvSpPr txBox="1"/>
            <p:nvPr/>
          </p:nvSpPr>
          <p:spPr>
            <a:xfrm>
              <a:off x="10886" y="7114"/>
              <a:ext cx="533" cy="267"/>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1</a:t>
              </a:r>
              <a:endParaRPr lang="ja-JP" altLang="en-US" sz="700" dirty="0">
                <a:latin typeface="Meiryo UI" panose="020B0604030504040204" pitchFamily="50" charset="-128"/>
                <a:ea typeface="Meiryo UI" panose="020B0604030504040204" pitchFamily="50" charset="-128"/>
              </a:endParaRPr>
            </a:p>
          </p:txBody>
        </p:sp>
        <p:sp>
          <p:nvSpPr>
            <p:cNvPr id="2" name="文本框 1"/>
            <p:cNvSpPr txBox="1"/>
            <p:nvPr/>
          </p:nvSpPr>
          <p:spPr>
            <a:xfrm>
              <a:off x="11708" y="7117"/>
              <a:ext cx="319" cy="173"/>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8</a:t>
              </a:r>
              <a:endParaRPr lang="en-US" altLang="ja-JP" sz="700" dirty="0">
                <a:latin typeface="Meiryo UI" panose="020B0604030504040204" pitchFamily="50" charset="-128"/>
                <a:ea typeface="Meiryo UI" panose="020B0604030504040204" pitchFamily="50" charset="-128"/>
              </a:endParaRPr>
            </a:p>
          </p:txBody>
        </p:sp>
        <p:sp>
          <p:nvSpPr>
            <p:cNvPr id="3" name="文本框 2"/>
            <p:cNvSpPr txBox="1"/>
            <p:nvPr/>
          </p:nvSpPr>
          <p:spPr>
            <a:xfrm>
              <a:off x="11661" y="7574"/>
              <a:ext cx="338" cy="170"/>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6" name="文本框 5"/>
            <p:cNvSpPr txBox="1"/>
            <p:nvPr/>
          </p:nvSpPr>
          <p:spPr>
            <a:xfrm>
              <a:off x="13167" y="7138"/>
              <a:ext cx="319" cy="173"/>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4</a:t>
              </a:r>
              <a:endParaRPr lang="en-US" altLang="ja-JP" sz="700" dirty="0">
                <a:latin typeface="Meiryo UI" panose="020B0604030504040204" pitchFamily="50" charset="-128"/>
                <a:ea typeface="Meiryo UI" panose="020B0604030504040204" pitchFamily="50" charset="-128"/>
              </a:endParaRPr>
            </a:p>
          </p:txBody>
        </p:sp>
        <p:sp>
          <p:nvSpPr>
            <p:cNvPr id="11" name="文本框 10"/>
            <p:cNvSpPr txBox="1"/>
            <p:nvPr/>
          </p:nvSpPr>
          <p:spPr>
            <a:xfrm>
              <a:off x="14661" y="7570"/>
              <a:ext cx="319" cy="173"/>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3</a:t>
              </a:r>
              <a:endParaRPr lang="en-US" altLang="ja-JP" sz="700" dirty="0">
                <a:latin typeface="Meiryo UI" panose="020B0604030504040204" pitchFamily="50" charset="-128"/>
                <a:ea typeface="Meiryo UI" panose="020B0604030504040204" pitchFamily="50" charset="-128"/>
              </a:endParaRPr>
            </a:p>
          </p:txBody>
        </p:sp>
      </p:grpSp>
      <p:sp>
        <p:nvSpPr>
          <p:cNvPr id="65" name="フローチャート: 代替処理 50"/>
          <p:cNvSpPr/>
          <p:nvPr/>
        </p:nvSpPr>
        <p:spPr>
          <a:xfrm>
            <a:off x="6312535" y="5773420"/>
            <a:ext cx="2189480" cy="245110"/>
          </a:xfrm>
          <a:prstGeom prst="flowChartAlternateProcess">
            <a:avLst/>
          </a:prstGeom>
          <a:solidFill>
            <a:srgbClr val="FFC000"/>
          </a:solidFill>
          <a:ln w="25400" cap="flat" cmpd="sng" algn="ctr">
            <a:noFill/>
            <a:prstDash val="solid"/>
          </a:ln>
          <a:effectLst/>
        </p:spPr>
        <p:txBody>
          <a:bodyPr rtlCol="0" anchor="ctr">
            <a:noAutofit/>
          </a:bodyPr>
          <a:lstStyle/>
          <a:p>
            <a:pPr algn="l">
              <a:buClrTx/>
              <a:buSzTx/>
              <a:buFontTx/>
            </a:pPr>
            <a:r>
              <a:rPr lang="zh-CN" altLang="en-US" sz="700" kern="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sym typeface="+mn-ea"/>
              </a:rPr>
              <a:t>受入</a:t>
            </a:r>
            <a:r>
              <a:rPr lang="ja-JP" altLang="zh-CN" sz="700" kern="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sym typeface="+mn-ea"/>
              </a:rPr>
              <a:t>不具合対応</a:t>
            </a:r>
            <a:endPar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67" name="フローチャート: 代替処理 50"/>
          <p:cNvSpPr/>
          <p:nvPr/>
        </p:nvSpPr>
        <p:spPr>
          <a:xfrm>
            <a:off x="6312535" y="6120130"/>
            <a:ext cx="2188845" cy="245110"/>
          </a:xfrm>
          <a:prstGeom prst="flowChartAlternateProcess">
            <a:avLst/>
          </a:prstGeom>
          <a:solidFill>
            <a:srgbClr val="FFC000"/>
          </a:solidFill>
          <a:ln w="25400" cap="flat" cmpd="sng" algn="ctr">
            <a:noFill/>
            <a:prstDash val="solid"/>
          </a:ln>
          <a:effectLst/>
        </p:spPr>
        <p:txBody>
          <a:bodyPr rtlCol="0" anchor="ctr">
            <a:noAutofit/>
          </a:bodyPr>
          <a:lstStyle/>
          <a:p>
            <a:pPr algn="l">
              <a:buClrTx/>
              <a:buSzTx/>
              <a:buFontTx/>
            </a:pPr>
            <a:r>
              <a:rPr lang="zh-CN" altLang="en-US" sz="700" kern="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sym typeface="+mn-ea"/>
              </a:rPr>
              <a:t>受入</a:t>
            </a:r>
            <a:r>
              <a:rPr lang="ja-JP" altLang="zh-CN" sz="700" kern="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sym typeface="+mn-ea"/>
              </a:rPr>
              <a:t>不具合分析</a:t>
            </a:r>
            <a:endParaRPr lang="ja-JP" altLang="zh-CN" sz="700" kern="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73" name="文本框 72"/>
          <p:cNvSpPr txBox="1"/>
          <p:nvPr/>
        </p:nvSpPr>
        <p:spPr>
          <a:xfrm>
            <a:off x="6294120" y="5619750"/>
            <a:ext cx="297180" cy="203835"/>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25</a:t>
            </a:r>
            <a:endParaRPr lang="en-US" altLang="ja-JP" sz="700" dirty="0">
              <a:latin typeface="Meiryo UI" panose="020B0604030504040204" pitchFamily="50" charset="-128"/>
              <a:ea typeface="Meiryo UI" panose="020B0604030504040204" pitchFamily="50" charset="-128"/>
            </a:endParaRPr>
          </a:p>
        </p:txBody>
      </p:sp>
      <p:grpSp>
        <p:nvGrpSpPr>
          <p:cNvPr id="84" name="组合 83"/>
          <p:cNvGrpSpPr/>
          <p:nvPr/>
        </p:nvGrpSpPr>
        <p:grpSpPr>
          <a:xfrm>
            <a:off x="2317115" y="5179060"/>
            <a:ext cx="480060" cy="348615"/>
            <a:chOff x="5326" y="2145"/>
            <a:chExt cx="1728" cy="549"/>
          </a:xfrm>
        </p:grpSpPr>
        <p:sp>
          <p:nvSpPr>
            <p:cNvPr id="88" name="フローチャート: 代替処理 50"/>
            <p:cNvSpPr/>
            <p:nvPr/>
          </p:nvSpPr>
          <p:spPr>
            <a:xfrm>
              <a:off x="5326" y="2294"/>
              <a:ext cx="1729" cy="401"/>
            </a:xfrm>
            <a:prstGeom prst="flowChartAlternateProcess">
              <a:avLst/>
            </a:prstGeom>
            <a:solidFill>
              <a:srgbClr val="8FAADC"/>
            </a:solidFill>
            <a:ln w="25400" cap="flat" cmpd="sng" algn="ctr">
              <a:noFill/>
              <a:prstDash val="solid"/>
            </a:ln>
            <a:effectLst/>
          </p:spPr>
          <p:txBody>
            <a:bodyPr rtlCol="0" anchor="ctr"/>
            <a:lstStyle/>
            <a:p>
              <a:r>
                <a:rPr lang="ja-JP" altLang="en-US" sz="700" dirty="0">
                  <a:solidFill>
                    <a:schemeClr val="tx1"/>
                  </a:solidFill>
                  <a:latin typeface="Meiryo UI" panose="020B0604030504040204" pitchFamily="50" charset="-128"/>
                  <a:ea typeface="Meiryo UI" panose="020B0604030504040204" pitchFamily="50" charset="-128"/>
                  <a:sym typeface="+mn-ea"/>
                </a:rPr>
                <a:t>最新の</a:t>
              </a:r>
              <a:r>
                <a:rPr lang="en-US" altLang="ja-JP" sz="700" dirty="0">
                  <a:solidFill>
                    <a:schemeClr val="tx1"/>
                  </a:solidFill>
                  <a:latin typeface="Meiryo UI" panose="020B0604030504040204" pitchFamily="50" charset="-128"/>
                  <a:ea typeface="Meiryo UI" panose="020B0604030504040204" pitchFamily="50" charset="-128"/>
                  <a:sym typeface="+mn-ea"/>
                </a:rPr>
                <a:t>SDK</a:t>
              </a:r>
              <a:r>
                <a:rPr lang="ja-JP" altLang="en-US" sz="700" dirty="0">
                  <a:solidFill>
                    <a:schemeClr val="tx1"/>
                  </a:solidFill>
                  <a:latin typeface="Meiryo UI" panose="020B0604030504040204" pitchFamily="50" charset="-128"/>
                  <a:ea typeface="Meiryo UI" panose="020B0604030504040204" pitchFamily="50" charset="-128"/>
                  <a:sym typeface="+mn-ea"/>
                </a:rPr>
                <a:t>と同期</a:t>
              </a:r>
              <a:endParaRPr lang="ja-JP" altLang="en-US" sz="700" dirty="0">
                <a:solidFill>
                  <a:schemeClr val="tx1"/>
                </a:solidFill>
                <a:latin typeface="Meiryo UI" panose="020B0604030504040204" pitchFamily="50" charset="-128"/>
                <a:ea typeface="Meiryo UI" panose="020B0604030504040204" pitchFamily="50" charset="-128"/>
                <a:sym typeface="+mn-ea"/>
              </a:endParaRPr>
            </a:p>
          </p:txBody>
        </p:sp>
        <p:sp>
          <p:nvSpPr>
            <p:cNvPr id="97" name="文本框 96"/>
            <p:cNvSpPr txBox="1"/>
            <p:nvPr/>
          </p:nvSpPr>
          <p:spPr>
            <a:xfrm>
              <a:off x="5326" y="2145"/>
              <a:ext cx="500" cy="255"/>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grpSp>
      <p:cxnSp>
        <p:nvCxnSpPr>
          <p:cNvPr id="36" name="直接连接符 35"/>
          <p:cNvCxnSpPr/>
          <p:nvPr/>
        </p:nvCxnSpPr>
        <p:spPr>
          <a:xfrm>
            <a:off x="5473065" y="1064895"/>
            <a:ext cx="23495" cy="5344795"/>
          </a:xfrm>
          <a:prstGeom prst="line">
            <a:avLst/>
          </a:prstGeom>
          <a:ln w="25400" cap="flat" cmpd="sng" algn="ctr">
            <a:solidFill>
              <a:srgbClr val="00358D"/>
            </a:solidFill>
            <a:prstDash val="dash"/>
            <a:miter lim="800000"/>
          </a:ln>
        </p:spPr>
        <p:style>
          <a:lnRef idx="0">
            <a:schemeClr val="accent1"/>
          </a:lnRef>
          <a:fillRef idx="0">
            <a:srgbClr val="FFFFFF"/>
          </a:fillRef>
          <a:effectRef idx="0">
            <a:srgbClr val="FFFFFF"/>
          </a:effectRef>
          <a:fontRef idx="minor">
            <a:schemeClr val="tx1"/>
          </a:fontRef>
        </p:style>
      </p:cxnSp>
      <p:sp>
        <p:nvSpPr>
          <p:cNvPr id="9" name="フローチャート: 代替処理 50"/>
          <p:cNvSpPr/>
          <p:nvPr/>
        </p:nvSpPr>
        <p:spPr>
          <a:xfrm>
            <a:off x="5128260" y="3678555"/>
            <a:ext cx="967740" cy="245110"/>
          </a:xfrm>
          <a:prstGeom prst="flowChartAlternateProcess">
            <a:avLst/>
          </a:prstGeom>
          <a:solidFill>
            <a:srgbClr val="306CB4"/>
          </a:solidFill>
          <a:ln w="25400" cap="flat" cmpd="sng" algn="ctr">
            <a:noFill/>
            <a:prstDash val="solid"/>
          </a:ln>
          <a:effectLst/>
        </p:spPr>
        <p:txBody>
          <a:bodyPr rtlCol="0" anchor="ctr">
            <a:noAutofit/>
          </a:bodyPr>
          <a:lstStyle/>
          <a:p>
            <a:pPr lvl="0" algn="l">
              <a:buClrTx/>
              <a:buSzTx/>
              <a:buFontTx/>
            </a:pPr>
            <a:r>
              <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rPr>
              <a:t>SDK取り込みテスト</a:t>
            </a:r>
            <a:endParaRPr lang="ja-JP" altLang="en-US" sz="700" dirty="0">
              <a:solidFill>
                <a:schemeClr val="bg1"/>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12" name="文本框 11"/>
          <p:cNvSpPr txBox="1"/>
          <p:nvPr/>
        </p:nvSpPr>
        <p:spPr>
          <a:xfrm>
            <a:off x="7336155" y="5619750"/>
            <a:ext cx="318770" cy="203835"/>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24</a:t>
            </a:r>
            <a:endParaRPr lang="en-US" altLang="ja-JP" sz="700" dirty="0">
              <a:latin typeface="Meiryo UI" panose="020B0604030504040204" pitchFamily="50" charset="-128"/>
              <a:ea typeface="Meiryo UI" panose="020B0604030504040204" pitchFamily="50" charset="-128"/>
            </a:endParaRPr>
          </a:p>
        </p:txBody>
      </p:sp>
      <p:sp>
        <p:nvSpPr>
          <p:cNvPr id="13" name="文本框 12"/>
          <p:cNvSpPr txBox="1"/>
          <p:nvPr/>
        </p:nvSpPr>
        <p:spPr>
          <a:xfrm>
            <a:off x="7336054" y="6020463"/>
            <a:ext cx="236421" cy="203972"/>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5</a:t>
            </a:r>
            <a:endParaRPr lang="en-US" altLang="ja-JP" sz="700" dirty="0">
              <a:latin typeface="Meiryo UI" panose="020B0604030504040204" pitchFamily="50" charset="-128"/>
              <a:ea typeface="Meiryo UI" panose="020B0604030504040204" pitchFamily="50" charset="-128"/>
            </a:endParaRPr>
          </a:p>
        </p:txBody>
      </p:sp>
      <p:sp>
        <p:nvSpPr>
          <p:cNvPr id="14" name="文本框 13"/>
          <p:cNvSpPr txBox="1"/>
          <p:nvPr/>
        </p:nvSpPr>
        <p:spPr>
          <a:xfrm>
            <a:off x="6313170" y="6018530"/>
            <a:ext cx="222885" cy="203835"/>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7</a:t>
            </a:r>
            <a:endParaRPr lang="en-US" altLang="ja-JP" sz="700" dirty="0">
              <a:latin typeface="Meiryo UI" panose="020B0604030504040204" pitchFamily="50" charset="-128"/>
              <a:ea typeface="Meiryo UI" panose="020B0604030504040204" pitchFamily="50" charset="-128"/>
            </a:endParaRPr>
          </a:p>
        </p:txBody>
      </p:sp>
      <p:sp>
        <p:nvSpPr>
          <p:cNvPr id="16" name="文本框 15"/>
          <p:cNvSpPr txBox="1"/>
          <p:nvPr/>
        </p:nvSpPr>
        <p:spPr>
          <a:xfrm>
            <a:off x="6809105" y="5619750"/>
            <a:ext cx="341630" cy="203835"/>
          </a:xfrm>
          <a:prstGeom prst="rect">
            <a:avLst/>
          </a:prstGeom>
          <a:solidFill>
            <a:schemeClr val="accent4">
              <a:lumMod val="20000"/>
              <a:lumOff val="80000"/>
            </a:schemeClr>
          </a:solidFill>
        </p:spPr>
        <p:txBody>
          <a:bodyPr wrap="square" rtlCol="0">
            <a:noAutofit/>
          </a:bodyPr>
          <a:lstStyle/>
          <a:p>
            <a:r>
              <a:rPr lang="en-US" altLang="ja-JP" sz="700" dirty="0">
                <a:latin typeface="Meiryo UI" panose="020B0604030504040204" pitchFamily="50" charset="-128"/>
                <a:ea typeface="Meiryo UI" panose="020B0604030504040204" pitchFamily="50" charset="-128"/>
              </a:rPr>
              <a:t>23</a:t>
            </a:r>
            <a:endParaRPr lang="en-US" altLang="ja-JP" sz="700" dirty="0">
              <a:latin typeface="Meiryo UI" panose="020B0604030504040204" pitchFamily="50" charset="-128"/>
              <a:ea typeface="Meiryo UI" panose="020B0604030504040204" pitchFamily="50" charset="-128"/>
            </a:endParaRPr>
          </a:p>
        </p:txBody>
      </p:sp>
      <p:sp>
        <p:nvSpPr>
          <p:cNvPr id="17" name="矩形标注 16"/>
          <p:cNvSpPr/>
          <p:nvPr/>
        </p:nvSpPr>
        <p:spPr>
          <a:xfrm>
            <a:off x="6560820" y="3195955"/>
            <a:ext cx="4568190" cy="1043940"/>
          </a:xfrm>
          <a:prstGeom prst="wedgeRectCallout">
            <a:avLst>
              <a:gd name="adj1" fmla="val -53655"/>
              <a:gd name="adj2" fmla="val -21779"/>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sym typeface="+mn-ea"/>
              </a:rPr>
              <a:t>SDK取り込みテスト</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の</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開始時間</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が</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未確定</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なので、</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日程</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が</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変更</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されない。</a:t>
            </a:r>
            <a:endPar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algn="l"/>
            <a:r>
              <a:rPr lang="en-US" altLang="zh-CN"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Connect</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テスト</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人員</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と</a:t>
            </a:r>
            <a:r>
              <a:rPr lang="en-US" altLang="zh-CN"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SDK</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取</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り</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込</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み</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対応人員</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は、</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下記</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のタスクを</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対応</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する</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予定</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である</a:t>
            </a:r>
            <a:endPar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algn="l"/>
            <a:endParaRPr lang="en-US" altLang="zh-CN"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1. ソースコードにおける</a:t>
            </a:r>
            <a:r>
              <a:rPr lang="en-US" altLang="zh-CN"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AI</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レビュー</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結果</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の</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対応</a:t>
            </a:r>
            <a:r>
              <a:rPr lang="en-US" altLang="zh-CN"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対応中</a:t>
            </a:r>
            <a:endPar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algn="l"/>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2. 基本設計</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における</a:t>
            </a:r>
            <a:r>
              <a:rPr lang="en-US" altLang="zh-CN"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AI</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レビュー</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結果</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の</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対応</a:t>
            </a:r>
            <a:r>
              <a:rPr lang="ja-JP" altLang="zh-CN"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  </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sym typeface="+mn-ea"/>
              </a:rPr>
              <a:t>対応中</a:t>
            </a:r>
            <a:endPar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algn="l"/>
            <a:r>
              <a:rPr lang="en-US" altLang="zh-CN"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3. </a:t>
            </a:r>
            <a:r>
              <a:rPr lang="en-US" altLang="zh-CN" sz="800" dirty="0" err="1">
                <a:solidFill>
                  <a:srgbClr val="FF0000"/>
                </a:solidFill>
                <a:latin typeface="Meiryo UI" panose="020B0604030504040204" pitchFamily="50" charset="-128"/>
                <a:ea typeface="Meiryo UI" panose="020B0604030504040204" pitchFamily="50" charset="-128"/>
                <a:cs typeface="Meiryo UI" panose="020B0604030504040204" pitchFamily="50" charset="-128"/>
              </a:rPr>
              <a:t>detek</a:t>
            </a:r>
            <a:r>
              <a:rPr lang="en-US" altLang="zh-CN"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lint</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における</a:t>
            </a:r>
            <a:r>
              <a:rPr lang="en-US" altLang="zh-CN"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check</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項目</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の</a:t>
            </a:r>
            <a:r>
              <a:rPr lang="zh-CN"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調整対応</a:t>
            </a:r>
            <a:r>
              <a:rPr lang="en-US" altLang="zh-CN"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sym typeface="+mn-ea"/>
              </a:rPr>
              <a:t>⇒  </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sym typeface="+mn-ea"/>
              </a:rPr>
              <a:t>対応中</a:t>
            </a:r>
            <a:endParaRPr lang="en-US" altLang="zh-CN"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algn="l"/>
            <a:r>
              <a:rPr lang="en-US" altLang="zh-CN"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4. 最新のシミュレータで（V1.0.2）SDK IFのDebug確認  </a:t>
            </a:r>
            <a:r>
              <a:rPr lang="en-US" altLang="zh-CN"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sym typeface="+mn-ea"/>
              </a:rPr>
              <a:t>⇒  v1.0.2.48版確認済み</a:t>
            </a:r>
            <a:endParaRPr lang="en-US" altLang="zh-CN"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r>
              <a:rPr lang="en-US" altLang="zh-CN"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sym typeface="+mn-ea"/>
              </a:rPr>
              <a:t>5. 実機における確認結果の調査</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sym typeface="+mn-ea"/>
              </a:rPr>
              <a:t>　　　　　　　　　　　　　　　　　</a:t>
            </a:r>
            <a:r>
              <a:rPr lang="en-US" altLang="ja-JP"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sym typeface="+mn-ea"/>
              </a:rPr>
              <a:t>　対応中</a:t>
            </a:r>
            <a:endParaRPr lang="ja-JP" altLang="en-US" sz="800" dirty="0">
              <a:solidFill>
                <a:srgbClr val="FF0000"/>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占位符 1"/>
          <p:cNvSpPr txBox="1"/>
          <p:nvPr/>
        </p:nvSpPr>
        <p:spPr>
          <a:xfrm>
            <a:off x="320040" y="24443"/>
            <a:ext cx="6191250" cy="381000"/>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sz="3200" b="1" kern="1200" baseline="0">
                <a:solidFill>
                  <a:srgbClr val="323232"/>
                </a:solidFill>
                <a:latin typeface="Verdana" panose="020B0604030504040204" charset="0"/>
                <a:ea typeface="Microsoft YaHei" panose="020B0503020204020204" pitchFamily="34" charset="-122"/>
                <a:cs typeface="Verdana" panose="020B060403050404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ja-JP" altLang="en-US" sz="2000" dirty="0" err="1">
                <a:latin typeface="Meiryo UI" panose="020B0604030504040204" pitchFamily="50" charset="-128"/>
                <a:ea typeface="Meiryo UI" panose="020B0604030504040204" pitchFamily="50" charset="-128"/>
              </a:rPr>
              <a:t>追加要件（</a:t>
            </a:r>
            <a:r>
              <a:rPr lang="en-US" altLang="zh-CN" sz="2000" dirty="0" err="1">
                <a:latin typeface="Meiryo UI" panose="020B0604030504040204" pitchFamily="50" charset="-128"/>
                <a:ea typeface="Meiryo UI" panose="020B0604030504040204" pitchFamily="50" charset="-128"/>
              </a:rPr>
              <a:t>SMN_00108-1738</a:t>
            </a:r>
            <a:r>
              <a:rPr lang="ja-JP" altLang="en-US" sz="2000" dirty="0" err="1">
                <a:latin typeface="Meiryo UI" panose="020B0604030504040204" pitchFamily="50" charset="-128"/>
                <a:ea typeface="Meiryo UI" panose="020B0604030504040204" pitchFamily="50" charset="-128"/>
              </a:rPr>
              <a:t>）の対応状態</a:t>
            </a:r>
            <a:r>
              <a:rPr lang="en-US" altLang="ja-JP" sz="2000" dirty="0" err="1">
                <a:latin typeface="Meiryo UI" panose="020B0604030504040204" pitchFamily="50" charset="-128"/>
                <a:ea typeface="Meiryo UI" panose="020B0604030504040204" pitchFamily="50" charset="-128"/>
              </a:rPr>
              <a:t> </a:t>
            </a:r>
            <a:endParaRPr lang="en-US" altLang="ja-JP" sz="2000" dirty="0" err="1">
              <a:latin typeface="Meiryo UI" panose="020B0604030504040204" pitchFamily="50" charset="-128"/>
              <a:ea typeface="Meiryo UI" panose="020B0604030504040204" pitchFamily="50" charset="-128"/>
            </a:endParaRPr>
          </a:p>
        </p:txBody>
      </p:sp>
      <p:graphicFrame>
        <p:nvGraphicFramePr>
          <p:cNvPr id="2" name="表格 1"/>
          <p:cNvGraphicFramePr/>
          <p:nvPr>
            <p:custDataLst>
              <p:tags r:id="rId1"/>
            </p:custDataLst>
          </p:nvPr>
        </p:nvGraphicFramePr>
        <p:xfrm>
          <a:off x="375700" y="405443"/>
          <a:ext cx="11329035" cy="6320919"/>
        </p:xfrm>
        <a:graphic>
          <a:graphicData uri="http://schemas.openxmlformats.org/drawingml/2006/table">
            <a:tbl>
              <a:tblPr firstRow="1" bandRow="1">
                <a:tableStyleId>{5C22544A-7EE6-4342-B048-85BDC9FD1C3A}</a:tableStyleId>
              </a:tblPr>
              <a:tblGrid>
                <a:gridCol w="1620520"/>
                <a:gridCol w="4943475"/>
                <a:gridCol w="921385"/>
                <a:gridCol w="1026160"/>
                <a:gridCol w="2817495"/>
              </a:tblGrid>
              <a:tr h="327512">
                <a:tc>
                  <a:txBody>
                    <a:bodyPr/>
                    <a:lstStyle/>
                    <a:p>
                      <a:pPr>
                        <a:buNone/>
                      </a:pPr>
                      <a:r>
                        <a:rPr lang="ja-JP" altLang="en-US" sz="1600" dirty="0">
                          <a:latin typeface="Meiryo UI" panose="020B0604030504040204" pitchFamily="50" charset="-128"/>
                          <a:ea typeface="Meiryo UI" panose="020B0604030504040204" pitchFamily="50" charset="-128"/>
                          <a:cs typeface="Meiryo UI" panose="020B0604030504040204" pitchFamily="50" charset="-128"/>
                        </a:rPr>
                        <a:t>関連</a:t>
                      </a:r>
                      <a:r>
                        <a:rPr lang="en-US" altLang="ja-JP" sz="1600" dirty="0">
                          <a:latin typeface="Meiryo UI" panose="020B0604030504040204" pitchFamily="50" charset="-128"/>
                          <a:ea typeface="Meiryo UI" panose="020B0604030504040204" pitchFamily="50" charset="-128"/>
                          <a:cs typeface="Meiryo UI" panose="020B0604030504040204" pitchFamily="50" charset="-128"/>
                        </a:rPr>
                        <a:t>JIRA                                                                                                                                                                                                                                                                                                                                                                                                                                                                                                                                                                                                                                                                                                                                                                                                                                                                                                                                                                                                                                                                                                                                                                                                                                                                                                                                                                                                                                                                                                                                                                                                                                                                                                                                                                                                                                                                                                                                                                                                                                                                                                                                                                                                                                                                                                                                                                                                                                                                                                                                                                                                                                                                                                                                                                                                                                                                                                                                                                                                                                                                                                                                                                                                                                                                                                                                                                                                                                                                                                                                                                                                                                                                                                                                                                                                                                                                                                                                                                                                                                                                                                                                                                                                                                                                                                                                                                                                                                                                                                                                                                                                                                                                                                                                                                                                                                                                                                                                                                                                                                                                                                                                                                                                                                                                                                                                                                                                                                                                                                                                                                                                                                                                                                                                                                                                                                                                                                                                                                                                                                                                                                                                                                                                                                                                                                                                                                                                                                                                                                                                                                                                                                                                                                                                                                                                                                                                                                                                                                                                                                                                                                                                                                                                                                                                                                                                                                                                                                                                                                                                                                                                                                                                                                                                                                                                                                                                                                                                                                                                                                                                                                                                                                                                                                                                                                                                                                                                                                                                                                                                                                                                                                                                                                                                                                                                                                                                                                                                                                                                                                                                                                                                                                                                                                                                                                                                                                                                                                                                                                                                                                                                                                                                                                                                                                                                                                                                                                                                                                                                                                                                                                                                                                                                                                                                                                                                                                                                                                                                                                                                                                                                                                                                                                                                                                                                                                                                                                                                                                                                                                                                                                                                                                                                        </a:t>
                      </a:r>
                      <a:endParaRPr lang="en-US" altLang="ja-JP" sz="1600" dirty="0">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a:buNone/>
                      </a:pPr>
                      <a:endParaRPr lang="ja-JP" altLang="en-US" sz="1400" dirty="0">
                        <a:latin typeface="Meiryo UI" panose="020B0604030504040204" pitchFamily="50" charset="-128"/>
                        <a:ea typeface="Meiryo UI" panose="020B0604030504040204" pitchFamily="50" charset="-128"/>
                      </a:endParaRPr>
                    </a:p>
                  </a:txBody>
                  <a:tcPr/>
                </a:tc>
                <a:tc>
                  <a:txBody>
                    <a:bodyPr/>
                    <a:lstStyle/>
                    <a:p>
                      <a:pPr algn="ctr">
                        <a:buClrTx/>
                        <a:buSzTx/>
                        <a:buFontTx/>
                        <a:buNone/>
                      </a:pPr>
                      <a:r>
                        <a:rPr lang="ja-JP" altLang="ja-JP" sz="1600">
                          <a:latin typeface="Meiryo UI" panose="020B0604030504040204" pitchFamily="50" charset="-128"/>
                          <a:ea typeface="Meiryo UI" panose="020B0604030504040204" pitchFamily="50" charset="-128"/>
                        </a:rPr>
                        <a:t>状態</a:t>
                      </a:r>
                      <a:endParaRPr lang="ja-JP" altLang="ja-JP" sz="1600">
                        <a:latin typeface="Meiryo UI" panose="020B0604030504040204" pitchFamily="50" charset="-128"/>
                        <a:ea typeface="Meiryo UI" panose="020B0604030504040204" pitchFamily="50" charset="-128"/>
                      </a:endParaRPr>
                    </a:p>
                  </a:txBody>
                  <a:tcPr/>
                </a:tc>
                <a:tc>
                  <a:txBody>
                    <a:bodyPr/>
                    <a:lstStyle/>
                    <a:p>
                      <a:pPr algn="l">
                        <a:buClrTx/>
                        <a:buSzTx/>
                        <a:buFontTx/>
                        <a:buNone/>
                      </a:pPr>
                      <a:r>
                        <a:rPr lang="ja-JP" altLang="en-US" sz="1600" dirty="0">
                          <a:latin typeface="Meiryo UI" panose="020B0604030504040204" pitchFamily="50" charset="-128"/>
                          <a:ea typeface="Meiryo UI" panose="020B0604030504040204" pitchFamily="50" charset="-128"/>
                        </a:rPr>
                        <a:t>提出予定</a:t>
                      </a:r>
                      <a:endParaRPr lang="ja-JP" altLang="en-US" sz="1600" dirty="0">
                        <a:latin typeface="Meiryo UI" panose="020B0604030504040204" pitchFamily="50" charset="-128"/>
                        <a:ea typeface="Meiryo UI" panose="020B0604030504040204" pitchFamily="50" charset="-128"/>
                      </a:endParaRPr>
                    </a:p>
                  </a:txBody>
                  <a:tcPr/>
                </a:tc>
                <a:tc>
                  <a:txBody>
                    <a:bodyPr/>
                    <a:lstStyle/>
                    <a:p>
                      <a:pPr algn="l">
                        <a:buClrTx/>
                        <a:buSzTx/>
                        <a:buFontTx/>
                        <a:buNone/>
                      </a:pPr>
                      <a:r>
                        <a:rPr lang="ja-JP" altLang="en-US" sz="1600" dirty="0">
                          <a:latin typeface="Meiryo UI" panose="020B0604030504040204" pitchFamily="50" charset="-128"/>
                          <a:ea typeface="Meiryo UI" panose="020B0604030504040204" pitchFamily="50" charset="-128"/>
                        </a:rPr>
                        <a:t>説明</a:t>
                      </a:r>
                      <a:endParaRPr lang="ja-JP" altLang="en-US" sz="1600" dirty="0">
                        <a:latin typeface="Meiryo UI" panose="020B0604030504040204" pitchFamily="50" charset="-128"/>
                        <a:ea typeface="Meiryo UI" panose="020B0604030504040204" pitchFamily="50" charset="-128"/>
                      </a:endParaRPr>
                    </a:p>
                  </a:txBody>
                  <a:tcPr/>
                </a:tc>
              </a:tr>
              <a:tr h="535928">
                <a:tc>
                  <a:txBody>
                    <a:bodyPr/>
                    <a:lstStyle/>
                    <a:p>
                      <a:pPr>
                        <a:buNone/>
                      </a:pPr>
                      <a:r>
                        <a:rPr lang="en-US" altLang="zh-CN" sz="1000" dirty="0">
                          <a:latin typeface="Meiryo UI" panose="020B0604030504040204" pitchFamily="50" charset="-128"/>
                          <a:ea typeface="Meiryo UI" panose="020B0604030504040204" pitchFamily="50" charset="-128"/>
                          <a:sym typeface="+mn-ea"/>
                        </a:rPr>
                        <a:t>SMN_00108-1739</a:t>
                      </a:r>
                      <a:endParaRPr lang="en-US" altLang="zh-CN" sz="1000" dirty="0">
                        <a:latin typeface="Meiryo UI" panose="020B0604030504040204" pitchFamily="50" charset="-128"/>
                        <a:ea typeface="Meiryo UI" panose="020B0604030504040204" pitchFamily="50" charset="-128"/>
                        <a:sym typeface="+mn-ea"/>
                      </a:endParaRPr>
                    </a:p>
                  </a:txBody>
                  <a:tcPr/>
                </a:tc>
                <a:tc>
                  <a:txBody>
                    <a:bodyPr/>
                    <a:lstStyle/>
                    <a:p>
                      <a:pPr>
                        <a:buNone/>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エラーコードの</a:t>
                      </a:r>
                      <a:r>
                        <a:rPr lang="en-US" altLang="zh-CN" sz="1000" dirty="0">
                          <a:latin typeface="Meiryo UI" panose="020B0604030504040204" pitchFamily="50" charset="-128"/>
                          <a:ea typeface="Meiryo UI" panose="020B0604030504040204" pitchFamily="50" charset="-128"/>
                          <a:cs typeface="Meiryo UI" panose="020B0604030504040204" pitchFamily="50" charset="-128"/>
                        </a:rPr>
                        <a:t>UI</a:t>
                      </a:r>
                      <a:r>
                        <a:rPr lang="zh-CN" altLang="en-US" sz="1000" dirty="0">
                          <a:latin typeface="Meiryo UI" panose="020B0604030504040204" pitchFamily="50" charset="-128"/>
                          <a:ea typeface="Meiryo UI" panose="020B0604030504040204" pitchFamily="50" charset="-128"/>
                          <a:cs typeface="Meiryo UI" panose="020B0604030504040204" pitchFamily="50" charset="-128"/>
                        </a:rPr>
                        <a:t>表示</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させるための</a:t>
                      </a:r>
                      <a:r>
                        <a:rPr lang="en-US" altLang="zh-CN" sz="1000" dirty="0">
                          <a:latin typeface="Meiryo UI" panose="020B0604030504040204" pitchFamily="50" charset="-128"/>
                          <a:ea typeface="Meiryo UI" panose="020B0604030504040204" pitchFamily="50" charset="-128"/>
                          <a:cs typeface="Meiryo UI" panose="020B0604030504040204" pitchFamily="50" charset="-128"/>
                        </a:rPr>
                        <a:t>SDK</a:t>
                      </a:r>
                      <a:r>
                        <a:rPr lang="zh-CN" altLang="en-US" sz="1000" dirty="0">
                          <a:latin typeface="Meiryo UI" panose="020B0604030504040204" pitchFamily="50" charset="-128"/>
                          <a:ea typeface="Meiryo UI" panose="020B0604030504040204" pitchFamily="50" charset="-128"/>
                          <a:cs typeface="Meiryo UI" panose="020B0604030504040204" pitchFamily="50" charset="-128"/>
                        </a:rPr>
                        <a:t>参照元</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を</a:t>
                      </a:r>
                      <a:r>
                        <a:rPr lang="zh-CN" altLang="en-US" sz="1000" dirty="0">
                          <a:latin typeface="Meiryo UI" panose="020B0604030504040204" pitchFamily="50" charset="-128"/>
                          <a:ea typeface="Meiryo UI" panose="020B0604030504040204" pitchFamily="50" charset="-128"/>
                          <a:cs typeface="Meiryo UI" panose="020B0604030504040204" pitchFamily="50" charset="-128"/>
                        </a:rPr>
                        <a:t>修正</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する</a:t>
                      </a:r>
                      <a:endParaRPr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algn="ctr">
                        <a:buNone/>
                      </a:pPr>
                      <a:r>
                        <a:rPr lang="ja-JP" altLang="zh-CN" sz="1000" dirty="0">
                          <a:latin typeface="Meiryo UI" panose="020B0604030504040204" pitchFamily="50" charset="-128"/>
                          <a:ea typeface="Meiryo UI" panose="020B0604030504040204" pitchFamily="50" charset="-128"/>
                          <a:sym typeface="+mn-ea"/>
                        </a:rPr>
                        <a:t>対応中</a:t>
                      </a:r>
                      <a:endParaRPr lang="ja-JP" altLang="zh-CN" sz="1000" dirty="0">
                        <a:latin typeface="Meiryo UI" panose="020B0604030504040204" pitchFamily="50" charset="-128"/>
                        <a:ea typeface="Meiryo UI" panose="020B0604030504040204" pitchFamily="50" charset="-128"/>
                        <a:sym typeface="+mn-ea"/>
                      </a:endParaRPr>
                    </a:p>
                  </a:txBody>
                  <a:tcPr anchor="ctr"/>
                </a:tc>
                <a:tc>
                  <a:txBody>
                    <a:bodyPr/>
                    <a:lstStyle/>
                    <a:p>
                      <a:pPr>
                        <a:buNone/>
                      </a:pP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5/28</a:t>
                      </a:r>
                      <a:endPar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buNone/>
                      </a:pP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・SDKの設計は、マージ済み</a:t>
                      </a:r>
                      <a:endPar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buNone/>
                      </a:pP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・UI側のソースコードが提出済み</a:t>
                      </a:r>
                      <a:endPar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buNone/>
                      </a:pP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zh-CN" altLang="en-US"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確認不可</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387059">
                <a:tc>
                  <a:txBody>
                    <a:bodyPr/>
                    <a:lstStyle/>
                    <a:p>
                      <a:pPr>
                        <a:buNone/>
                      </a:pPr>
                      <a:r>
                        <a:rPr lang="en-US" altLang="zh-CN" sz="1000" dirty="0">
                          <a:latin typeface="Meiryo UI" panose="020B0604030504040204" pitchFamily="50" charset="-128"/>
                          <a:ea typeface="Meiryo UI" panose="020B0604030504040204" pitchFamily="50" charset="-128"/>
                          <a:sym typeface="+mn-ea"/>
                        </a:rPr>
                        <a:t>SMN_00108-1748 </a:t>
                      </a:r>
                      <a:endParaRPr lang="en-US" altLang="zh-CN" sz="1000" dirty="0">
                        <a:latin typeface="Meiryo UI" panose="020B0604030504040204" pitchFamily="50" charset="-128"/>
                        <a:ea typeface="Meiryo UI" panose="020B0604030504040204" pitchFamily="50" charset="-128"/>
                        <a:sym typeface="+mn-ea"/>
                      </a:endParaRPr>
                    </a:p>
                  </a:txBody>
                  <a:tcPr/>
                </a:tc>
                <a:tc>
                  <a:txBody>
                    <a:bodyPr/>
                    <a:lstStyle/>
                    <a:p>
                      <a:pPr>
                        <a:buNone/>
                      </a:pPr>
                      <a:r>
                        <a:rPr lang="en-US" altLang="zh-CN" sz="1000" dirty="0">
                          <a:latin typeface="Meiryo UI" panose="020B0604030504040204" pitchFamily="50" charset="-128"/>
                          <a:ea typeface="Meiryo UI" panose="020B0604030504040204" pitchFamily="50" charset="-128"/>
                          <a:cs typeface="Meiryo UI" panose="020B0604030504040204" pitchFamily="50" charset="-128"/>
                        </a:rPr>
                        <a:t> </a:t>
                      </a:r>
                      <a:r>
                        <a:rPr lang="zh-CN" altLang="en-US" sz="1000" dirty="0">
                          <a:latin typeface="Meiryo UI" panose="020B0604030504040204" pitchFamily="50" charset="-128"/>
                          <a:ea typeface="Meiryo UI" panose="020B0604030504040204" pitchFamily="50" charset="-128"/>
                          <a:cs typeface="Meiryo UI" panose="020B0604030504040204" pitchFamily="50" charset="-128"/>
                        </a:rPr>
                        <a:t>単位設定</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に</a:t>
                      </a:r>
                      <a:r>
                        <a:rPr lang="zh-CN" altLang="en-US" sz="1000" dirty="0">
                          <a:latin typeface="Meiryo UI" panose="020B0604030504040204" pitchFamily="50" charset="-128"/>
                          <a:ea typeface="Meiryo UI" panose="020B0604030504040204" pitchFamily="50" charset="-128"/>
                          <a:cs typeface="Meiryo UI" panose="020B0604030504040204" pitchFamily="50" charset="-128"/>
                        </a:rPr>
                        <a:t>応</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じてテキスト</a:t>
                      </a:r>
                      <a:r>
                        <a:rPr lang="zh-CN" altLang="en-US" sz="1000" dirty="0">
                          <a:latin typeface="Meiryo UI" panose="020B0604030504040204" pitchFamily="50" charset="-128"/>
                          <a:ea typeface="Meiryo UI" panose="020B0604030504040204" pitchFamily="50" charset="-128"/>
                          <a:cs typeface="Meiryo UI" panose="020B0604030504040204" pitchFamily="50" charset="-128"/>
                        </a:rPr>
                        <a:t>表示</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を</a:t>
                      </a:r>
                      <a:r>
                        <a:rPr lang="zh-CN" altLang="en-US" sz="1000" dirty="0">
                          <a:latin typeface="Meiryo UI" panose="020B0604030504040204" pitchFamily="50" charset="-128"/>
                          <a:ea typeface="Meiryo UI" panose="020B0604030504040204" pitchFamily="50" charset="-128"/>
                          <a:cs typeface="Meiryo UI" panose="020B0604030504040204" pitchFamily="50" charset="-128"/>
                        </a:rPr>
                        <a:t>出</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し</a:t>
                      </a:r>
                      <a:r>
                        <a:rPr lang="zh-CN" altLang="en-US" sz="1000" dirty="0">
                          <a:latin typeface="Meiryo UI" panose="020B0604030504040204" pitchFamily="50" charset="-128"/>
                          <a:ea typeface="Meiryo UI" panose="020B0604030504040204" pitchFamily="50" charset="-128"/>
                          <a:cs typeface="Meiryo UI" panose="020B0604030504040204" pitchFamily="50" charset="-128"/>
                        </a:rPr>
                        <a:t>分</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けするためのロジックを</a:t>
                      </a:r>
                      <a:r>
                        <a:rPr lang="zh-CN" altLang="en-US" sz="1000" dirty="0">
                          <a:latin typeface="Meiryo UI" panose="020B0604030504040204" pitchFamily="50" charset="-128"/>
                          <a:ea typeface="Meiryo UI" panose="020B0604030504040204" pitchFamily="50" charset="-128"/>
                          <a:cs typeface="Meiryo UI" panose="020B0604030504040204" pitchFamily="50" charset="-128"/>
                        </a:rPr>
                        <a:t>変更</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する</a:t>
                      </a:r>
                      <a:endParaRPr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algn="ctr">
                        <a:buNone/>
                      </a:pPr>
                      <a:r>
                        <a:rPr lang="ja-JP" altLang="zh-CN" sz="1000" dirty="0">
                          <a:latin typeface="Meiryo UI" panose="020B0604030504040204" pitchFamily="50" charset="-128"/>
                          <a:ea typeface="Meiryo UI" panose="020B0604030504040204" pitchFamily="50" charset="-128"/>
                          <a:sym typeface="+mn-ea"/>
                        </a:rPr>
                        <a:t>対応中</a:t>
                      </a:r>
                      <a:endParaRPr lang="ja-JP" altLang="zh-CN" sz="1000" dirty="0">
                        <a:latin typeface="Meiryo UI" panose="020B0604030504040204" pitchFamily="50" charset="-128"/>
                        <a:ea typeface="Meiryo UI" panose="020B0604030504040204" pitchFamily="50" charset="-128"/>
                        <a:sym typeface="+mn-ea"/>
                      </a:endParaRPr>
                    </a:p>
                  </a:txBody>
                  <a:tcPr anchor="ctr"/>
                </a:tc>
                <a:tc>
                  <a:txBody>
                    <a:bodyPr/>
                    <a:lstStyle/>
                    <a:p>
                      <a:pPr>
                        <a:buNone/>
                      </a:pP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5/27</a:t>
                      </a:r>
                      <a:endPar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UI</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側</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のソースコードが提出済み</a:t>
                      </a:r>
                      <a:endPar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buNone/>
                      </a:pP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ja-JP" altLang="zh-CN"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確認不可</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387059">
                <a:tc>
                  <a:txBody>
                    <a:bodyPr/>
                    <a:lstStyle/>
                    <a:p>
                      <a:pPr>
                        <a:buNone/>
                      </a:pPr>
                      <a:r>
                        <a:rPr lang="en-US" altLang="zh-CN" sz="1000" dirty="0">
                          <a:latin typeface="Meiryo UI" panose="020B0604030504040204" pitchFamily="50" charset="-128"/>
                          <a:ea typeface="Meiryo UI" panose="020B0604030504040204" pitchFamily="50" charset="-128"/>
                          <a:sym typeface="+mn-ea"/>
                        </a:rPr>
                        <a:t>SMN_00108-1752</a:t>
                      </a:r>
                      <a:endParaRPr lang="en-US" altLang="zh-CN" sz="1000" dirty="0">
                        <a:latin typeface="Meiryo UI" panose="020B0604030504040204" pitchFamily="50" charset="-128"/>
                        <a:ea typeface="Meiryo UI" panose="020B0604030504040204" pitchFamily="50" charset="-128"/>
                        <a:sym typeface="+mn-ea"/>
                      </a:endParaRPr>
                    </a:p>
                  </a:txBody>
                  <a:tcPr/>
                </a:tc>
                <a:tc>
                  <a:txBody>
                    <a:bodyPr/>
                    <a:lstStyle/>
                    <a:p>
                      <a:pPr algn="l">
                        <a:buClrTx/>
                        <a:buSzTx/>
                        <a:buFontTx/>
                        <a:buNone/>
                      </a:pPr>
                      <a:r>
                        <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rPr>
                        <a:t>アシストプロファイル</a:t>
                      </a:r>
                      <a:r>
                        <a:rPr lang="zh-CN" altLang="en-US" sz="1000" dirty="0">
                          <a:latin typeface="Meiryo UI" panose="020B0604030504040204" pitchFamily="50" charset="-128"/>
                          <a:ea typeface="Meiryo UI" panose="020B0604030504040204" pitchFamily="50" charset="-128"/>
                          <a:cs typeface="Meiryo UI" panose="020B0604030504040204" pitchFamily="50" charset="-128"/>
                          <a:sym typeface="+mn-ea"/>
                        </a:rPr>
                        <a:t>名</a:t>
                      </a:r>
                      <a:r>
                        <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rPr>
                        <a:t>の</a:t>
                      </a:r>
                      <a:r>
                        <a:rPr lang="zh-CN" altLang="en-US" sz="1000" dirty="0">
                          <a:latin typeface="Meiryo UI" panose="020B0604030504040204" pitchFamily="50" charset="-128"/>
                          <a:ea typeface="Meiryo UI" panose="020B0604030504040204" pitchFamily="50" charset="-128"/>
                          <a:cs typeface="Meiryo UI" panose="020B0604030504040204" pitchFamily="50" charset="-128"/>
                          <a:sym typeface="+mn-ea"/>
                        </a:rPr>
                        <a:t>入力制約（</a:t>
                      </a:r>
                      <a:r>
                        <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rPr>
                        <a:t>SR-SCR-409002</a:t>
                      </a:r>
                      <a:r>
                        <a:rPr lang="zh-CN" altLang="en-US" sz="1000" dirty="0">
                          <a:latin typeface="Meiryo UI" panose="020B0604030504040204" pitchFamily="50" charset="-128"/>
                          <a:ea typeface="Meiryo UI" panose="020B0604030504040204" pitchFamily="50" charset="-128"/>
                          <a:cs typeface="Meiryo UI" panose="020B0604030504040204" pitchFamily="50" charset="-128"/>
                          <a:sym typeface="+mn-ea"/>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rPr>
                        <a:t>を</a:t>
                      </a:r>
                      <a:r>
                        <a:rPr lang="zh-CN" altLang="en-US" sz="1000" dirty="0">
                          <a:latin typeface="Meiryo UI" panose="020B0604030504040204" pitchFamily="50" charset="-128"/>
                          <a:ea typeface="Meiryo UI" panose="020B0604030504040204" pitchFamily="50" charset="-128"/>
                          <a:cs typeface="Meiryo UI" panose="020B0604030504040204" pitchFamily="50" charset="-128"/>
                          <a:sym typeface="+mn-ea"/>
                        </a:rPr>
                        <a:t>修正</a:t>
                      </a:r>
                      <a:r>
                        <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rPr>
                        <a:t>する</a:t>
                      </a:r>
                      <a:endPar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ctr">
                        <a:buNone/>
                      </a:pPr>
                      <a:r>
                        <a:rPr lang="ja-JP" altLang="zh-CN" sz="1000" dirty="0">
                          <a:latin typeface="Meiryo UI" panose="020B0604030504040204" pitchFamily="50" charset="-128"/>
                          <a:ea typeface="Meiryo UI" panose="020B0604030504040204" pitchFamily="50" charset="-128"/>
                          <a:sym typeface="+mn-ea"/>
                        </a:rPr>
                        <a:t>対応中</a:t>
                      </a:r>
                      <a:endParaRPr lang="ja-JP" altLang="zh-CN" sz="1000" dirty="0">
                        <a:latin typeface="Meiryo UI" panose="020B0604030504040204" pitchFamily="50" charset="-128"/>
                        <a:ea typeface="Meiryo UI" panose="020B0604030504040204" pitchFamily="50" charset="-128"/>
                        <a:sym typeface="+mn-ea"/>
                      </a:endParaRPr>
                    </a:p>
                  </a:txBody>
                  <a:tcPr/>
                </a:tc>
                <a:tc>
                  <a:txBody>
                    <a:bodyPr/>
                    <a:lstStyle/>
                    <a:p>
                      <a:pPr>
                        <a:buNone/>
                      </a:pP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4/24</a:t>
                      </a:r>
                      <a:endPar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ソースコードが提出済み</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buNone/>
                      </a:pP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ja-JP" altLang="zh-CN"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確認不可</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535928">
                <a:tc>
                  <a:txBody>
                    <a:bodyPr/>
                    <a:lstStyle/>
                    <a:p>
                      <a:pPr>
                        <a:buNone/>
                      </a:pPr>
                      <a:r>
                        <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rPr>
                        <a:t>SMN_00108-1818</a:t>
                      </a:r>
                      <a:endPar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l">
                        <a:buClrTx/>
                        <a:buSzTx/>
                        <a:buFontTx/>
                        <a:buNone/>
                      </a:pPr>
                      <a:r>
                        <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rPr>
                        <a:t>deleteMyBike</a:t>
                      </a:r>
                      <a:r>
                        <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rPr>
                        <a:t>の</a:t>
                      </a:r>
                      <a:r>
                        <a:rPr lang="zh-CN" altLang="en-US" sz="1000" dirty="0">
                          <a:latin typeface="Meiryo UI" panose="020B0604030504040204" pitchFamily="50" charset="-128"/>
                          <a:ea typeface="Meiryo UI" panose="020B0604030504040204" pitchFamily="50" charset="-128"/>
                          <a:cs typeface="Meiryo UI" panose="020B0604030504040204" pitchFamily="50" charset="-128"/>
                          <a:sym typeface="+mn-ea"/>
                        </a:rPr>
                        <a:t>引数</a:t>
                      </a:r>
                      <a:r>
                        <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rPr>
                        <a:t>をアドレスではなくマイバイク</a:t>
                      </a:r>
                      <a:r>
                        <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rPr>
                        <a:t>ID</a:t>
                      </a:r>
                      <a:r>
                        <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rPr>
                        <a:t>とする</a:t>
                      </a:r>
                      <a:endPar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ctr">
                        <a:buNone/>
                      </a:pPr>
                      <a:r>
                        <a:rPr lang="ja-JP" altLang="zh-CN" sz="1000" dirty="0">
                          <a:latin typeface="Meiryo UI" panose="020B0604030504040204" pitchFamily="50" charset="-128"/>
                          <a:ea typeface="Meiryo UI" panose="020B0604030504040204" pitchFamily="50" charset="-128"/>
                          <a:sym typeface="+mn-ea"/>
                        </a:rPr>
                        <a:t>対応中</a:t>
                      </a:r>
                      <a:endParaRPr lang="ja-JP" altLang="zh-CN" sz="1000" dirty="0">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6/16</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IF</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の設計は、提出済み</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SDK</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のソースコードは、マージ済み</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UI</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のソースコードは、</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提出済み</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ja-JP" altLang="zh-CN"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確認不可</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r>
              <a:tr h="387059">
                <a:tc>
                  <a:txBody>
                    <a:bodyPr/>
                    <a:lstStyle/>
                    <a:p>
                      <a:pPr>
                        <a:buNone/>
                      </a:pPr>
                      <a:r>
                        <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rPr>
                        <a:t>SMN_00108-1822</a:t>
                      </a:r>
                      <a:endPar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l">
                        <a:buClrTx/>
                        <a:buSzTx/>
                        <a:buFontTx/>
                        <a:buNone/>
                      </a:pPr>
                      <a:r>
                        <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rPr>
                        <a:t>SR-SCR-406001</a:t>
                      </a:r>
                      <a:r>
                        <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rPr>
                        <a:t>の</a:t>
                      </a:r>
                      <a:r>
                        <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rPr>
                        <a:t>OS</a:t>
                      </a:r>
                      <a:r>
                        <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rPr>
                        <a:t>の</a:t>
                      </a:r>
                      <a:r>
                        <a:rPr lang="zh-CN" altLang="en-US" sz="1000" dirty="0">
                          <a:latin typeface="Meiryo UI" panose="020B0604030504040204" pitchFamily="50" charset="-128"/>
                          <a:ea typeface="Meiryo UI" panose="020B0604030504040204" pitchFamily="50" charset="-128"/>
                          <a:cs typeface="Meiryo UI" panose="020B0604030504040204" pitchFamily="50" charset="-128"/>
                          <a:sym typeface="+mn-ea"/>
                        </a:rPr>
                        <a:t>位置情報許諾状態確認処理</a:t>
                      </a:r>
                      <a:r>
                        <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rPr>
                        <a:t>の</a:t>
                      </a:r>
                      <a:r>
                        <a:rPr lang="zh-CN" altLang="en-US" sz="1000" dirty="0">
                          <a:latin typeface="Meiryo UI" panose="020B0604030504040204" pitchFamily="50" charset="-128"/>
                          <a:ea typeface="Meiryo UI" panose="020B0604030504040204" pitchFamily="50" charset="-128"/>
                          <a:cs typeface="Meiryo UI" panose="020B0604030504040204" pitchFamily="50" charset="-128"/>
                          <a:sym typeface="+mn-ea"/>
                        </a:rPr>
                        <a:t>誤字修正</a:t>
                      </a:r>
                      <a:endParaRPr lang="zh-CN" altLang="en-US" sz="10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ctr">
                        <a:buNone/>
                      </a:pPr>
                      <a:r>
                        <a:rPr lang="ja-JP" altLang="zh-CN" sz="1000" dirty="0">
                          <a:latin typeface="Meiryo UI" panose="020B0604030504040204" pitchFamily="50" charset="-128"/>
                          <a:ea typeface="Meiryo UI" panose="020B0604030504040204" pitchFamily="50" charset="-128"/>
                          <a:sym typeface="+mn-ea"/>
                        </a:rPr>
                        <a:t>対応中</a:t>
                      </a:r>
                      <a:endParaRPr lang="ja-JP" altLang="zh-CN" sz="1000" dirty="0">
                        <a:latin typeface="Meiryo UI" panose="020B0604030504040204" pitchFamily="50" charset="-128"/>
                        <a:ea typeface="Meiryo UI" panose="020B0604030504040204" pitchFamily="50" charset="-128"/>
                        <a:sym typeface="+mn-ea"/>
                      </a:endParaRPr>
                    </a:p>
                  </a:txBody>
                  <a:tcPr/>
                </a:tc>
                <a:tc>
                  <a:txBody>
                    <a:bodyPr/>
                    <a:lstStyle/>
                    <a:p>
                      <a:pPr>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5/21</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ソースコードが提出済み</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buNone/>
                      </a:pP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ja-JP" altLang="zh-CN"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確認不可</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38190">
                <a:tc>
                  <a:txBody>
                    <a:bodyPr/>
                    <a:lstStyle/>
                    <a:p>
                      <a:pPr>
                        <a:buNone/>
                      </a:pPr>
                      <a:r>
                        <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rPr>
                        <a:t>SMN_00108-1834</a:t>
                      </a:r>
                      <a:endPar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chemeClr val="bg1">
                        <a:lumMod val="50000"/>
                      </a:schemeClr>
                    </a:solidFill>
                  </a:tcPr>
                </a:tc>
                <a:tc>
                  <a:txBody>
                    <a:bodyPr/>
                    <a:lstStyle/>
                    <a:p>
                      <a:pPr algn="l">
                        <a:buClrTx/>
                        <a:buSzTx/>
                        <a:buFontTx/>
                        <a:buNone/>
                      </a:pPr>
                      <a:r>
                        <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rPr>
                        <a:t>BLEDevice </a:t>
                      </a:r>
                      <a:r>
                        <a:rPr lang="zh-CN" altLang="en-US" sz="1000" dirty="0">
                          <a:latin typeface="Meiryo UI" panose="020B0604030504040204" pitchFamily="50" charset="-128"/>
                          <a:ea typeface="Meiryo UI" panose="020B0604030504040204" pitchFamily="50" charset="-128"/>
                          <a:cs typeface="Meiryo UI" panose="020B0604030504040204" pitchFamily="50" charset="-128"/>
                          <a:sym typeface="+mn-ea"/>
                        </a:rPr>
                        <a:t>統一処理</a:t>
                      </a:r>
                      <a:r>
                        <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rPr>
                        <a:t>の</a:t>
                      </a:r>
                      <a:r>
                        <a:rPr lang="zh-CN" altLang="en-US" sz="1000" dirty="0">
                          <a:latin typeface="Meiryo UI" panose="020B0604030504040204" pitchFamily="50" charset="-128"/>
                          <a:ea typeface="Meiryo UI" panose="020B0604030504040204" pitchFamily="50" charset="-128"/>
                          <a:cs typeface="Meiryo UI" panose="020B0604030504040204" pitchFamily="50" charset="-128"/>
                          <a:sym typeface="+mn-ea"/>
                        </a:rPr>
                        <a:t>修正</a:t>
                      </a:r>
                      <a:endParaRPr lang="zh-CN" altLang="en-US" sz="10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chemeClr val="bg1">
                        <a:lumMod val="50000"/>
                      </a:schemeClr>
                    </a:solidFill>
                  </a:tcPr>
                </a:tc>
                <a:tc>
                  <a:txBody>
                    <a:bodyPr/>
                    <a:lstStyle/>
                    <a:p>
                      <a:pPr algn="ctr">
                        <a:buNone/>
                      </a:pPr>
                      <a:r>
                        <a:rPr lang="ja-JP" altLang="zh-CN" sz="1000" dirty="0">
                          <a:latin typeface="Meiryo UI" panose="020B0604030504040204" pitchFamily="50" charset="-128"/>
                          <a:ea typeface="Meiryo UI" panose="020B0604030504040204" pitchFamily="50" charset="-128"/>
                          <a:sym typeface="+mn-ea"/>
                        </a:rPr>
                        <a:t>クローズ</a:t>
                      </a:r>
                      <a:endParaRPr lang="ja-JP" altLang="zh-CN" sz="1000" dirty="0">
                        <a:latin typeface="Meiryo UI" panose="020B0604030504040204" pitchFamily="50" charset="-128"/>
                        <a:ea typeface="Meiryo UI" panose="020B0604030504040204" pitchFamily="50" charset="-128"/>
                        <a:sym typeface="+mn-ea"/>
                      </a:endParaRPr>
                    </a:p>
                  </a:txBody>
                  <a:tcPr>
                    <a:solidFill>
                      <a:schemeClr val="bg1">
                        <a:lumMod val="50000"/>
                      </a:schemeClr>
                    </a:solidFill>
                  </a:tcPr>
                </a:tc>
                <a:tc>
                  <a:txBody>
                    <a:bodyPr/>
                    <a:lstStyle/>
                    <a:p>
                      <a:pPr>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5/11</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chemeClr val="bg1">
                        <a:lumMod val="50000"/>
                      </a:schemeClr>
                    </a:solidFill>
                  </a:tcPr>
                </a:tc>
                <a:tc>
                  <a:txBody>
                    <a:bodyPr/>
                    <a:lstStyle/>
                    <a:p>
                      <a:pPr>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ー</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solidFill>
                      <a:schemeClr val="bg1">
                        <a:lumMod val="50000"/>
                      </a:schemeClr>
                    </a:solidFill>
                  </a:tcPr>
                </a:tc>
              </a:tr>
              <a:tr h="235585">
                <a:tc>
                  <a:txBody>
                    <a:bodyPr/>
                    <a:lstStyle/>
                    <a:p>
                      <a:pPr>
                        <a:buNone/>
                      </a:pPr>
                      <a:r>
                        <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rPr>
                        <a:t>SMN_00108-1838</a:t>
                      </a:r>
                      <a:endPar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l">
                        <a:buClrTx/>
                        <a:buSzTx/>
                        <a:buFontTx/>
                        <a:buNone/>
                      </a:pPr>
                      <a:r>
                        <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rPr>
                        <a:t>Manager</a:t>
                      </a:r>
                      <a:r>
                        <a:rPr lang="zh-CN" altLang="en-US" sz="1000" dirty="0">
                          <a:latin typeface="Meiryo UI" panose="020B0604030504040204" pitchFamily="50" charset="-128"/>
                          <a:ea typeface="Meiryo UI" panose="020B0604030504040204" pitchFamily="50" charset="-128"/>
                          <a:cs typeface="Meiryo UI" panose="020B0604030504040204" pitchFamily="50" charset="-128"/>
                          <a:sym typeface="+mn-ea"/>
                        </a:rPr>
                        <a:t>層</a:t>
                      </a:r>
                      <a:r>
                        <a:rPr lang="ja-JP" altLang="en-US" sz="1000" dirty="0">
                          <a:latin typeface="Meiryo UI" panose="020B0604030504040204" pitchFamily="50" charset="-128"/>
                          <a:ea typeface="Meiryo UI" panose="020B0604030504040204" pitchFamily="50" charset="-128"/>
                          <a:cs typeface="Meiryo UI" panose="020B0604030504040204" pitchFamily="50" charset="-128"/>
                          <a:sym typeface="+mn-ea"/>
                        </a:rPr>
                        <a:t>の</a:t>
                      </a:r>
                      <a:r>
                        <a:rPr lang="zh-CN" altLang="en-US" sz="1000" dirty="0">
                          <a:latin typeface="Meiryo UI" panose="020B0604030504040204" pitchFamily="50" charset="-128"/>
                          <a:ea typeface="Meiryo UI" panose="020B0604030504040204" pitchFamily="50" charset="-128"/>
                          <a:cs typeface="Meiryo UI" panose="020B0604030504040204" pitchFamily="50" charset="-128"/>
                          <a:sym typeface="+mn-ea"/>
                        </a:rPr>
                        <a:t>改修</a:t>
                      </a:r>
                      <a:endParaRPr lang="zh-CN" altLang="en-US" sz="10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ctr">
                        <a:buNone/>
                      </a:pPr>
                      <a:r>
                        <a:rPr lang="ja-JP" altLang="zh-CN" sz="1000" dirty="0">
                          <a:latin typeface="Meiryo UI" panose="020B0604030504040204" pitchFamily="50" charset="-128"/>
                          <a:ea typeface="Meiryo UI" panose="020B0604030504040204" pitchFamily="50" charset="-128"/>
                          <a:sym typeface="+mn-ea"/>
                        </a:rPr>
                        <a:t>対象外</a:t>
                      </a:r>
                      <a:endParaRPr lang="ja-JP" altLang="zh-CN" sz="1000" dirty="0">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5/29</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改修案が作成済み、</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PAD</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側で対応</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r>
              <a:tr h="23819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rPr>
                        <a:t>SMN_00108-1833</a:t>
                      </a:r>
                      <a:endParaRPr lang="en-US" altLang="zh-CN" sz="10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chemeClr val="bg1">
                        <a:lumMod val="50000"/>
                      </a:schemeClr>
                    </a:solidFill>
                  </a:tcPr>
                </a:tc>
                <a:tc>
                  <a:txBody>
                    <a:bodyPr/>
                    <a:lstStyle/>
                    <a:p>
                      <a:pPr marL="0" algn="l" defTabSz="914400" rtl="0" eaLnBrk="1" latinLnBrk="0" hangingPunct="1">
                        <a:buClrTx/>
                        <a:buSzTx/>
                        <a:buFontTx/>
                        <a:buNone/>
                      </a:pP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その他項目一覧画面（</a:t>
                      </a:r>
                      <a:r>
                        <a:rPr kumimoji="1" lang="en-US" altLang="ja-JP"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SR-SCR-409001</a:t>
                      </a: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）にて多段変速</a:t>
                      </a:r>
                      <a:r>
                        <a:rPr kumimoji="1" lang="en-US" altLang="ja-JP"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GET/SET API</a:t>
                      </a: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を修正する</a:t>
                      </a:r>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chemeClr val="bg1">
                        <a:lumMod val="50000"/>
                      </a:schemeClr>
                    </a:solidFill>
                  </a:tcPr>
                </a:tc>
                <a:tc>
                  <a:txBody>
                    <a:bodyPr/>
                    <a:lstStyle/>
                    <a:p>
                      <a:pPr algn="ctr">
                        <a:buNone/>
                      </a:pPr>
                      <a:r>
                        <a:rPr lang="ja-JP" altLang="zh-CN" sz="1000" dirty="0">
                          <a:latin typeface="Meiryo UI" panose="020B0604030504040204" pitchFamily="50" charset="-128"/>
                          <a:ea typeface="Meiryo UI" panose="020B0604030504040204" pitchFamily="50" charset="-128"/>
                          <a:sym typeface="+mn-ea"/>
                        </a:rPr>
                        <a:t>クローズ</a:t>
                      </a:r>
                      <a:endParaRPr lang="ja-JP" altLang="zh-CN" sz="1000" dirty="0">
                        <a:latin typeface="Meiryo UI" panose="020B0604030504040204" pitchFamily="50" charset="-128"/>
                        <a:ea typeface="Meiryo UI" panose="020B0604030504040204" pitchFamily="50" charset="-128"/>
                        <a:sym typeface="+mn-ea"/>
                      </a:endParaRPr>
                    </a:p>
                  </a:txBody>
                  <a:tcPr>
                    <a:solidFill>
                      <a:schemeClr val="bg1">
                        <a:lumMod val="50000"/>
                      </a:schemeClr>
                    </a:solidFill>
                  </a:tcPr>
                </a:tc>
                <a:tc>
                  <a:txBody>
                    <a:bodyPr/>
                    <a:lstStyle/>
                    <a:p>
                      <a:pPr>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5/15</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chemeClr val="bg1">
                        <a:lumMod val="50000"/>
                      </a:schemeClr>
                    </a:solidFill>
                  </a:tcPr>
                </a:tc>
                <a:tc>
                  <a:txBody>
                    <a:bodyPr/>
                    <a:lstStyle/>
                    <a:p>
                      <a:pPr>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ー</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solidFill>
                      <a:schemeClr val="bg1">
                        <a:lumMod val="50000"/>
                      </a:schemeClr>
                    </a:solidFill>
                  </a:tcPr>
                </a:tc>
              </a:tr>
              <a:tr h="316359">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SMN_00108-1861</a:t>
                      </a:r>
                      <a:endPar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algn="l" defTabSz="914400" rtl="0" eaLnBrk="1" latinLnBrk="0" hangingPunct="1">
                        <a:buClrTx/>
                        <a:buSzTx/>
                        <a:buFontTx/>
                        <a:buNone/>
                      </a:pP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テキストテーブルと紐付く画面設計書のテキスト</a:t>
                      </a:r>
                      <a:r>
                        <a:rPr kumimoji="1" lang="en-US" altLang="ja-JP"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ID</a:t>
                      </a: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を修正する</a:t>
                      </a:r>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1000" dirty="0">
                          <a:latin typeface="Meiryo UI" panose="020B0604030504040204" pitchFamily="50" charset="-128"/>
                          <a:ea typeface="Meiryo UI" panose="020B0604030504040204" pitchFamily="50" charset="-128"/>
                          <a:sym typeface="+mn-ea"/>
                        </a:rPr>
                        <a:t>ごレビュー待ち</a:t>
                      </a:r>
                      <a:endParaRPr lang="ja-JP" altLang="zh-CN" sz="1000" dirty="0">
                        <a:latin typeface="Meiryo UI" panose="020B0604030504040204" pitchFamily="50" charset="-128"/>
                        <a:ea typeface="Meiryo UI" panose="020B0604030504040204" pitchFamily="50" charset="-128"/>
                        <a:sym typeface="+mn-ea"/>
                      </a:endParaRPr>
                    </a:p>
                  </a:txBody>
                  <a:tcPr/>
                </a:tc>
                <a:tc>
                  <a:txBody>
                    <a:bodyPr/>
                    <a:lstStyle/>
                    <a:p>
                      <a:pPr>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6/12</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ソースコードが提出済み</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r>
              <a:tr h="23819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SMN_00108-1880</a:t>
                      </a:r>
                      <a:endPar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l">
                        <a:buClrTx/>
                        <a:buSzTx/>
                        <a:buFontTx/>
                        <a:buNone/>
                      </a:pP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アクティビティ詳細画面のアシスト割合のグラフを修正する</a:t>
                      </a:r>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ctr">
                        <a:buNone/>
                      </a:pPr>
                      <a:r>
                        <a:rPr lang="ja-JP" altLang="zh-CN" sz="1000" dirty="0">
                          <a:latin typeface="Meiryo UI" panose="020B0604030504040204" pitchFamily="50" charset="-128"/>
                          <a:ea typeface="Meiryo UI" panose="020B0604030504040204" pitchFamily="50" charset="-128"/>
                          <a:sym typeface="+mn-ea"/>
                        </a:rPr>
                        <a:t>一時停止</a:t>
                      </a:r>
                      <a:endParaRPr lang="ja-JP" altLang="zh-CN" sz="1000" dirty="0">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6/12</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l">
                        <a:buClrTx/>
                        <a:buSzTx/>
                        <a:buFontTx/>
                        <a:buNone/>
                      </a:pPr>
                      <a:r>
                        <a:rPr lang="en-US" altLang="zh-CN" sz="1000" dirty="0">
                          <a:latin typeface="Meiryo UI" panose="020B0604030504040204" pitchFamily="50" charset="-128"/>
                          <a:ea typeface="Meiryo UI" panose="020B0604030504040204" pitchFamily="50" charset="-128"/>
                        </a:rPr>
                        <a:t>PAD </a:t>
                      </a:r>
                      <a:r>
                        <a:rPr lang="zh-CN" altLang="en-US" sz="1000" dirty="0">
                          <a:latin typeface="Meiryo UI" panose="020B0604030504040204" pitchFamily="50" charset="-128"/>
                          <a:ea typeface="Meiryo UI" panose="020B0604030504040204" pitchFamily="50" charset="-128"/>
                        </a:rPr>
                        <a:t>側</a:t>
                      </a:r>
                      <a:r>
                        <a:rPr lang="ja-JP" altLang="en-US" sz="1000" dirty="0">
                          <a:latin typeface="Meiryo UI" panose="020B0604030504040204" pitchFamily="50" charset="-128"/>
                          <a:ea typeface="Meiryo UI" panose="020B0604030504040204" pitchFamily="50" charset="-128"/>
                        </a:rPr>
                        <a:t>で</a:t>
                      </a:r>
                      <a:r>
                        <a:rPr lang="zh-CN" altLang="en-US" sz="1000" dirty="0">
                          <a:latin typeface="Meiryo UI" panose="020B0604030504040204" pitchFamily="50" charset="-128"/>
                          <a:ea typeface="Meiryo UI" panose="020B0604030504040204" pitchFamily="50" charset="-128"/>
                        </a:rPr>
                        <a:t>対応完了</a:t>
                      </a:r>
                      <a:r>
                        <a:rPr lang="ja-JP" altLang="en-US" sz="1000" dirty="0">
                          <a:latin typeface="Meiryo UI" panose="020B0604030504040204" pitchFamily="50" charset="-128"/>
                          <a:ea typeface="Meiryo UI" panose="020B0604030504040204" pitchFamily="50" charset="-128"/>
                        </a:rPr>
                        <a:t>になりましたら、 </a:t>
                      </a:r>
                      <a:r>
                        <a:rPr lang="zh-CN" altLang="en-US" sz="1000" dirty="0">
                          <a:latin typeface="Meiryo UI" panose="020B0604030504040204" pitchFamily="50" charset="-128"/>
                          <a:ea typeface="Meiryo UI" panose="020B0604030504040204" pitchFamily="50" charset="-128"/>
                        </a:rPr>
                        <a:t>対応</a:t>
                      </a:r>
                      <a:r>
                        <a:rPr lang="ja-JP" altLang="en-US" sz="1000" dirty="0">
                          <a:latin typeface="Meiryo UI" panose="020B0604030504040204" pitchFamily="50" charset="-128"/>
                          <a:ea typeface="Meiryo UI" panose="020B0604030504040204" pitchFamily="50" charset="-128"/>
                        </a:rPr>
                        <a:t>いたします。</a:t>
                      </a:r>
                      <a:endParaRPr lang="ja-JP" altLang="en-US" sz="1000" dirty="0">
                        <a:latin typeface="Meiryo UI" panose="020B0604030504040204" pitchFamily="50" charset="-128"/>
                        <a:ea typeface="Meiryo UI" panose="020B0604030504040204" pitchFamily="50" charset="-128"/>
                      </a:endParaRPr>
                    </a:p>
                  </a:txBody>
                  <a:tcPr/>
                </a:tc>
              </a:tr>
              <a:tr h="23819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SMN_00108-1889</a:t>
                      </a:r>
                      <a:endPar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algn="l" defTabSz="914400" rtl="0" eaLnBrk="1" latinLnBrk="0" hangingPunct="1">
                        <a:buClrTx/>
                        <a:buSzTx/>
                        <a:buFontTx/>
                        <a:buNone/>
                      </a:pP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画面設計書（</a:t>
                      </a:r>
                      <a:r>
                        <a:rPr kumimoji="1" lang="en-US" altLang="ja-JP"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SR-SCR-410013</a:t>
                      </a: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）の</a:t>
                      </a:r>
                      <a:r>
                        <a:rPr kumimoji="1" lang="en-US" altLang="ja-JP"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UC</a:t>
                      </a: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番号を修正する</a:t>
                      </a:r>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ctr">
                        <a:buNone/>
                      </a:pPr>
                      <a:r>
                        <a:rPr lang="ja-JP" altLang="zh-CN" sz="1000" dirty="0">
                          <a:latin typeface="Meiryo UI" panose="020B0604030504040204" pitchFamily="50" charset="-128"/>
                          <a:ea typeface="Meiryo UI" panose="020B0604030504040204" pitchFamily="50" charset="-128"/>
                          <a:sym typeface="+mn-ea"/>
                        </a:rPr>
                        <a:t>ご確認待ち</a:t>
                      </a:r>
                      <a:endParaRPr lang="ja-JP" altLang="zh-CN" sz="1000" dirty="0">
                        <a:latin typeface="Meiryo UI" panose="020B0604030504040204" pitchFamily="50" charset="-128"/>
                        <a:ea typeface="Meiryo UI" panose="020B0604030504040204" pitchFamily="50" charset="-128"/>
                        <a:sym typeface="+mn-ea"/>
                      </a:endParaRPr>
                    </a:p>
                  </a:txBody>
                  <a:tcPr/>
                </a:tc>
                <a:tc>
                  <a:txBody>
                    <a:bodyPr/>
                    <a:lstStyle/>
                    <a:p>
                      <a:pPr>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5/29</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変更不要</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r>
              <a:tr h="23819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SMN_00108-1906</a:t>
                      </a:r>
                      <a:endPar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solidFill>
                      <a:schemeClr val="bg1">
                        <a:lumMod val="50000"/>
                      </a:schemeClr>
                    </a:solidFill>
                  </a:tcPr>
                </a:tc>
                <a:tc>
                  <a:txBody>
                    <a:bodyPr/>
                    <a:lstStyle/>
                    <a:p>
                      <a:pPr marL="0" algn="l" defTabSz="914400" rtl="0" eaLnBrk="1" latinLnBrk="0" hangingPunct="1">
                        <a:buClrTx/>
                        <a:buSzTx/>
                        <a:buFontTx/>
                        <a:buNone/>
                      </a:pPr>
                      <a:r>
                        <a:rPr kumimoji="1" lang="zh-CN"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画面設計書</a:t>
                      </a:r>
                      <a:r>
                        <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(SR-SCR-407001)</a:t>
                      </a: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の</a:t>
                      </a:r>
                      <a:r>
                        <a:rPr kumimoji="1" lang="zh-CN"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記載内容</a:t>
                      </a: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を</a:t>
                      </a:r>
                      <a:r>
                        <a:rPr kumimoji="1" lang="zh-CN"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修正</a:t>
                      </a: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する</a:t>
                      </a:r>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chemeClr val="bg1">
                        <a:lumMod val="50000"/>
                      </a:schemeClr>
                    </a:solidFill>
                  </a:tcPr>
                </a:tc>
                <a:tc>
                  <a:txBody>
                    <a:bodyPr/>
                    <a:lstStyle/>
                    <a:p>
                      <a:pPr marL="0" marR="0" algn="ctr" defTabSz="914400" rtl="0" eaLnBrk="1" fontAlgn="auto" latinLnBrk="0" hangingPunct="1">
                        <a:lnSpc>
                          <a:spcPct val="100000"/>
                        </a:lnSpc>
                        <a:spcBef>
                          <a:spcPts val="0"/>
                        </a:spcBef>
                        <a:buClrTx/>
                        <a:buSzTx/>
                        <a:buFontTx/>
                        <a:buNone/>
                      </a:pPr>
                      <a:r>
                        <a:rPr lang="ja-JP" altLang="zh-CN" sz="1000" dirty="0">
                          <a:latin typeface="Meiryo UI" panose="020B0604030504040204" pitchFamily="50" charset="-128"/>
                          <a:ea typeface="Meiryo UI" panose="020B0604030504040204" pitchFamily="50" charset="-128"/>
                          <a:sym typeface="+mn-ea"/>
                        </a:rPr>
                        <a:t>クローズ</a:t>
                      </a:r>
                      <a:endParaRPr lang="ja-JP" altLang="zh-CN" sz="1000" dirty="0">
                        <a:latin typeface="Meiryo UI" panose="020B0604030504040204" pitchFamily="50" charset="-128"/>
                        <a:ea typeface="Meiryo UI" panose="020B0604030504040204" pitchFamily="50" charset="-128"/>
                        <a:sym typeface="+mn-ea"/>
                      </a:endParaRPr>
                    </a:p>
                  </a:txBody>
                  <a:tcPr>
                    <a:solidFill>
                      <a:schemeClr val="bg1">
                        <a:lumMod val="50000"/>
                      </a:schemeClr>
                    </a:solidFill>
                  </a:tcPr>
                </a:tc>
                <a:tc>
                  <a:txBody>
                    <a:bodyPr/>
                    <a:lstStyle/>
                    <a:p>
                      <a:pPr>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5/26</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chemeClr val="bg1">
                        <a:lumMod val="50000"/>
                      </a:schemeClr>
                    </a:solidFill>
                  </a:tcPr>
                </a:tc>
                <a:tc>
                  <a:txBody>
                    <a:bodyPr/>
                    <a:lstStyle/>
                    <a:p>
                      <a:pPr marL="0" algn="l" defTabSz="914400" rtl="0" eaLnBrk="1" latinLnBrk="0" hangingPunct="1">
                        <a:buNone/>
                      </a:pPr>
                      <a:r>
                        <a:rPr kumimoji="1" lang="ja-JP" altLang="en-US" sz="10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ー</a:t>
                      </a:r>
                      <a:endParaRPr kumimoji="1" lang="ja-JP" altLang="en-US" sz="10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solidFill>
                      <a:schemeClr val="bg1">
                        <a:lumMod val="50000"/>
                      </a:schemeClr>
                    </a:solidFill>
                  </a:tcPr>
                </a:tc>
              </a:tr>
              <a:tr h="23819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SMN_00108-1935</a:t>
                      </a:r>
                      <a:endPar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ホーム画面</a:t>
                      </a:r>
                      <a:r>
                        <a:rPr kumimoji="1" lang="en-US" altLang="ja-JP"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(SR-SCR-401001)</a:t>
                      </a: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の未ログイン・バイク未接続時の画面遷移処理修正</a:t>
                      </a:r>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1000" dirty="0">
                          <a:latin typeface="Meiryo UI" panose="020B0604030504040204" pitchFamily="50" charset="-128"/>
                          <a:ea typeface="Meiryo UI" panose="020B0604030504040204" pitchFamily="50" charset="-128"/>
                          <a:sym typeface="+mn-ea"/>
                        </a:rPr>
                        <a:t>ごレビュー待ち</a:t>
                      </a:r>
                      <a:endParaRPr lang="ja-JP" altLang="zh-CN" sz="1000" dirty="0">
                        <a:latin typeface="Meiryo UI" panose="020B0604030504040204" pitchFamily="50" charset="-128"/>
                        <a:ea typeface="Meiryo UI" panose="020B0604030504040204" pitchFamily="50" charset="-128"/>
                        <a:sym typeface="+mn-ea"/>
                      </a:endParaRPr>
                    </a:p>
                  </a:txBody>
                  <a:tcPr/>
                </a:tc>
                <a:tc>
                  <a:txBody>
                    <a:bodyPr/>
                    <a:lstStyle/>
                    <a:p>
                      <a:pPr>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5/27</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ソースコードが提出済み</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r>
              <a:tr h="23819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SMN_00108-1954</a:t>
                      </a:r>
                      <a:endPar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ホーム画面（</a:t>
                      </a:r>
                      <a:r>
                        <a:rPr kumimoji="1" lang="en-US" altLang="ja-JP"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SR-SCR-401001</a:t>
                      </a: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）上の通知「無線スイッチを登録する」を削除する</a:t>
                      </a:r>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1000" dirty="0">
                          <a:latin typeface="Meiryo UI" panose="020B0604030504040204" pitchFamily="50" charset="-128"/>
                          <a:ea typeface="Meiryo UI" panose="020B0604030504040204" pitchFamily="50" charset="-128"/>
                          <a:sym typeface="+mn-ea"/>
                        </a:rPr>
                        <a:t>対応中</a:t>
                      </a:r>
                      <a:endParaRPr lang="ja-JP" altLang="zh-CN" sz="1000" dirty="0">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6/18</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UI</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側</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のソースコードが提出済み（</a:t>
                      </a:r>
                      <a:r>
                        <a:rPr lang="ja-JP" altLang="zh-CN"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確認不可</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3819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SMN_00108-1955</a:t>
                      </a:r>
                      <a:endPar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アクティビティレポート</a:t>
                      </a:r>
                      <a:r>
                        <a:rPr kumimoji="1" lang="en-US" altLang="ja-JP"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(SR-SCR-404005) TBD</a:t>
                      </a: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解消及び仕様修正</a:t>
                      </a:r>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1000" dirty="0">
                          <a:latin typeface="Meiryo UI" panose="020B0604030504040204" pitchFamily="50" charset="-128"/>
                          <a:ea typeface="Meiryo UI" panose="020B0604030504040204" pitchFamily="50" charset="-128"/>
                          <a:sym typeface="+mn-ea"/>
                        </a:rPr>
                        <a:t>対応中</a:t>
                      </a:r>
                      <a:endParaRPr lang="ja-JP" altLang="zh-CN" sz="1000" dirty="0">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6/18</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UI</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側</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のソースコードが提出済み（</a:t>
                      </a:r>
                      <a:r>
                        <a:rPr lang="ja-JP" altLang="zh-CN"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確認不可</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3819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SMN_00108-1956</a:t>
                      </a:r>
                      <a:endPar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バイク</a:t>
                      </a:r>
                      <a:r>
                        <a:rPr kumimoji="1" lang="zh-CN"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検出画面</a:t>
                      </a:r>
                      <a:r>
                        <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(SR-SCR-406006) </a:t>
                      </a:r>
                      <a:r>
                        <a:rPr kumimoji="1" lang="zh-CN"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誤字修正</a:t>
                      </a:r>
                      <a:endParaRPr kumimoji="1" lang="zh-CN"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1000" dirty="0">
                          <a:latin typeface="Meiryo UI" panose="020B0604030504040204" pitchFamily="50" charset="-128"/>
                          <a:ea typeface="Meiryo UI" panose="020B0604030504040204" pitchFamily="50" charset="-128"/>
                          <a:sym typeface="+mn-ea"/>
                        </a:rPr>
                        <a:t>対応中</a:t>
                      </a:r>
                      <a:endParaRPr lang="ja-JP" altLang="zh-CN" sz="1000" dirty="0">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6/4</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UI</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側</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のソースコードが提出済み</a:t>
                      </a:r>
                      <a:endParaRPr lang="ja-JP" altLang="zh-CN" sz="1000" dirty="0">
                        <a:latin typeface="Meiryo UI" panose="020B0604030504040204" pitchFamily="50" charset="-128"/>
                        <a:ea typeface="Meiryo UI" panose="020B0604030504040204" pitchFamily="50" charset="-128"/>
                      </a:endParaRPr>
                    </a:p>
                  </a:txBody>
                  <a:tcPr/>
                </a:tc>
              </a:tr>
              <a:tr h="387059">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SMN_00108-1970</a:t>
                      </a:r>
                      <a:endPar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共通処理</a:t>
                      </a:r>
                      <a:r>
                        <a:rPr kumimoji="1" lang="en-US" altLang="ja-JP"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(SR-SCR-400014_Bike) </a:t>
                      </a: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バッテリー低下時の表示仕様修正</a:t>
                      </a:r>
                      <a:endParaRPr kumimoji="1" lang="zh-CN"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1000" dirty="0">
                          <a:latin typeface="Meiryo UI" panose="020B0604030504040204" pitchFamily="50" charset="-128"/>
                          <a:ea typeface="Meiryo UI" panose="020B0604030504040204" pitchFamily="50" charset="-128"/>
                          <a:sym typeface="+mn-ea"/>
                        </a:rPr>
                        <a:t>対応中</a:t>
                      </a:r>
                      <a:endParaRPr lang="ja-JP" altLang="zh-CN" sz="1000" dirty="0">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6/9</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UI</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側</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のソースコードが提出済み</a:t>
                      </a:r>
                      <a:endPar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buNone/>
                      </a:pP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ja-JP" altLang="zh-CN"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確認不可</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3819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SMN_00108-1968</a:t>
                      </a:r>
                      <a:endParaRPr kumimoji="1" lang="en-US" altLang="zh-CN"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ja-JP"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FCM</a:t>
                      </a: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トークンの対応</a:t>
                      </a:r>
                      <a:endParaRPr kumimoji="1" lang="zh-CN"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1000" dirty="0">
                          <a:latin typeface="Meiryo UI" panose="020B0604030504040204" pitchFamily="50" charset="-128"/>
                          <a:ea typeface="Meiryo UI" panose="020B0604030504040204" pitchFamily="50" charset="-128"/>
                          <a:sym typeface="+mn-ea"/>
                        </a:rPr>
                        <a:t>対応中</a:t>
                      </a:r>
                      <a:endParaRPr lang="ja-JP" altLang="zh-CN" sz="1000" dirty="0">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6/22</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・SDKのソースコードの実装が完了が、</a:t>
                      </a:r>
                      <a:endParaRPr lang="ja-JP" altLang="en-US"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ja-JP"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SMN_00108-1818 </a:t>
                      </a:r>
                      <a:r>
                        <a:rPr lang="ja-JP" altLang="en-US"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ブランチのマージに</a:t>
                      </a:r>
                      <a:r>
                        <a:rPr lang="zh-CN" altLang="en-US"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依存</a:t>
                      </a:r>
                      <a:r>
                        <a:rPr lang="ja-JP" altLang="zh-CN"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するため、未提出状態である</a:t>
                      </a:r>
                      <a:endParaRPr lang="ja-JP" altLang="zh-CN"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endParaRPr>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占位符 1"/>
          <p:cNvSpPr txBox="1"/>
          <p:nvPr/>
        </p:nvSpPr>
        <p:spPr>
          <a:xfrm>
            <a:off x="320040" y="0"/>
            <a:ext cx="6191250" cy="381000"/>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sz="3200" b="1" kern="1200" baseline="0">
                <a:solidFill>
                  <a:srgbClr val="323232"/>
                </a:solidFill>
                <a:latin typeface="Verdana" panose="020B0604030504040204" charset="0"/>
                <a:ea typeface="Microsoft YaHei" panose="020B0503020204020204" pitchFamily="34" charset="-122"/>
                <a:cs typeface="Verdana" panose="020B060403050404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ja-JP" altLang="en-US" sz="2000" dirty="0" err="1">
                <a:latin typeface="Meiryo UI" panose="020B0604030504040204" pitchFamily="50" charset="-128"/>
                <a:ea typeface="Meiryo UI" panose="020B0604030504040204" pitchFamily="50" charset="-128"/>
              </a:rPr>
              <a:t>追加要件（</a:t>
            </a:r>
            <a:r>
              <a:rPr lang="en-US" altLang="zh-CN" sz="2000" dirty="0" err="1">
                <a:latin typeface="Meiryo UI" panose="020B0604030504040204" pitchFamily="50" charset="-128"/>
                <a:ea typeface="Meiryo UI" panose="020B0604030504040204" pitchFamily="50" charset="-128"/>
              </a:rPr>
              <a:t>SMN_00108-1738</a:t>
            </a:r>
            <a:r>
              <a:rPr lang="ja-JP" altLang="en-US" sz="2000" dirty="0" err="1">
                <a:latin typeface="Meiryo UI" panose="020B0604030504040204" pitchFamily="50" charset="-128"/>
                <a:ea typeface="Meiryo UI" panose="020B0604030504040204" pitchFamily="50" charset="-128"/>
              </a:rPr>
              <a:t>）の対応状態</a:t>
            </a:r>
            <a:r>
              <a:rPr lang="en-US" altLang="ja-JP" sz="2000" dirty="0" err="1">
                <a:latin typeface="Meiryo UI" panose="020B0604030504040204" pitchFamily="50" charset="-128"/>
                <a:ea typeface="Meiryo UI" panose="020B0604030504040204" pitchFamily="50" charset="-128"/>
              </a:rPr>
              <a:t> </a:t>
            </a:r>
            <a:endParaRPr lang="en-US" altLang="ja-JP" sz="2000" dirty="0" err="1">
              <a:latin typeface="Meiryo UI" panose="020B0604030504040204" pitchFamily="50" charset="-128"/>
              <a:ea typeface="Meiryo UI" panose="020B0604030504040204" pitchFamily="50" charset="-128"/>
            </a:endParaRPr>
          </a:p>
        </p:txBody>
      </p:sp>
      <p:graphicFrame>
        <p:nvGraphicFramePr>
          <p:cNvPr id="2" name="表格 1"/>
          <p:cNvGraphicFramePr/>
          <p:nvPr>
            <p:custDataLst>
              <p:tags r:id="rId1"/>
            </p:custDataLst>
          </p:nvPr>
        </p:nvGraphicFramePr>
        <p:xfrm>
          <a:off x="320040" y="349168"/>
          <a:ext cx="11329035" cy="1621430"/>
        </p:xfrm>
        <a:graphic>
          <a:graphicData uri="http://schemas.openxmlformats.org/drawingml/2006/table">
            <a:tbl>
              <a:tblPr firstRow="1" bandRow="1">
                <a:tableStyleId>{5C22544A-7EE6-4342-B048-85BDC9FD1C3A}</a:tableStyleId>
              </a:tblPr>
              <a:tblGrid>
                <a:gridCol w="1620520"/>
                <a:gridCol w="4943475"/>
                <a:gridCol w="921385"/>
                <a:gridCol w="1026160"/>
                <a:gridCol w="2817495"/>
              </a:tblGrid>
              <a:tr h="327512">
                <a:tc>
                  <a:txBody>
                    <a:bodyPr/>
                    <a:lstStyle/>
                    <a:p>
                      <a:pPr>
                        <a:buNone/>
                      </a:pPr>
                      <a:r>
                        <a:rPr lang="ja-JP" altLang="en-US" sz="1600" dirty="0">
                          <a:latin typeface="Meiryo UI" panose="020B0604030504040204" pitchFamily="50" charset="-128"/>
                          <a:ea typeface="Meiryo UI" panose="020B0604030504040204" pitchFamily="50" charset="-128"/>
                          <a:cs typeface="Meiryo UI" panose="020B0604030504040204" pitchFamily="50" charset="-128"/>
                        </a:rPr>
                        <a:t>関連</a:t>
                      </a:r>
                      <a:r>
                        <a:rPr lang="en-US" altLang="ja-JP" sz="1600" dirty="0">
                          <a:latin typeface="Meiryo UI" panose="020B0604030504040204" pitchFamily="50" charset="-128"/>
                          <a:ea typeface="Meiryo UI" panose="020B0604030504040204" pitchFamily="50" charset="-128"/>
                          <a:cs typeface="Meiryo UI" panose="020B0604030504040204" pitchFamily="50" charset="-128"/>
                        </a:rPr>
                        <a:t>JIRA                                                                                                                                                                                                                                                                                                                                                                                                                                                                                                                                                                                                                                                                                                                                                                                                                                                                                                                                                                                                                                                                                                                                                                                                                                                                                                                                                                                                                                                                                                                                                                                                                                                                                                                                                                                                                                                                                                                                                                                                                                                                                                                                                                                                                                                                                                                                                                                                                                                                                                                                                                                                                                                                                                                                                                                                                                                                                                                                                                                                                                                                                                                                                                                                                                                                                                                                                                                                                                                                                                                                                                                                                                                                                                                                                                                                                                                                                                                                                                                                                                                                                                                                                                                                                                                                                                                                                                                                                                                                                                                                                                                                                                                                                                                                                                                                                                                                                                                                                                                                                                                                                                                                                                                                                                                                                                                                                                                                                                                                                                                                                                                                                                                                                                                                                                                                                                                                                                                                                                                                                                                                                                                                                                                                                                                                                                                                                                                                                                                                                                                                                                                                                                                                                                                                                                                                                                                                                                                                                                                                                                                                                                                                                                                                                                                                                                                                                                                                                                                                                                                                                                                                                                                                                                                                                                                                                                                                                                                                                                                                                                                                                                                                                                                                                                                                                                                                                                                                                                                                                                                                                                                                                                                                                                                                                                                                                                                                                                                                                                                                                                                                                                                                                                                                                                                                                                                                                                                                                                                                                                                                                                                                                                                                                                                                                                                                                                                                                                                                                                                                                                                                                                                                                                                                                                                                                                                                                                                                                                                                                                                                                                                                                                                                                                                                                                                                                                                                                                                                                                                                                                                                                                                                                                                                        </a:t>
                      </a:r>
                      <a:endParaRPr lang="en-US" altLang="ja-JP" sz="1600" dirty="0">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a:buNone/>
                      </a:pPr>
                      <a:endParaRPr lang="ja-JP" altLang="en-US" sz="1400" dirty="0">
                        <a:latin typeface="Meiryo UI" panose="020B0604030504040204" pitchFamily="50" charset="-128"/>
                        <a:ea typeface="Meiryo UI" panose="020B0604030504040204" pitchFamily="50" charset="-128"/>
                      </a:endParaRPr>
                    </a:p>
                  </a:txBody>
                  <a:tcPr/>
                </a:tc>
                <a:tc>
                  <a:txBody>
                    <a:bodyPr/>
                    <a:lstStyle/>
                    <a:p>
                      <a:pPr algn="ctr">
                        <a:buClrTx/>
                        <a:buSzTx/>
                        <a:buFontTx/>
                        <a:buNone/>
                      </a:pPr>
                      <a:r>
                        <a:rPr lang="ja-JP" altLang="ja-JP" sz="1600">
                          <a:latin typeface="Meiryo UI" panose="020B0604030504040204" pitchFamily="50" charset="-128"/>
                          <a:ea typeface="Meiryo UI" panose="020B0604030504040204" pitchFamily="50" charset="-128"/>
                        </a:rPr>
                        <a:t>状態</a:t>
                      </a:r>
                      <a:endParaRPr lang="ja-JP" altLang="ja-JP" sz="1600">
                        <a:latin typeface="Meiryo UI" panose="020B0604030504040204" pitchFamily="50" charset="-128"/>
                        <a:ea typeface="Meiryo UI" panose="020B0604030504040204" pitchFamily="50" charset="-128"/>
                      </a:endParaRPr>
                    </a:p>
                  </a:txBody>
                  <a:tcPr/>
                </a:tc>
                <a:tc>
                  <a:txBody>
                    <a:bodyPr/>
                    <a:lstStyle/>
                    <a:p>
                      <a:pPr algn="l">
                        <a:buClrTx/>
                        <a:buSzTx/>
                        <a:buFontTx/>
                        <a:buNone/>
                      </a:pPr>
                      <a:r>
                        <a:rPr lang="ja-JP" altLang="en-US" sz="1600" dirty="0">
                          <a:latin typeface="Meiryo UI" panose="020B0604030504040204" pitchFamily="50" charset="-128"/>
                          <a:ea typeface="Meiryo UI" panose="020B0604030504040204" pitchFamily="50" charset="-128"/>
                        </a:rPr>
                        <a:t>提出予定</a:t>
                      </a:r>
                      <a:endParaRPr lang="ja-JP" altLang="en-US" sz="1600" dirty="0">
                        <a:latin typeface="Meiryo UI" panose="020B0604030504040204" pitchFamily="50" charset="-128"/>
                        <a:ea typeface="Meiryo UI" panose="020B0604030504040204" pitchFamily="50" charset="-128"/>
                      </a:endParaRPr>
                    </a:p>
                  </a:txBody>
                  <a:tcPr/>
                </a:tc>
                <a:tc>
                  <a:txBody>
                    <a:bodyPr/>
                    <a:lstStyle/>
                    <a:p>
                      <a:pPr algn="l">
                        <a:buClrTx/>
                        <a:buSzTx/>
                        <a:buFontTx/>
                        <a:buNone/>
                      </a:pPr>
                      <a:r>
                        <a:rPr lang="ja-JP" altLang="en-US" sz="1600" dirty="0">
                          <a:latin typeface="Meiryo UI" panose="020B0604030504040204" pitchFamily="50" charset="-128"/>
                          <a:ea typeface="Meiryo UI" panose="020B0604030504040204" pitchFamily="50" charset="-128"/>
                        </a:rPr>
                        <a:t>説明</a:t>
                      </a:r>
                      <a:endParaRPr lang="ja-JP" altLang="en-US" sz="1600" dirty="0">
                        <a:latin typeface="Meiryo UI" panose="020B0604030504040204" pitchFamily="50" charset="-128"/>
                        <a:ea typeface="Meiryo UI" panose="020B0604030504040204" pitchFamily="50" charset="-128"/>
                      </a:endParaRPr>
                    </a:p>
                  </a:txBody>
                  <a:tcPr/>
                </a:tc>
              </a:tr>
              <a:tr h="341270">
                <a:tc>
                  <a:txBody>
                    <a:bodyPr/>
                    <a:lstStyle/>
                    <a:p>
                      <a:pPr>
                        <a:buNone/>
                      </a:pPr>
                      <a:r>
                        <a:rPr lang="en-US" altLang="zh-CN" sz="1000" dirty="0">
                          <a:latin typeface="Meiryo UI" panose="020B0604030504040204" pitchFamily="50" charset="-128"/>
                          <a:ea typeface="Meiryo UI" panose="020B0604030504040204" pitchFamily="50" charset="-128"/>
                          <a:sym typeface="+mn-ea"/>
                        </a:rPr>
                        <a:t>SMN_00108-1852</a:t>
                      </a:r>
                      <a:endParaRPr lang="en-US" altLang="zh-CN" sz="1000" dirty="0">
                        <a:latin typeface="Meiryo UI" panose="020B0604030504040204" pitchFamily="50" charset="-128"/>
                        <a:ea typeface="Meiryo UI" panose="020B0604030504040204" pitchFamily="50" charset="-128"/>
                        <a:sym typeface="+mn-ea"/>
                      </a:endParaRPr>
                    </a:p>
                  </a:txBody>
                  <a:tcPr/>
                </a:tc>
                <a:tc>
                  <a:txBody>
                    <a:bodyPr/>
                    <a:lstStyle/>
                    <a:p>
                      <a:pPr marL="0" algn="l" defTabSz="914400" rtl="0" eaLnBrk="1" latinLnBrk="0" hangingPunct="1">
                        <a:buClrTx/>
                        <a:buSzTx/>
                        <a:buFontTx/>
                        <a:buNone/>
                      </a:pP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ホームからお知らせに遷移した場合、フッターを非表示</a:t>
                      </a:r>
                      <a:r>
                        <a:rPr kumimoji="1" lang="en-US" altLang="ja-JP"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戻る遷移を追加</a:t>
                      </a:r>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algn="ctr">
                        <a:buNone/>
                      </a:pPr>
                      <a:r>
                        <a:rPr lang="ja-JP" altLang="zh-CN" sz="1000" dirty="0">
                          <a:latin typeface="Meiryo UI" panose="020B0604030504040204" pitchFamily="50" charset="-128"/>
                          <a:ea typeface="Meiryo UI" panose="020B0604030504040204" pitchFamily="50" charset="-128"/>
                          <a:sym typeface="+mn-ea"/>
                        </a:rPr>
                        <a:t>対応中</a:t>
                      </a:r>
                      <a:endParaRPr lang="ja-JP" altLang="zh-CN" sz="1000" dirty="0">
                        <a:latin typeface="Meiryo UI" panose="020B0604030504040204" pitchFamily="50" charset="-128"/>
                        <a:ea typeface="Meiryo UI" panose="020B0604030504040204" pitchFamily="50" charset="-128"/>
                        <a:sym typeface="+mn-ea"/>
                      </a:endParaRPr>
                    </a:p>
                  </a:txBody>
                  <a:tcPr anchor="ctr"/>
                </a:tc>
                <a:tc>
                  <a:txBody>
                    <a:bodyPr/>
                    <a:lstStyle/>
                    <a:p>
                      <a:pPr>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22</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UI</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側</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のソースコードが提出済み（</a:t>
                      </a:r>
                      <a:r>
                        <a:rPr lang="ja-JP" altLang="zh-CN"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確認不可</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387059">
                <a:tc>
                  <a:txBody>
                    <a:bodyPr/>
                    <a:lstStyle/>
                    <a:p>
                      <a:pPr>
                        <a:buNone/>
                      </a:pPr>
                      <a:r>
                        <a:rPr lang="en-US" altLang="zh-CN" sz="1000" dirty="0">
                          <a:latin typeface="Meiryo UI" panose="020B0604030504040204" pitchFamily="50" charset="-128"/>
                          <a:ea typeface="Meiryo UI" panose="020B0604030504040204" pitchFamily="50" charset="-128"/>
                          <a:sym typeface="+mn-ea"/>
                        </a:rPr>
                        <a:t>SMN_00108-1853</a:t>
                      </a:r>
                      <a:endParaRPr lang="en-US" altLang="zh-CN" sz="1000" dirty="0">
                        <a:latin typeface="Meiryo UI" panose="020B0604030504040204" pitchFamily="50" charset="-128"/>
                        <a:ea typeface="Meiryo UI" panose="020B0604030504040204" pitchFamily="50" charset="-128"/>
                        <a:sym typeface="+mn-ea"/>
                      </a:endParaRPr>
                    </a:p>
                  </a:txBody>
                  <a:tcPr/>
                </a:tc>
                <a:tc>
                  <a:txBody>
                    <a:bodyPr/>
                    <a:lstStyle/>
                    <a:p>
                      <a:pPr marL="0" algn="l" defTabSz="914400" rtl="0" eaLnBrk="1" latinLnBrk="0" hangingPunct="1">
                        <a:buClrTx/>
                        <a:buSzTx/>
                        <a:buFontTx/>
                        <a:buNone/>
                      </a:pP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画面の戻し</a:t>
                      </a:r>
                      <a:r>
                        <a:rPr kumimoji="1" lang="en-US" altLang="ja-JP"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送り操作のパーツのタップ領域の改善</a:t>
                      </a:r>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p>
                      <a:br>
                        <a:rPr lang="ja-JP" altLang="en-US" sz="1000" dirty="0"/>
                      </a:br>
                      <a:endParaRPr lang="ja-JP" altLang="en-US" sz="1000" dirty="0">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algn="ctr">
                        <a:buNone/>
                      </a:pPr>
                      <a:r>
                        <a:rPr lang="ja-JP" altLang="zh-CN" sz="1000" dirty="0">
                          <a:latin typeface="Meiryo UI" panose="020B0604030504040204" pitchFamily="50" charset="-128"/>
                          <a:ea typeface="Meiryo UI" panose="020B0604030504040204" pitchFamily="50" charset="-128"/>
                          <a:sym typeface="+mn-ea"/>
                        </a:rPr>
                        <a:t>対応中</a:t>
                      </a:r>
                      <a:endParaRPr lang="ja-JP" altLang="zh-CN" sz="1000" dirty="0">
                        <a:latin typeface="Meiryo UI" panose="020B0604030504040204" pitchFamily="50" charset="-128"/>
                        <a:ea typeface="Meiryo UI" panose="020B0604030504040204" pitchFamily="50" charset="-128"/>
                        <a:sym typeface="+mn-ea"/>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23</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buNone/>
                      </a:pP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・SDKの設計は、マージ済み</a:t>
                      </a:r>
                      <a:endPar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buNone/>
                      </a:pP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UI</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のソースコードは、対応中</a:t>
                      </a:r>
                      <a:endPar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387059">
                <a:tc>
                  <a:txBody>
                    <a:bodyPr/>
                    <a:lstStyle/>
                    <a:p>
                      <a:pPr>
                        <a:buNone/>
                      </a:pPr>
                      <a:r>
                        <a:rPr lang="en-US" altLang="zh-CN" sz="1000" dirty="0">
                          <a:latin typeface="Meiryo UI" panose="020B0604030504040204" pitchFamily="50" charset="-128"/>
                          <a:ea typeface="Meiryo UI" panose="020B0604030504040204" pitchFamily="50" charset="-128"/>
                          <a:sym typeface="+mn-ea"/>
                        </a:rPr>
                        <a:t>SMN_00108-1988</a:t>
                      </a:r>
                      <a:endParaRPr lang="en-US" altLang="zh-CN" sz="1000" dirty="0">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計測画面カスタマイズ</a:t>
                      </a:r>
                      <a:r>
                        <a:rPr kumimoji="1" lang="en-US" altLang="ja-JP"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(SR-SCR-403009)</a:t>
                      </a:r>
                      <a:r>
                        <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の最小画面数制限処理修正</a:t>
                      </a:r>
                      <a:endParaRPr kumimoji="1" lang="ja-JP" altLang="en-US" sz="10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1000" dirty="0">
                          <a:latin typeface="Meiryo UI" panose="020B0604030504040204" pitchFamily="50" charset="-128"/>
                          <a:ea typeface="Meiryo UI" panose="020B0604030504040204" pitchFamily="50" charset="-128"/>
                          <a:sym typeface="+mn-ea"/>
                        </a:rPr>
                        <a:t>対応中</a:t>
                      </a:r>
                      <a:endParaRPr lang="ja-JP" altLang="zh-CN" sz="1000" dirty="0">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24</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buNone/>
                      </a:pP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・SDKの設計は、マージ済み</a:t>
                      </a:r>
                      <a:endPar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buNone/>
                      </a:pP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UI</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のソースコードは、対応中</a:t>
                      </a:r>
                      <a:endPar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占位符 1"/>
          <p:cNvSpPr txBox="1"/>
          <p:nvPr/>
        </p:nvSpPr>
        <p:spPr>
          <a:xfrm>
            <a:off x="320040" y="196215"/>
            <a:ext cx="2626995" cy="572770"/>
          </a:xfrm>
          <a:prstGeom prst="rect">
            <a:avLst/>
          </a:prstGeom>
        </p:spPr>
        <p:txBody>
          <a:bodyPr>
            <a:normAutofit/>
          </a:bodyPr>
          <a:lstStyle>
            <a:lvl1pPr marL="0" indent="0" algn="l" defTabSz="914400" rtl="0" eaLnBrk="1" latinLnBrk="0" hangingPunct="1">
              <a:lnSpc>
                <a:spcPct val="100000"/>
              </a:lnSpc>
              <a:spcBef>
                <a:spcPts val="0"/>
              </a:spcBef>
              <a:buFont typeface="Arial" panose="020B0604020202020204" pitchFamily="34" charset="0"/>
              <a:buNone/>
              <a:defRPr sz="3200" b="1" kern="1200" baseline="0">
                <a:solidFill>
                  <a:srgbClr val="323232"/>
                </a:solidFill>
                <a:latin typeface="Verdana" panose="020B0604030504040204" charset="0"/>
                <a:ea typeface="Microsoft YaHei" panose="020B0503020204020204" pitchFamily="34" charset="-122"/>
                <a:cs typeface="Verdana" panose="020B060403050404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ja-JP" altLang="en-US" sz="2700" dirty="0" err="1">
                <a:latin typeface="Meiryo UI" panose="020B0604030504040204" pitchFamily="50" charset="-128"/>
                <a:ea typeface="Meiryo UI" panose="020B0604030504040204" pitchFamily="50" charset="-128"/>
              </a:rPr>
              <a:t>課題の対応状態</a:t>
            </a:r>
            <a:r>
              <a:rPr lang="en-US" altLang="ja-JP" sz="2700" dirty="0" err="1">
                <a:latin typeface="Meiryo UI" panose="020B0604030504040204" pitchFamily="50" charset="-128"/>
                <a:ea typeface="Meiryo UI" panose="020B0604030504040204" pitchFamily="50" charset="-128"/>
              </a:rPr>
              <a:t> </a:t>
            </a:r>
            <a:endParaRPr lang="ja-JP" altLang="ja-JP" sz="2700" dirty="0" err="1">
              <a:latin typeface="Meiryo UI" panose="020B0604030504040204" pitchFamily="50" charset="-128"/>
              <a:ea typeface="SimSun" panose="02010600030101010101" pitchFamily="2" charset="-122"/>
            </a:endParaRPr>
          </a:p>
        </p:txBody>
      </p:sp>
      <p:graphicFrame>
        <p:nvGraphicFramePr>
          <p:cNvPr id="2" name="表格 1"/>
          <p:cNvGraphicFramePr/>
          <p:nvPr>
            <p:custDataLst>
              <p:tags r:id="rId1"/>
            </p:custDataLst>
          </p:nvPr>
        </p:nvGraphicFramePr>
        <p:xfrm>
          <a:off x="320040" y="631289"/>
          <a:ext cx="11386185" cy="5881108"/>
        </p:xfrm>
        <a:graphic>
          <a:graphicData uri="http://schemas.openxmlformats.org/drawingml/2006/table">
            <a:tbl>
              <a:tblPr firstRow="1" bandRow="1">
                <a:tableStyleId>{5C22544A-7EE6-4342-B048-85BDC9FD1C3A}</a:tableStyleId>
              </a:tblPr>
              <a:tblGrid>
                <a:gridCol w="1731010"/>
                <a:gridCol w="3745609"/>
                <a:gridCol w="628906"/>
                <a:gridCol w="5280660"/>
              </a:tblGrid>
              <a:tr h="219710">
                <a:tc>
                  <a:txBody>
                    <a:bodyPr/>
                    <a:lstStyle/>
                    <a:p>
                      <a:pPr>
                        <a:buNone/>
                      </a:pPr>
                      <a:r>
                        <a:rPr lang="ja-JP" altLang="en-US" sz="900" dirty="0">
                          <a:latin typeface="Meiryo UI" panose="020B0604030504040204" pitchFamily="50" charset="-128"/>
                          <a:ea typeface="Meiryo UI" panose="020B0604030504040204" pitchFamily="50" charset="-128"/>
                          <a:cs typeface="Meiryo UI" panose="020B0604030504040204" pitchFamily="50" charset="-128"/>
                        </a:rPr>
                        <a:t>関連</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JIRA</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a:buNone/>
                      </a:pPr>
                      <a:endParaRPr lang="ja-JP" altLang="en-US" sz="900" dirty="0">
                        <a:latin typeface="Meiryo UI" panose="020B0604030504040204" pitchFamily="50" charset="-128"/>
                        <a:ea typeface="Meiryo UI" panose="020B0604030504040204" pitchFamily="50" charset="-128"/>
                      </a:endParaRPr>
                    </a:p>
                  </a:txBody>
                  <a:tcPr/>
                </a:tc>
                <a:tc>
                  <a:txBody>
                    <a:bodyPr/>
                    <a:lstStyle/>
                    <a:p>
                      <a:pPr algn="ctr">
                        <a:buClrTx/>
                        <a:buSzTx/>
                        <a:buFontTx/>
                        <a:buNone/>
                      </a:pPr>
                      <a:r>
                        <a:rPr lang="ja-JP" altLang="ja-JP" sz="900" dirty="0">
                          <a:latin typeface="Meiryo UI" panose="020B0604030504040204" pitchFamily="50" charset="-128"/>
                          <a:ea typeface="Meiryo UI" panose="020B0604030504040204" pitchFamily="50" charset="-128"/>
                        </a:rPr>
                        <a:t>状態</a:t>
                      </a:r>
                      <a:endParaRPr lang="ja-JP" altLang="ja-JP" sz="900" dirty="0">
                        <a:latin typeface="Meiryo UI" panose="020B0604030504040204" pitchFamily="50" charset="-128"/>
                        <a:ea typeface="Meiryo UI" panose="020B0604030504040204" pitchFamily="50" charset="-128"/>
                      </a:endParaRPr>
                    </a:p>
                  </a:txBody>
                  <a:tcPr/>
                </a:tc>
                <a:tc>
                  <a:txBody>
                    <a:bodyPr/>
                    <a:lstStyle/>
                    <a:p>
                      <a:pPr algn="l">
                        <a:buClrTx/>
                        <a:buSzTx/>
                        <a:buFontTx/>
                        <a:buNone/>
                      </a:pPr>
                      <a:r>
                        <a:rPr lang="ja-JP" altLang="en-US" sz="900">
                          <a:latin typeface="Meiryo UI" panose="020B0604030504040204" pitchFamily="50" charset="-128"/>
                          <a:ea typeface="Meiryo UI" panose="020B0604030504040204" pitchFamily="50" charset="-128"/>
                        </a:rPr>
                        <a:t>説明</a:t>
                      </a:r>
                      <a:endParaRPr lang="ja-JP" altLang="en-US" sz="900">
                        <a:latin typeface="Meiryo UI" panose="020B0604030504040204" pitchFamily="50" charset="-128"/>
                        <a:ea typeface="Meiryo UI" panose="020B0604030504040204" pitchFamily="50" charset="-128"/>
                      </a:endParaRPr>
                    </a:p>
                  </a:txBody>
                  <a:tcPr/>
                </a:tc>
              </a:tr>
              <a:tr h="292100">
                <a:tc>
                  <a:txBody>
                    <a:bodyPr/>
                    <a:lstStyle/>
                    <a:p>
                      <a:pPr>
                        <a:buNone/>
                      </a:pPr>
                      <a:r>
                        <a:rPr lang="zh-CN" altLang="en-US" sz="800" dirty="0">
                          <a:latin typeface="Meiryo UI" panose="020B0604030504040204" pitchFamily="50" charset="-128"/>
                          <a:ea typeface="Meiryo UI" panose="020B0604030504040204" pitchFamily="50" charset="-128"/>
                          <a:sym typeface="+mn-ea"/>
                        </a:rPr>
                        <a:t>ETUBEPROJECTSDK-</a:t>
                      </a:r>
                      <a:r>
                        <a:rPr lang="en-US" altLang="zh-CN" sz="800" dirty="0">
                          <a:latin typeface="Meiryo UI" panose="020B0604030504040204" pitchFamily="50" charset="-128"/>
                          <a:ea typeface="Meiryo UI" panose="020B0604030504040204" pitchFamily="50" charset="-128"/>
                          <a:sym typeface="+mn-ea"/>
                        </a:rPr>
                        <a:t>229</a:t>
                      </a:r>
                      <a:endParaRPr lang="en-US" altLang="zh-CN" sz="800" dirty="0">
                        <a:latin typeface="Meiryo UI" panose="020B0604030504040204" pitchFamily="50" charset="-128"/>
                        <a:ea typeface="Meiryo UI" panose="020B0604030504040204" pitchFamily="50" charset="-128"/>
                        <a:sym typeface="+mn-ea"/>
                      </a:endParaRPr>
                    </a:p>
                  </a:txBody>
                  <a:tcPr/>
                </a:tc>
                <a:tc>
                  <a:txBody>
                    <a:bodyPr/>
                    <a:lstStyle/>
                    <a:p>
                      <a:pPr>
                        <a:buNone/>
                      </a:pPr>
                      <a:r>
                        <a:rPr lang="en-US" altLang="zh-CN" sz="800" dirty="0">
                          <a:latin typeface="Meiryo UI" panose="020B0604030504040204" pitchFamily="50" charset="-128"/>
                          <a:ea typeface="Meiryo UI" panose="020B0604030504040204" pitchFamily="50" charset="-128"/>
                          <a:cs typeface="Meiryo UI" panose="020B0604030504040204" pitchFamily="50" charset="-128"/>
                        </a:rPr>
                        <a:t>[</a:t>
                      </a:r>
                      <a:r>
                        <a:rPr lang="zh-CN" altLang="en-US" sz="800" dirty="0">
                          <a:latin typeface="Meiryo UI" panose="020B0604030504040204" pitchFamily="50" charset="-128"/>
                          <a:ea typeface="Meiryo UI" panose="020B0604030504040204" pitchFamily="50" charset="-128"/>
                          <a:cs typeface="Meiryo UI" panose="020B0604030504040204" pitchFamily="50" charset="-128"/>
                        </a:rPr>
                        <a:t>課題調査</a:t>
                      </a:r>
                      <a:r>
                        <a:rPr lang="en-US" altLang="zh-CN" sz="800" dirty="0">
                          <a:latin typeface="Meiryo UI" panose="020B0604030504040204" pitchFamily="50" charset="-128"/>
                          <a:ea typeface="Meiryo UI" panose="020B0604030504040204" pitchFamily="50" charset="-128"/>
                          <a:cs typeface="Meiryo UI" panose="020B0604030504040204" pitchFamily="50" charset="-128"/>
                        </a:rPr>
                        <a:t>] SDK</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の</a:t>
                      </a:r>
                      <a:r>
                        <a:rPr lang="zh-CN" altLang="en-US" sz="800" dirty="0">
                          <a:latin typeface="Meiryo UI" panose="020B0604030504040204" pitchFamily="50" charset="-128"/>
                          <a:ea typeface="Meiryo UI" panose="020B0604030504040204" pitchFamily="50" charset="-128"/>
                          <a:cs typeface="Meiryo UI" panose="020B0604030504040204" pitchFamily="50" charset="-128"/>
                        </a:rPr>
                        <a:t>流出対策</a:t>
                      </a:r>
                      <a:endParaRPr lang="zh-CN" altLang="en-US" sz="800" dirty="0">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algn="ctr">
                        <a:buNone/>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latin typeface="Meiryo UI" panose="020B0604030504040204" pitchFamily="50" charset="-128"/>
                        <a:ea typeface="Meiryo UI" panose="020B0604030504040204" pitchFamily="50" charset="-128"/>
                        <a:sym typeface="+mn-ea"/>
                      </a:endParaRPr>
                    </a:p>
                  </a:txBody>
                  <a:tcPr anchor="ctr"/>
                </a:tc>
                <a:tc>
                  <a:txBody>
                    <a:bodyPr/>
                    <a:lstStyle/>
                    <a:p>
                      <a:pPr>
                        <a:buNone/>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Thales</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社の</a:t>
                      </a: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Sentinel CL</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検証</a:t>
                      </a:r>
                      <a:r>
                        <a:rPr lang="ja-JP"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の確認結果</a:t>
                      </a:r>
                      <a:r>
                        <a:rPr lang="ja-JP" altLang="es-E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は</a:t>
                      </a:r>
                      <a:r>
                        <a:rPr lang="ja-JP"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提出済み（</a:t>
                      </a: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ETUBEPROJECTSDK-1162</a:t>
                      </a:r>
                      <a:r>
                        <a:rPr lang="ja-JP"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800" b="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800" b="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1552</a:t>
                      </a:r>
                      <a:r>
                        <a:rPr lang="ja-JP" altLang="en-US" sz="800" b="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での指摘が対応完了</a:t>
                      </a:r>
                      <a:r>
                        <a:rPr lang="ja-JP"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3</a:t>
                      </a:r>
                      <a:r>
                        <a:rPr lang="ja-JP"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 </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r>
                        <a:rPr lang="ja-JP"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37490">
                <a:tc>
                  <a:txBody>
                    <a:bodyPr/>
                    <a:lstStyle/>
                    <a:p>
                      <a:pPr>
                        <a:buNone/>
                      </a:pPr>
                      <a:r>
                        <a:rPr lang="zh-CN" altLang="en-US" sz="800" dirty="0">
                          <a:latin typeface="Meiryo UI" panose="020B0604030504040204" pitchFamily="50" charset="-128"/>
                          <a:ea typeface="Meiryo UI" panose="020B0604030504040204" pitchFamily="50" charset="-128"/>
                          <a:sym typeface="+mn-ea"/>
                        </a:rPr>
                        <a:t>ETUBEPROJECTSDK-</a:t>
                      </a:r>
                      <a:r>
                        <a:rPr lang="en-US" altLang="zh-CN" sz="800" dirty="0">
                          <a:latin typeface="Meiryo UI" panose="020B0604030504040204" pitchFamily="50" charset="-128"/>
                          <a:ea typeface="Meiryo UI" panose="020B0604030504040204" pitchFamily="50" charset="-128"/>
                          <a:sym typeface="+mn-ea"/>
                        </a:rPr>
                        <a:t>136</a:t>
                      </a:r>
                      <a:endParaRPr lang="en-US" altLang="zh-CN" sz="800" dirty="0">
                        <a:latin typeface="Meiryo UI" panose="020B0604030504040204" pitchFamily="50" charset="-128"/>
                        <a:ea typeface="Meiryo UI" panose="020B0604030504040204" pitchFamily="50" charset="-128"/>
                        <a:sym typeface="+mn-ea"/>
                      </a:endParaRPr>
                    </a:p>
                  </a:txBody>
                  <a:tcPr/>
                </a:tc>
                <a:tc>
                  <a:txBody>
                    <a:bodyPr/>
                    <a:lstStyle/>
                    <a:p>
                      <a:pPr>
                        <a:buNone/>
                      </a:pPr>
                      <a:r>
                        <a:rPr lang="en-US" altLang="zh-CN" sz="800" dirty="0">
                          <a:latin typeface="Meiryo UI" panose="020B0604030504040204" pitchFamily="50" charset="-128"/>
                          <a:ea typeface="Meiryo UI" panose="020B0604030504040204" pitchFamily="50" charset="-128"/>
                          <a:cs typeface="Meiryo UI" panose="020B0604030504040204" pitchFamily="50" charset="-128"/>
                        </a:rPr>
                        <a:t>[</a:t>
                      </a:r>
                      <a:r>
                        <a:rPr lang="zh-CN" altLang="en-US" sz="800" dirty="0">
                          <a:latin typeface="Meiryo UI" panose="020B0604030504040204" pitchFamily="50" charset="-128"/>
                          <a:ea typeface="Meiryo UI" panose="020B0604030504040204" pitchFamily="50" charset="-128"/>
                          <a:cs typeface="Meiryo UI" panose="020B0604030504040204" pitchFamily="50" charset="-128"/>
                        </a:rPr>
                        <a:t>課題調査</a:t>
                      </a:r>
                      <a:r>
                        <a:rPr lang="en-US" altLang="zh-CN" sz="800" dirty="0">
                          <a:latin typeface="Meiryo UI" panose="020B0604030504040204" pitchFamily="50" charset="-128"/>
                          <a:ea typeface="Meiryo UI" panose="020B0604030504040204" pitchFamily="50" charset="-128"/>
                          <a:cs typeface="Meiryo UI" panose="020B0604030504040204" pitchFamily="50" charset="-128"/>
                        </a:rPr>
                        <a:t>] Kotlin</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ライブラリ</a:t>
                      </a:r>
                      <a:r>
                        <a:rPr lang="zh-CN" altLang="en-US" sz="800" dirty="0">
                          <a:latin typeface="Meiryo UI" panose="020B0604030504040204" pitchFamily="50" charset="-128"/>
                          <a:ea typeface="Meiryo UI" panose="020B0604030504040204" pitchFamily="50" charset="-128"/>
                          <a:cs typeface="Meiryo UI" panose="020B0604030504040204" pitchFamily="50" charset="-128"/>
                        </a:rPr>
                        <a:t>難読化</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の</a:t>
                      </a:r>
                      <a:r>
                        <a:rPr lang="zh-CN" altLang="en-US" sz="800" dirty="0">
                          <a:latin typeface="Meiryo UI" panose="020B0604030504040204" pitchFamily="50" charset="-128"/>
                          <a:ea typeface="Meiryo UI" panose="020B0604030504040204" pitchFamily="50" charset="-128"/>
                          <a:cs typeface="Meiryo UI" panose="020B0604030504040204" pitchFamily="50" charset="-128"/>
                        </a:rPr>
                        <a:t>調査</a:t>
                      </a:r>
                      <a:endParaRPr lang="zh-CN" altLang="en-US" sz="800" dirty="0">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algn="ctr">
                        <a:buClrTx/>
                        <a:buSzTx/>
                        <a:buFontTx/>
                        <a:buNone/>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latin typeface="Meiryo UI" panose="020B0604030504040204" pitchFamily="50" charset="-128"/>
                        <a:ea typeface="Meiryo UI" panose="020B0604030504040204" pitchFamily="50" charset="-128"/>
                        <a:sym typeface="+mn-ea"/>
                      </a:endParaRPr>
                    </a:p>
                  </a:txBody>
                  <a:tcPr anchor="ctr"/>
                </a:tc>
                <a:tc>
                  <a:txBody>
                    <a:bodyPr/>
                    <a:lstStyle/>
                    <a:p>
                      <a:pPr>
                        <a:buNone/>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ETUBEPROJECTSDK-1069でAPI　Keyの出力が調査中（12/18 </a:t>
                      </a:r>
                      <a:r>
                        <a:rPr lang="en-US" altLang="zh-CN" sz="8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提出</a:t>
                      </a:r>
                      <a:r>
                        <a:rPr lang="ja-JP" altLang="en-US" sz="800" dirty="0">
                          <a:solidFill>
                            <a:schemeClr val="tx1"/>
                          </a:solidFill>
                          <a:latin typeface="Meiryo UI" panose="020B0604030504040204" pitchFamily="50" charset="-128"/>
                          <a:ea typeface="Meiryo UI" panose="020B0604030504040204" pitchFamily="50" charset="-128"/>
                          <a:sym typeface="+mn-ea"/>
                        </a:rPr>
                        <a:t>済み</a:t>
                      </a: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137795">
                <a:tc>
                  <a:txBody>
                    <a:bodyPr/>
                    <a:lstStyle/>
                    <a:p>
                      <a:pPr>
                        <a:buNone/>
                      </a:pPr>
                      <a:r>
                        <a:rPr lang="zh-CN" altLang="en-US" sz="800" dirty="0">
                          <a:latin typeface="Meiryo UI" panose="020B0604030504040204" pitchFamily="50" charset="-128"/>
                          <a:ea typeface="Meiryo UI" panose="020B0604030504040204" pitchFamily="50" charset="-128"/>
                          <a:sym typeface="+mn-ea"/>
                        </a:rPr>
                        <a:t>ETUBEPROJECTSDK-</a:t>
                      </a:r>
                      <a:r>
                        <a:rPr lang="en-US" altLang="zh-CN" sz="800" dirty="0">
                          <a:latin typeface="Meiryo UI" panose="020B0604030504040204" pitchFamily="50" charset="-128"/>
                          <a:ea typeface="Meiryo UI" panose="020B0604030504040204" pitchFamily="50" charset="-128"/>
                          <a:sym typeface="+mn-ea"/>
                        </a:rPr>
                        <a:t>970</a:t>
                      </a:r>
                      <a:endParaRPr lang="en-US" altLang="zh-CN" sz="800" dirty="0">
                        <a:latin typeface="Meiryo UI" panose="020B0604030504040204" pitchFamily="50" charset="-128"/>
                        <a:ea typeface="Meiryo UI" panose="020B0604030504040204" pitchFamily="50" charset="-128"/>
                        <a:sym typeface="+mn-ea"/>
                      </a:endParaRPr>
                    </a:p>
                  </a:txBody>
                  <a:tcPr/>
                </a:tc>
                <a:tc>
                  <a:txBody>
                    <a:bodyPr/>
                    <a:lstStyle/>
                    <a:p>
                      <a:pPr algn="l">
                        <a:buClrTx/>
                        <a:buSzTx/>
                        <a:buFontTx/>
                        <a:buNone/>
                      </a:pPr>
                      <a:r>
                        <a:rPr lang="en-US" altLang="zh-CN" sz="800" dirty="0" err="1">
                          <a:latin typeface="Meiryo UI" panose="020B0604030504040204" pitchFamily="50" charset="-128"/>
                          <a:ea typeface="Meiryo UI" panose="020B0604030504040204" pitchFamily="50" charset="-128"/>
                          <a:cs typeface="Meiryo UI" panose="020B0604030504040204" pitchFamily="50" charset="-128"/>
                          <a:sym typeface="+mn-ea"/>
                        </a:rPr>
                        <a:t>SharedCode</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ビルド</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速度</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を</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高速化</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させる</a:t>
                      </a:r>
                      <a:endPar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ctr">
                        <a:buNone/>
                      </a:pPr>
                      <a:r>
                        <a:rPr lang="ja-JP" altLang="zh-CN" sz="800">
                          <a:latin typeface="Meiryo UI" panose="020B0604030504040204" pitchFamily="50" charset="-128"/>
                          <a:ea typeface="Meiryo UI" panose="020B0604030504040204" pitchFamily="50" charset="-128"/>
                          <a:sym typeface="+mn-ea"/>
                        </a:rPr>
                        <a:t>対応中</a:t>
                      </a:r>
                      <a:endParaRPr lang="ja-JP" altLang="zh-CN" sz="800">
                        <a:latin typeface="Meiryo UI" panose="020B0604030504040204" pitchFamily="50" charset="-128"/>
                        <a:ea typeface="Meiryo UI" panose="020B0604030504040204" pitchFamily="50" charset="-128"/>
                        <a:sym typeface="+mn-ea"/>
                      </a:endParaRPr>
                    </a:p>
                  </a:txBody>
                  <a:tcPr/>
                </a:tc>
                <a:tc>
                  <a:txBody>
                    <a:bodyPr/>
                    <a:lstStyle/>
                    <a:p>
                      <a:pPr>
                        <a:buNone/>
                      </a:pP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指摘</a:t>
                      </a:r>
                      <a:r>
                        <a:rPr lang="ja-JP"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対応</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が提出済み（</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1/6</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r>
              <a:tr h="368300">
                <a:tc>
                  <a:txBody>
                    <a:bodyPr/>
                    <a:lstStyle/>
                    <a:p>
                      <a:pPr>
                        <a:buNone/>
                      </a:pPr>
                      <a:r>
                        <a:rPr lang="zh-CN" altLang="en-US" sz="800" dirty="0">
                          <a:latin typeface="Meiryo UI" panose="020B0604030504040204" pitchFamily="50" charset="-128"/>
                          <a:ea typeface="Meiryo UI" panose="020B0604030504040204" pitchFamily="50" charset="-128"/>
                          <a:sym typeface="+mn-ea"/>
                        </a:rPr>
                        <a:t>ETUBEPROJECTSDK-</a:t>
                      </a:r>
                      <a:r>
                        <a:rPr lang="en-US" altLang="zh-CN" sz="800" dirty="0">
                          <a:latin typeface="Meiryo UI" panose="020B0604030504040204" pitchFamily="50" charset="-128"/>
                          <a:ea typeface="Meiryo UI" panose="020B0604030504040204" pitchFamily="50" charset="-128"/>
                          <a:sym typeface="+mn-ea"/>
                        </a:rPr>
                        <a:t>723</a:t>
                      </a:r>
                      <a:endParaRPr lang="en-US" altLang="zh-CN" sz="800" dirty="0">
                        <a:latin typeface="Meiryo UI" panose="020B0604030504040204" pitchFamily="50" charset="-128"/>
                        <a:ea typeface="Meiryo UI" panose="020B0604030504040204" pitchFamily="50" charset="-128"/>
                        <a:sym typeface="+mn-ea"/>
                      </a:endParaRPr>
                    </a:p>
                  </a:txBody>
                  <a:tcPr/>
                </a:tc>
                <a:tc>
                  <a:txBody>
                    <a:bodyPr/>
                    <a:lstStyle/>
                    <a:p>
                      <a:pPr>
                        <a:buNone/>
                      </a:pP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静的解析</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の</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手順</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をビルド</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手順</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の</a:t>
                      </a:r>
                      <a:r>
                        <a:rPr lang="en-US" altLang="zh-CN" sz="800" dirty="0">
                          <a:latin typeface="Meiryo UI" panose="020B0604030504040204" pitchFamily="50" charset="-128"/>
                          <a:ea typeface="Meiryo UI" panose="020B0604030504040204" pitchFamily="50" charset="-128"/>
                          <a:cs typeface="Meiryo UI" panose="020B0604030504040204" pitchFamily="50" charset="-128"/>
                          <a:sym typeface="+mn-ea"/>
                        </a:rPr>
                        <a:t>README.md</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としてまとめる</a:t>
                      </a:r>
                      <a:endPar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ctr">
                        <a:buNone/>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latin typeface="Meiryo UI" panose="020B0604030504040204" pitchFamily="50" charset="-128"/>
                        <a:ea typeface="Meiryo UI" panose="020B0604030504040204" pitchFamily="50" charset="-128"/>
                        <a:sym typeface="+mn-ea"/>
                      </a:endParaRPr>
                    </a:p>
                  </a:txBody>
                  <a:tcPr/>
                </a:tc>
                <a:tc>
                  <a:txBody>
                    <a:bodyPr/>
                    <a:lstStyle/>
                    <a:p>
                      <a:pPr>
                        <a:buNone/>
                      </a:pPr>
                      <a:r>
                        <a:rPr lang="ja-JP" altLang="en-US" sz="700" dirty="0">
                          <a:solidFill>
                            <a:schemeClr val="tx1"/>
                          </a:solidFill>
                          <a:latin typeface="Meiryo UI" panose="020B0604030504040204" pitchFamily="50" charset="-128"/>
                          <a:ea typeface="Meiryo UI" panose="020B0604030504040204" pitchFamily="50" charset="-128"/>
                          <a:sym typeface="+mn-ea"/>
                        </a:rPr>
                        <a:t>ビルド</a:t>
                      </a:r>
                      <a:r>
                        <a:rPr lang="zh-CN" altLang="en-US" sz="700" dirty="0">
                          <a:solidFill>
                            <a:schemeClr val="tx1"/>
                          </a:solidFill>
                          <a:latin typeface="Meiryo UI" panose="020B0604030504040204" pitchFamily="50" charset="-128"/>
                          <a:ea typeface="Meiryo UI" panose="020B0604030504040204" pitchFamily="50" charset="-128"/>
                          <a:sym typeface="+mn-ea"/>
                        </a:rPr>
                        <a:t>手順書</a:t>
                      </a:r>
                      <a:r>
                        <a:rPr lang="ja-JP" altLang="en-US" sz="700" dirty="0">
                          <a:solidFill>
                            <a:schemeClr val="tx1"/>
                          </a:solidFill>
                          <a:latin typeface="Meiryo UI" panose="020B0604030504040204" pitchFamily="50" charset="-128"/>
                          <a:ea typeface="Meiryo UI" panose="020B0604030504040204" pitchFamily="50" charset="-128"/>
                          <a:sym typeface="+mn-ea"/>
                        </a:rPr>
                        <a:t>に追記します</a:t>
                      </a:r>
                      <a:r>
                        <a:rPr lang="zh-CN" altLang="ja-JP" sz="700" dirty="0">
                          <a:solidFill>
                            <a:schemeClr val="tx1"/>
                          </a:solidFill>
                          <a:latin typeface="Meiryo UI" panose="020B0604030504040204" pitchFamily="50" charset="-128"/>
                          <a:ea typeface="Meiryo UI" panose="020B0604030504040204" pitchFamily="50" charset="-128"/>
                          <a:sym typeface="+mn-ea"/>
                        </a:rPr>
                        <a:t>。</a:t>
                      </a:r>
                      <a:r>
                        <a:rPr lang="ja-JP" altLang="zh-CN" sz="700" dirty="0">
                          <a:solidFill>
                            <a:schemeClr val="tx1"/>
                          </a:solidFill>
                          <a:latin typeface="Meiryo UI" panose="020B0604030504040204" pitchFamily="50" charset="-128"/>
                          <a:ea typeface="Meiryo UI" panose="020B0604030504040204" pitchFamily="50" charset="-128"/>
                          <a:sym typeface="+mn-ea"/>
                        </a:rPr>
                        <a:t>（</a:t>
                      </a:r>
                      <a:r>
                        <a:rPr lang="en-US" altLang="ja-JP" sz="700" dirty="0">
                          <a:solidFill>
                            <a:schemeClr val="tx1"/>
                          </a:solidFill>
                          <a:latin typeface="Meiryo UI" panose="020B0604030504040204" pitchFamily="50" charset="-128"/>
                          <a:ea typeface="Meiryo UI" panose="020B0604030504040204" pitchFamily="50" charset="-128"/>
                          <a:sym typeface="+mn-ea"/>
                        </a:rPr>
                        <a:t>5/16 提出</a:t>
                      </a:r>
                      <a:r>
                        <a:rPr lang="ja-JP" altLang="en-US" sz="700" dirty="0">
                          <a:solidFill>
                            <a:schemeClr val="tx1"/>
                          </a:solidFill>
                          <a:latin typeface="Meiryo UI" panose="020B0604030504040204" pitchFamily="50" charset="-128"/>
                          <a:ea typeface="Meiryo UI" panose="020B0604030504040204" pitchFamily="50" charset="-128"/>
                          <a:sym typeface="+mn-ea"/>
                        </a:rPr>
                        <a:t>済み</a:t>
                      </a:r>
                      <a:r>
                        <a:rPr lang="en-US" altLang="ja-JP" sz="700" dirty="0">
                          <a:solidFill>
                            <a:schemeClr val="tx1"/>
                          </a:solidFill>
                          <a:latin typeface="Meiryo UI" panose="020B0604030504040204" pitchFamily="50" charset="-128"/>
                          <a:ea typeface="Meiryo UI" panose="020B0604030504040204" pitchFamily="50" charset="-128"/>
                          <a:sym typeface="+mn-ea"/>
                        </a:rPr>
                        <a:t>）</a:t>
                      </a:r>
                      <a:endParaRPr lang="en-US" altLang="ja-JP" sz="700" dirty="0">
                        <a:solidFill>
                          <a:schemeClr val="tx1"/>
                        </a:solidFill>
                        <a:latin typeface="Meiryo UI" panose="020B0604030504040204" pitchFamily="50" charset="-128"/>
                        <a:ea typeface="Meiryo UI" panose="020B0604030504040204" pitchFamily="50" charset="-128"/>
                        <a:sym typeface="+mn-ea"/>
                      </a:endParaRPr>
                    </a:p>
                    <a:p>
                      <a:pPr>
                        <a:buNone/>
                      </a:pPr>
                      <a:r>
                        <a:rPr lang="en-US" altLang="ja-JP" sz="700" dirty="0">
                          <a:solidFill>
                            <a:schemeClr val="tx1"/>
                          </a:solidFill>
                          <a:latin typeface="Meiryo UI" panose="020B0604030504040204" pitchFamily="50" charset="-128"/>
                          <a:ea typeface="Meiryo UI" panose="020B0604030504040204" pitchFamily="50" charset="-128"/>
                          <a:sym typeface="+mn-ea"/>
                        </a:rPr>
                        <a:t>⇒</a:t>
                      </a:r>
                      <a:r>
                        <a:rPr lang="en-US" altLang="zh-CN" sz="700" dirty="0">
                          <a:solidFill>
                            <a:schemeClr val="tx1"/>
                          </a:solidFill>
                          <a:latin typeface="Meiryo UI" panose="020B0604030504040204" pitchFamily="50" charset="-128"/>
                          <a:ea typeface="Meiryo UI" panose="020B0604030504040204" pitchFamily="50" charset="-128"/>
                          <a:sym typeface="+mn-ea"/>
                        </a:rPr>
                        <a:t>Warning</a:t>
                      </a:r>
                      <a:r>
                        <a:rPr lang="ja-JP" altLang="en-US" sz="700" dirty="0">
                          <a:solidFill>
                            <a:schemeClr val="tx1"/>
                          </a:solidFill>
                          <a:latin typeface="Meiryo UI" panose="020B0604030504040204" pitchFamily="50" charset="-128"/>
                          <a:ea typeface="Meiryo UI" panose="020B0604030504040204" pitchFamily="50" charset="-128"/>
                          <a:sym typeface="+mn-ea"/>
                        </a:rPr>
                        <a:t>の対応方針</a:t>
                      </a:r>
                      <a:r>
                        <a:rPr lang="ja-JP" altLang="es-ES" sz="700" dirty="0">
                          <a:solidFill>
                            <a:schemeClr val="tx1"/>
                          </a:solidFill>
                          <a:latin typeface="Meiryo UI" panose="020B0604030504040204" pitchFamily="50" charset="-128"/>
                          <a:ea typeface="Meiryo UI" panose="020B0604030504040204" pitchFamily="50" charset="-128"/>
                          <a:sym typeface="+mn-ea"/>
                        </a:rPr>
                        <a:t>は</a:t>
                      </a:r>
                      <a:r>
                        <a:rPr lang="ja-JP" altLang="en-US" sz="700" dirty="0">
                          <a:solidFill>
                            <a:schemeClr val="tx1"/>
                          </a:solidFill>
                          <a:latin typeface="Meiryo UI" panose="020B0604030504040204" pitchFamily="50" charset="-128"/>
                          <a:ea typeface="Meiryo UI" panose="020B0604030504040204" pitchFamily="50" charset="-128"/>
                          <a:sym typeface="+mn-ea"/>
                        </a:rPr>
                        <a:t>検討</a:t>
                      </a:r>
                      <a:r>
                        <a:rPr lang="en-US" altLang="zh-CN" sz="700" dirty="0">
                          <a:solidFill>
                            <a:schemeClr val="tx1"/>
                          </a:solidFill>
                          <a:latin typeface="Meiryo UI" panose="020B0604030504040204" pitchFamily="50" charset="-128"/>
                          <a:ea typeface="Meiryo UI" panose="020B0604030504040204" pitchFamily="50" charset="-128"/>
                          <a:sym typeface="+mn-ea"/>
                        </a:rPr>
                        <a:t>中(10/24　提出</a:t>
                      </a:r>
                      <a:r>
                        <a:rPr lang="en-US" altLang="zh-CN" sz="7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済み</a:t>
                      </a:r>
                      <a:r>
                        <a:rPr lang="en-US" altLang="zh-CN" sz="700" dirty="0">
                          <a:solidFill>
                            <a:schemeClr val="tx1"/>
                          </a:solidFill>
                          <a:latin typeface="Meiryo UI" panose="020B0604030504040204" pitchFamily="50" charset="-128"/>
                          <a:ea typeface="Meiryo UI" panose="020B0604030504040204" pitchFamily="50" charset="-128"/>
                          <a:sym typeface="+mn-ea"/>
                        </a:rPr>
                        <a:t>)</a:t>
                      </a:r>
                      <a:endParaRPr lang="en-US" altLang="zh-CN" sz="700" dirty="0">
                        <a:solidFill>
                          <a:schemeClr val="tx1"/>
                        </a:solidFill>
                        <a:latin typeface="Meiryo UI" panose="020B0604030504040204" pitchFamily="50" charset="-128"/>
                        <a:ea typeface="Meiryo UI" panose="020B0604030504040204" pitchFamily="50" charset="-128"/>
                        <a:sym typeface="+mn-ea"/>
                      </a:endParaRPr>
                    </a:p>
                    <a:p>
                      <a:pPr>
                        <a:buNone/>
                      </a:pPr>
                      <a:r>
                        <a:rPr lang="en-US" altLang="zh-CN" sz="700" dirty="0">
                          <a:solidFill>
                            <a:schemeClr val="tx1"/>
                          </a:solidFill>
                          <a:latin typeface="Meiryo UI" panose="020B0604030504040204" pitchFamily="50" charset="-128"/>
                          <a:ea typeface="Meiryo UI" panose="020B0604030504040204" pitchFamily="50" charset="-128"/>
                          <a:sym typeface="+mn-ea"/>
                        </a:rPr>
                        <a:t>⇒SwiftLint</a:t>
                      </a:r>
                      <a:r>
                        <a:rPr lang="ja-JP" altLang="en-US" sz="700" dirty="0">
                          <a:solidFill>
                            <a:schemeClr val="tx1"/>
                          </a:solidFill>
                          <a:latin typeface="Meiryo UI" panose="020B0604030504040204" pitchFamily="50" charset="-128"/>
                          <a:ea typeface="Meiryo UI" panose="020B0604030504040204" pitchFamily="50" charset="-128"/>
                          <a:sym typeface="+mn-ea"/>
                        </a:rPr>
                        <a:t>のルール</a:t>
                      </a:r>
                      <a:r>
                        <a:rPr lang="ja-JP" altLang="es-ES" sz="700" dirty="0">
                          <a:solidFill>
                            <a:schemeClr val="tx1"/>
                          </a:solidFill>
                          <a:latin typeface="Meiryo UI" panose="020B0604030504040204" pitchFamily="50" charset="-128"/>
                          <a:ea typeface="Meiryo UI" panose="020B0604030504040204" pitchFamily="50" charset="-128"/>
                          <a:sym typeface="+mn-ea"/>
                        </a:rPr>
                        <a:t>は</a:t>
                      </a:r>
                      <a:r>
                        <a:rPr lang="ja-JP" altLang="en-US" sz="700" dirty="0">
                          <a:solidFill>
                            <a:schemeClr val="tx1"/>
                          </a:solidFill>
                          <a:latin typeface="Meiryo UI" panose="020B0604030504040204" pitchFamily="50" charset="-128"/>
                          <a:ea typeface="Meiryo UI" panose="020B0604030504040204" pitchFamily="50" charset="-128"/>
                          <a:sym typeface="+mn-ea"/>
                        </a:rPr>
                        <a:t>確認中（</a:t>
                      </a:r>
                      <a:r>
                        <a:rPr lang="en-US" altLang="zh-CN" sz="700" dirty="0">
                          <a:solidFill>
                            <a:schemeClr val="tx1"/>
                          </a:solidFill>
                          <a:latin typeface="Meiryo UI" panose="020B0604030504040204" pitchFamily="50" charset="-128"/>
                          <a:ea typeface="Meiryo UI" panose="020B0604030504040204" pitchFamily="50" charset="-128"/>
                          <a:sym typeface="+mn-ea"/>
                        </a:rPr>
                        <a:t>11/7　提出</a:t>
                      </a:r>
                      <a:r>
                        <a:rPr lang="ja-JP" altLang="en-US" sz="700" dirty="0">
                          <a:solidFill>
                            <a:schemeClr val="tx1"/>
                          </a:solidFill>
                          <a:latin typeface="Meiryo UI" panose="020B0604030504040204" pitchFamily="50" charset="-128"/>
                          <a:ea typeface="Meiryo UI" panose="020B0604030504040204" pitchFamily="50" charset="-128"/>
                          <a:sym typeface="+mn-ea"/>
                        </a:rPr>
                        <a:t>済み）</a:t>
                      </a:r>
                      <a:endParaRPr lang="en-US" altLang="ja-JP" sz="700" dirty="0">
                        <a:solidFill>
                          <a:schemeClr val="tx1"/>
                        </a:solidFill>
                        <a:latin typeface="Meiryo UI" panose="020B0604030504040204" pitchFamily="50" charset="-128"/>
                        <a:ea typeface="Meiryo UI" panose="020B0604030504040204" pitchFamily="50" charset="-128"/>
                        <a:sym typeface="+mn-ea"/>
                      </a:endParaRPr>
                    </a:p>
                    <a:p>
                      <a:pPr marL="0" algn="l" defTabSz="914400" rtl="0" eaLnBrk="1" latinLnBrk="0" hangingPunct="1">
                        <a:buNone/>
                      </a:pPr>
                      <a:r>
                        <a:rPr kumimoji="1" lang="en-US" altLang="zh-CN" sz="700" kern="1200" dirty="0">
                          <a:solidFill>
                            <a:schemeClr val="tx1"/>
                          </a:solidFill>
                          <a:latin typeface="Meiryo UI" panose="020B0604030504040204" pitchFamily="50" charset="-128"/>
                          <a:ea typeface="Meiryo UI" panose="020B0604030504040204" pitchFamily="50" charset="-128"/>
                          <a:cs typeface="+mn-cs"/>
                          <a:sym typeface="+mn-ea"/>
                        </a:rPr>
                        <a:t>⇒</a:t>
                      </a:r>
                      <a:r>
                        <a:rPr kumimoji="1" lang="ja-JP" altLang="en-US" sz="700" kern="1200" dirty="0">
                          <a:solidFill>
                            <a:schemeClr val="tx1"/>
                          </a:solidFill>
                          <a:latin typeface="Meiryo UI" panose="020B0604030504040204" pitchFamily="50" charset="-128"/>
                          <a:ea typeface="Meiryo UI" panose="020B0604030504040204" pitchFamily="50" charset="-128"/>
                          <a:cs typeface="+mn-cs"/>
                          <a:sym typeface="+mn-ea"/>
                        </a:rPr>
                        <a:t>設定情報の</a:t>
                      </a:r>
                      <a:r>
                        <a:rPr kumimoji="1" lang="en-US" altLang="ja-JP" sz="700" kern="1200" dirty="0">
                          <a:solidFill>
                            <a:schemeClr val="tx1"/>
                          </a:solidFill>
                          <a:latin typeface="Meiryo UI" panose="020B0604030504040204" pitchFamily="50" charset="-128"/>
                          <a:ea typeface="Meiryo UI" panose="020B0604030504040204" pitchFamily="50" charset="-128"/>
                          <a:cs typeface="+mn-cs"/>
                          <a:sym typeface="+mn-ea"/>
                        </a:rPr>
                        <a:t>value</a:t>
                      </a:r>
                      <a:r>
                        <a:rPr kumimoji="1" lang="ja-JP" altLang="en-US" sz="700" kern="1200" dirty="0">
                          <a:solidFill>
                            <a:schemeClr val="tx1"/>
                          </a:solidFill>
                          <a:latin typeface="Meiryo UI" panose="020B0604030504040204" pitchFamily="50" charset="-128"/>
                          <a:ea typeface="Meiryo UI" panose="020B0604030504040204" pitchFamily="50" charset="-128"/>
                          <a:cs typeface="+mn-cs"/>
                          <a:sym typeface="+mn-ea"/>
                        </a:rPr>
                        <a:t>をExcelに定義記載、</a:t>
                      </a:r>
                      <a:r>
                        <a:rPr kumimoji="1" lang="ja-JP" altLang="en-US" sz="700" kern="1200" dirty="0">
                          <a:solidFill>
                            <a:schemeClr val="tx1"/>
                          </a:solidFill>
                          <a:latin typeface="Meiryo UI" panose="020B0604030504040204" pitchFamily="50" charset="-128"/>
                          <a:ea typeface="Meiryo UI" panose="020B0604030504040204" pitchFamily="50" charset="-128"/>
                          <a:cs typeface="+mn-cs"/>
                        </a:rPr>
                        <a:t>提出</a:t>
                      </a:r>
                      <a:r>
                        <a:rPr kumimoji="1" lang="ja-JP" altLang="zh-CN" sz="700" kern="1200" dirty="0">
                          <a:solidFill>
                            <a:schemeClr val="tx1"/>
                          </a:solidFill>
                          <a:latin typeface="Meiryo UI" panose="020B0604030504040204" pitchFamily="50" charset="-128"/>
                          <a:ea typeface="Meiryo UI" panose="020B0604030504040204" pitchFamily="50" charset="-128"/>
                          <a:cs typeface="+mn-cs"/>
                          <a:sym typeface="+mn-ea"/>
                        </a:rPr>
                        <a:t>済み</a:t>
                      </a:r>
                      <a:r>
                        <a:rPr kumimoji="1" lang="ja-JP" altLang="en-US" sz="700" kern="1200" dirty="0">
                          <a:solidFill>
                            <a:schemeClr val="tx1"/>
                          </a:solidFill>
                          <a:latin typeface="Meiryo UI" panose="020B0604030504040204" pitchFamily="50" charset="-128"/>
                          <a:ea typeface="Meiryo UI" panose="020B0604030504040204" pitchFamily="50" charset="-128"/>
                          <a:cs typeface="+mn-cs"/>
                          <a:sym typeface="+mn-ea"/>
                        </a:rPr>
                        <a:t>(</a:t>
                      </a:r>
                      <a:r>
                        <a:rPr kumimoji="1" lang="en-US" altLang="ja-JP" sz="700" kern="1200" dirty="0">
                          <a:solidFill>
                            <a:schemeClr val="tx1"/>
                          </a:solidFill>
                          <a:latin typeface="Meiryo UI" panose="020B0604030504040204" pitchFamily="50" charset="-128"/>
                          <a:ea typeface="Meiryo UI" panose="020B0604030504040204" pitchFamily="50" charset="-128"/>
                          <a:cs typeface="+mn-cs"/>
                          <a:sym typeface="+mn-ea"/>
                        </a:rPr>
                        <a:t>5</a:t>
                      </a:r>
                      <a:r>
                        <a:rPr kumimoji="1" lang="ja-JP" altLang="en-US" sz="700" kern="1200" dirty="0">
                          <a:solidFill>
                            <a:schemeClr val="tx1"/>
                          </a:solidFill>
                          <a:latin typeface="Meiryo UI" panose="020B0604030504040204" pitchFamily="50" charset="-128"/>
                          <a:ea typeface="Meiryo UI" panose="020B0604030504040204" pitchFamily="50" charset="-128"/>
                          <a:cs typeface="+mn-cs"/>
                          <a:sym typeface="+mn-ea"/>
                        </a:rPr>
                        <a:t>/</a:t>
                      </a:r>
                      <a:r>
                        <a:rPr kumimoji="1" lang="en-US" altLang="ja-JP" sz="700" kern="1200" dirty="0">
                          <a:solidFill>
                            <a:schemeClr val="tx1"/>
                          </a:solidFill>
                          <a:latin typeface="Meiryo UI" panose="020B0604030504040204" pitchFamily="50" charset="-128"/>
                          <a:ea typeface="Meiryo UI" panose="020B0604030504040204" pitchFamily="50" charset="-128"/>
                          <a:cs typeface="+mn-cs"/>
                          <a:sym typeface="+mn-ea"/>
                        </a:rPr>
                        <a:t>25</a:t>
                      </a:r>
                      <a:r>
                        <a:rPr kumimoji="1" lang="ja-JP" altLang="en-US" sz="700" kern="1200" dirty="0">
                          <a:solidFill>
                            <a:schemeClr val="tx1"/>
                          </a:solidFill>
                          <a:latin typeface="Meiryo UI" panose="020B0604030504040204" pitchFamily="50" charset="-128"/>
                          <a:ea typeface="Meiryo UI" panose="020B0604030504040204" pitchFamily="50" charset="-128"/>
                          <a:cs typeface="+mn-cs"/>
                          <a:sym typeface="+mn-ea"/>
                        </a:rPr>
                        <a:t>)</a:t>
                      </a:r>
                      <a:endParaRPr kumimoji="1" lang="en-US" altLang="ja-JP" sz="700" kern="1200" dirty="0">
                        <a:solidFill>
                          <a:schemeClr val="tx1"/>
                        </a:solidFill>
                        <a:latin typeface="Meiryo UI" panose="020B0604030504040204" pitchFamily="50" charset="-128"/>
                        <a:ea typeface="Meiryo UI" panose="020B0604030504040204" pitchFamily="50" charset="-128"/>
                        <a:cs typeface="+mn-cs"/>
                        <a:sym typeface="+mn-ea"/>
                      </a:endParaRPr>
                    </a:p>
                    <a:p>
                      <a:pPr marL="0" algn="l" defTabSz="914400" rtl="0" eaLnBrk="1" latinLnBrk="0" hangingPunct="1">
                        <a:buNone/>
                      </a:pPr>
                      <a:r>
                        <a:rPr kumimoji="1" lang="en-US" altLang="zh-CN" sz="700" kern="1200" dirty="0">
                          <a:solidFill>
                            <a:schemeClr val="tx1"/>
                          </a:solidFill>
                          <a:latin typeface="Meiryo UI" panose="020B0604030504040204" pitchFamily="50" charset="-128"/>
                          <a:ea typeface="Meiryo UI" panose="020B0604030504040204" pitchFamily="50" charset="-128"/>
                          <a:cs typeface="+mn-cs"/>
                          <a:sym typeface="+mn-ea"/>
                        </a:rPr>
                        <a:t>⇒</a:t>
                      </a:r>
                      <a:r>
                        <a:rPr kumimoji="1" lang="en-US" altLang="zh-CN" sz="700" kern="1200" dirty="0">
                          <a:solidFill>
                            <a:srgbClr val="C00000"/>
                          </a:solidFill>
                          <a:latin typeface="Meiryo UI" panose="020B0604030504040204" pitchFamily="50" charset="-128"/>
                          <a:ea typeface="Meiryo UI" panose="020B0604030504040204" pitchFamily="50" charset="-128"/>
                          <a:cs typeface="+mn-cs"/>
                        </a:rPr>
                        <a:t>pipeline </a:t>
                      </a:r>
                      <a:r>
                        <a:rPr kumimoji="1" lang="zh-CN" altLang="en-US" sz="700" kern="1200" dirty="0">
                          <a:solidFill>
                            <a:srgbClr val="C00000"/>
                          </a:solidFill>
                          <a:latin typeface="Meiryo UI" panose="020B0604030504040204" pitchFamily="50" charset="-128"/>
                          <a:ea typeface="Meiryo UI" panose="020B0604030504040204" pitchFamily="50" charset="-128"/>
                          <a:cs typeface="+mn-cs"/>
                        </a:rPr>
                        <a:t>対応</a:t>
                      </a:r>
                      <a:r>
                        <a:rPr kumimoji="1" lang="ja-JP" altLang="en-US" sz="700" kern="1200" dirty="0">
                          <a:solidFill>
                            <a:srgbClr val="C00000"/>
                          </a:solidFill>
                          <a:latin typeface="Meiryo UI" panose="020B0604030504040204" pitchFamily="50" charset="-128"/>
                          <a:ea typeface="Meiryo UI" panose="020B0604030504040204" pitchFamily="50" charset="-128"/>
                          <a:cs typeface="+mn-cs"/>
                        </a:rPr>
                        <a:t>の</a:t>
                      </a:r>
                      <a:r>
                        <a:rPr kumimoji="1" lang="zh-CN" altLang="en-US" sz="700" kern="1200" dirty="0">
                          <a:solidFill>
                            <a:srgbClr val="C00000"/>
                          </a:solidFill>
                          <a:latin typeface="Meiryo UI" panose="020B0604030504040204" pitchFamily="50" charset="-128"/>
                          <a:ea typeface="Meiryo UI" panose="020B0604030504040204" pitchFamily="50" charset="-128"/>
                          <a:cs typeface="+mn-cs"/>
                        </a:rPr>
                        <a:t>提案</a:t>
                      </a:r>
                      <a:r>
                        <a:rPr kumimoji="1" lang="ja-JP" altLang="en-US" sz="700" kern="1200" dirty="0">
                          <a:solidFill>
                            <a:srgbClr val="C00000"/>
                          </a:solidFill>
                          <a:latin typeface="Meiryo UI" panose="020B0604030504040204" pitchFamily="50" charset="-128"/>
                          <a:ea typeface="Meiryo UI" panose="020B0604030504040204" pitchFamily="50" charset="-128"/>
                          <a:cs typeface="+mn-cs"/>
                        </a:rPr>
                        <a:t>を</a:t>
                      </a:r>
                      <a:r>
                        <a:rPr kumimoji="1" lang="zh-CN" altLang="en-US" sz="700" kern="1200" dirty="0">
                          <a:solidFill>
                            <a:srgbClr val="C00000"/>
                          </a:solidFill>
                          <a:latin typeface="Meiryo UI" panose="020B0604030504040204" pitchFamily="50" charset="-128"/>
                          <a:ea typeface="Meiryo UI" panose="020B0604030504040204" pitchFamily="50" charset="-128"/>
                          <a:cs typeface="+mn-cs"/>
                        </a:rPr>
                        <a:t>提出予定（</a:t>
                      </a:r>
                      <a:r>
                        <a:rPr kumimoji="1" lang="en-US" altLang="zh-CN" sz="700" kern="1200" dirty="0">
                          <a:solidFill>
                            <a:srgbClr val="C00000"/>
                          </a:solidFill>
                          <a:latin typeface="Meiryo UI" panose="020B0604030504040204" pitchFamily="50" charset="-128"/>
                          <a:ea typeface="Meiryo UI" panose="020B0604030504040204" pitchFamily="50" charset="-128"/>
                          <a:cs typeface="+mn-cs"/>
                        </a:rPr>
                        <a:t>6/23</a:t>
                      </a:r>
                      <a:r>
                        <a:rPr kumimoji="1" lang="zh-CN" altLang="en-US" sz="700" kern="1200" dirty="0">
                          <a:solidFill>
                            <a:srgbClr val="C00000"/>
                          </a:solidFill>
                          <a:latin typeface="Meiryo UI" panose="020B0604030504040204" pitchFamily="50" charset="-128"/>
                          <a:ea typeface="Meiryo UI" panose="020B0604030504040204" pitchFamily="50" charset="-128"/>
                          <a:cs typeface="+mn-cs"/>
                        </a:rPr>
                        <a:t>）</a:t>
                      </a:r>
                      <a:endParaRPr kumimoji="1" lang="zh-CN" altLang="en-US" sz="700" kern="1200" dirty="0">
                        <a:solidFill>
                          <a:srgbClr val="C00000"/>
                        </a:solidFill>
                        <a:latin typeface="Meiryo UI" panose="020B0604030504040204" pitchFamily="50" charset="-128"/>
                        <a:ea typeface="Meiryo UI" panose="020B0604030504040204" pitchFamily="50" charset="-128"/>
                        <a:cs typeface="+mn-cs"/>
                      </a:endParaRPr>
                    </a:p>
                    <a:p>
                      <a:pPr marL="0" algn="l" defTabSz="914400" rtl="0" eaLnBrk="1" latinLnBrk="0" hangingPunct="1">
                        <a:buNone/>
                      </a:pPr>
                      <a:r>
                        <a:rPr kumimoji="1" lang="en-US" altLang="zh-CN" sz="700" kern="1200" dirty="0">
                          <a:solidFill>
                            <a:srgbClr val="C00000"/>
                          </a:solidFill>
                          <a:latin typeface="Meiryo UI" panose="020B0604030504040204" pitchFamily="50" charset="-128"/>
                          <a:ea typeface="Meiryo UI" panose="020B0604030504040204" pitchFamily="50" charset="-128"/>
                          <a:cs typeface="+mn-cs"/>
                          <a:sym typeface="+mn-ea"/>
                        </a:rPr>
                        <a:t>⇒</a:t>
                      </a:r>
                      <a:r>
                        <a:rPr lang="en-US" altLang="zh-CN" sz="700" dirty="0">
                          <a:solidFill>
                            <a:srgbClr val="C00000"/>
                          </a:solidFill>
                          <a:latin typeface="Meiryo UI" panose="020B0604030504040204" pitchFamily="50" charset="-128"/>
                          <a:ea typeface="Meiryo UI" panose="020B0604030504040204" pitchFamily="50" charset="-128"/>
                          <a:sym typeface="+mn-ea"/>
                        </a:rPr>
                        <a:t>detek lintにおける一部のcheck項目の調整案、提出予定（6/23）</a:t>
                      </a:r>
                      <a:endParaRPr lang="ja-JP" altLang="zh-CN"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02565">
                <a:tc>
                  <a:txBody>
                    <a:bodyPr/>
                    <a:lstStyle/>
                    <a:p>
                      <a:pPr>
                        <a:buNone/>
                      </a:pPr>
                      <a:r>
                        <a:rPr lang="zh-CN" altLang="en-US" sz="800" dirty="0">
                          <a:latin typeface="Meiryo UI" panose="020B0604030504040204" pitchFamily="50" charset="-128"/>
                          <a:ea typeface="Meiryo UI" panose="020B0604030504040204" pitchFamily="50" charset="-128"/>
                          <a:sym typeface="+mn-ea"/>
                        </a:rPr>
                        <a:t>ETUBEPROJECTSDK-</a:t>
                      </a:r>
                      <a:r>
                        <a:rPr lang="en-US" altLang="zh-CN" sz="800" dirty="0">
                          <a:latin typeface="Meiryo UI" panose="020B0604030504040204" pitchFamily="50" charset="-128"/>
                          <a:ea typeface="Meiryo UI" panose="020B0604030504040204" pitchFamily="50" charset="-128"/>
                          <a:sym typeface="+mn-ea"/>
                        </a:rPr>
                        <a:t>417</a:t>
                      </a:r>
                      <a:endParaRPr lang="en-US" altLang="zh-CN" sz="800" dirty="0">
                        <a:latin typeface="Meiryo UI" panose="020B0604030504040204" pitchFamily="50" charset="-128"/>
                        <a:ea typeface="Meiryo UI" panose="020B0604030504040204" pitchFamily="50" charset="-128"/>
                        <a:sym typeface="+mn-ea"/>
                      </a:endParaRPr>
                    </a:p>
                  </a:txBody>
                  <a:tcPr/>
                </a:tc>
                <a:tc>
                  <a:txBody>
                    <a:bodyPr/>
                    <a:lstStyle/>
                    <a:p>
                      <a:pPr>
                        <a:buNone/>
                      </a:pPr>
                      <a:r>
                        <a:rPr lang="en-US" altLang="zh-CN" sz="800" dirty="0">
                          <a:latin typeface="Meiryo UI" panose="020B0604030504040204" pitchFamily="50" charset="-128"/>
                          <a:ea typeface="Meiryo UI" panose="020B0604030504040204" pitchFamily="50" charset="-128"/>
                          <a:cs typeface="Meiryo UI" panose="020B0604030504040204" pitchFamily="50" charset="-128"/>
                          <a:sym typeface="+mn-ea"/>
                        </a:rPr>
                        <a:t>[</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課題調査</a:t>
                      </a:r>
                      <a:r>
                        <a:rPr lang="en-US" altLang="zh-CN" sz="800" dirty="0">
                          <a:latin typeface="Meiryo UI" panose="020B0604030504040204" pitchFamily="50" charset="-128"/>
                          <a:ea typeface="Meiryo UI" panose="020B0604030504040204" pitchFamily="50" charset="-128"/>
                          <a:cs typeface="Meiryo UI" panose="020B0604030504040204" pitchFamily="50" charset="-128"/>
                          <a:sym typeface="+mn-ea"/>
                        </a:rPr>
                        <a:t>] OIDC</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対応</a:t>
                      </a:r>
                      <a:endPar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ctr">
                        <a:buNone/>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latin typeface="Meiryo UI" panose="020B0604030504040204" pitchFamily="50" charset="-128"/>
                        <a:ea typeface="Meiryo UI" panose="020B0604030504040204" pitchFamily="50" charset="-128"/>
                        <a:sym typeface="+mn-ea"/>
                      </a:endParaRPr>
                    </a:p>
                    <a:p>
                      <a:pPr algn="ctr">
                        <a:buNone/>
                      </a:pPr>
                      <a:endParaRPr lang="ja-JP" altLang="zh-CN" sz="800" dirty="0">
                        <a:latin typeface="Meiryo UI" panose="020B0604030504040204" pitchFamily="50" charset="-128"/>
                        <a:ea typeface="Meiryo UI" panose="020B0604030504040204" pitchFamily="50" charset="-128"/>
                        <a:sym typeface="+mn-ea"/>
                      </a:endParaRPr>
                    </a:p>
                  </a:txBody>
                  <a:tcPr/>
                </a:tc>
                <a:tc>
                  <a:txBody>
                    <a:bodyPr/>
                    <a:lstStyle/>
                    <a:p>
                      <a:pPr>
                        <a:buNone/>
                      </a:pPr>
                      <a:r>
                        <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OIDC</a:t>
                      </a:r>
                      <a:r>
                        <a:rPr lang="zh-CN"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対応</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した環境が確認済み（</a:t>
                      </a:r>
                      <a:r>
                        <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1007</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残り問題はまだ</a:t>
                      </a:r>
                      <a:r>
                        <a:rPr lang="zh-CN"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解決</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されていない</a:t>
                      </a:r>
                      <a:endPar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buNone/>
                      </a:pPr>
                      <a:r>
                        <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7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OIDCのSeqの確認結果</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は</a:t>
                      </a:r>
                      <a:r>
                        <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提出済み（10/17</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　</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SDK-455</a:t>
                      </a:r>
                      <a:r>
                        <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buNone/>
                      </a:pP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⇒SDK-455</a:t>
                      </a:r>
                      <a:r>
                        <a:rPr lang="ja-JP"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の指摘については、</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IF</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設計書を変更してなくて詳細設計を変更する必要がある（</a:t>
                      </a:r>
                      <a:r>
                        <a:rPr lang="en-US" altLang="zh-CN" sz="700" dirty="0">
                          <a:solidFill>
                            <a:schemeClr val="tx1"/>
                          </a:solidFill>
                          <a:latin typeface="Meiryo UI" panose="020B0604030504040204" pitchFamily="50" charset="-128"/>
                          <a:ea typeface="Meiryo UI" panose="020B0604030504040204" pitchFamily="50" charset="-128"/>
                          <a:sym typeface="+mn-ea"/>
                        </a:rPr>
                        <a:t>11/17　</a:t>
                      </a:r>
                      <a:r>
                        <a:rPr lang="en-US" altLang="zh-CN" sz="700" dirty="0" err="1">
                          <a:solidFill>
                            <a:schemeClr val="tx1"/>
                          </a:solidFill>
                          <a:latin typeface="Meiryo UI" panose="020B0604030504040204" pitchFamily="50" charset="-128"/>
                          <a:ea typeface="Meiryo UI" panose="020B0604030504040204" pitchFamily="50" charset="-128"/>
                          <a:sym typeface="+mn-ea"/>
                        </a:rPr>
                        <a:t>提出</a:t>
                      </a:r>
                      <a:r>
                        <a:rPr lang="ja-JP" altLang="en-US" sz="700" dirty="0">
                          <a:solidFill>
                            <a:schemeClr val="tx1"/>
                          </a:solidFill>
                          <a:latin typeface="Meiryo UI" panose="020B0604030504040204" pitchFamily="50" charset="-128"/>
                          <a:ea typeface="Meiryo UI" panose="020B0604030504040204" pitchFamily="50" charset="-128"/>
                          <a:sym typeface="+mn-ea"/>
                        </a:rPr>
                        <a:t>済み</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buNone/>
                      </a:pP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ja-JP"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基本設計修正中（2/3</a:t>
                      </a:r>
                      <a:r>
                        <a:rPr lang="ja-JP"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提出済み</a:t>
                      </a:r>
                      <a:r>
                        <a:rPr lang="ja-JP"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188595">
                <a:tc>
                  <a:txBody>
                    <a:bodyPr/>
                    <a:lstStyle/>
                    <a:p>
                      <a:pPr>
                        <a:buNone/>
                      </a:pPr>
                      <a:r>
                        <a:rPr lang="zh-CN" altLang="en-US" sz="800" dirty="0">
                          <a:solidFill>
                            <a:schemeClr val="tx1"/>
                          </a:solidFill>
                          <a:latin typeface="Meiryo UI" panose="020B0604030504040204" pitchFamily="50" charset="-128"/>
                          <a:ea typeface="Meiryo UI" panose="020B0604030504040204" pitchFamily="50" charset="-128"/>
                          <a:sym typeface="+mn-ea"/>
                        </a:rPr>
                        <a:t>ETUBEPROJECTSDK-</a:t>
                      </a:r>
                      <a:r>
                        <a:rPr lang="en-US" altLang="zh-CN" sz="800" dirty="0">
                          <a:solidFill>
                            <a:schemeClr val="tx1"/>
                          </a:solidFill>
                          <a:latin typeface="Meiryo UI" panose="020B0604030504040204" pitchFamily="50" charset="-128"/>
                          <a:ea typeface="Meiryo UI" panose="020B0604030504040204" pitchFamily="50" charset="-128"/>
                          <a:sym typeface="+mn-ea"/>
                        </a:rPr>
                        <a:t>218</a:t>
                      </a:r>
                      <a:endParaRPr lang="en-US" altLang="zh-CN"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a:buNone/>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課題調査</a:t>
                      </a: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 </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行動履歴</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情報</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アップロード</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ctr">
                        <a:buNone/>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latin typeface="Meiryo UI" panose="020B0604030504040204" pitchFamily="50" charset="-128"/>
                        <a:ea typeface="Meiryo UI" panose="020B0604030504040204" pitchFamily="50" charset="-128"/>
                        <a:sym typeface="+mn-ea"/>
                      </a:endParaRPr>
                    </a:p>
                  </a:txBody>
                  <a:tcPr/>
                </a:tc>
                <a:tc>
                  <a:txBody>
                    <a:bodyPr/>
                    <a:lstStyle/>
                    <a:p>
                      <a:pPr>
                        <a:buNone/>
                      </a:pPr>
                      <a:r>
                        <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新項目</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が追加された</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ため</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zh-CN"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法務</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確認が必要</a:t>
                      </a:r>
                      <a:endPar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buNone/>
                      </a:pPr>
                      <a:r>
                        <a:rPr lang="ja-JP"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Crash</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サービスの費用の調査</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は</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提出済み</a:t>
                      </a:r>
                      <a:endPar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buNone/>
                      </a:pP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データのダウンロード</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と</a:t>
                      </a:r>
                      <a:r>
                        <a:rPr lang="zh-CN"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移行</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に</a:t>
                      </a:r>
                      <a:r>
                        <a:rPr lang="zh-CN"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関</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する調査は提出済み（</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6/17</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buNone/>
                      </a:pPr>
                      <a:r>
                        <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⇒ETUBEPROJECTSDK-416</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で</a:t>
                      </a:r>
                      <a:r>
                        <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SDK</a:t>
                      </a:r>
                      <a:r>
                        <a:rPr lang="zh-CN"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外</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に</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送信される</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データリストの整理</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(10/17</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　提出済み</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329565">
                <a:tc>
                  <a:txBody>
                    <a:bodyPr/>
                    <a:lstStyle/>
                    <a:p>
                      <a:pPr>
                        <a:buNone/>
                      </a:pPr>
                      <a:r>
                        <a:rPr lang="zh-CN" altLang="en-US" sz="800" dirty="0">
                          <a:latin typeface="Meiryo UI" panose="020B0604030504040204" pitchFamily="50" charset="-128"/>
                          <a:ea typeface="Meiryo UI" panose="020B0604030504040204" pitchFamily="50" charset="-128"/>
                          <a:sym typeface="+mn-ea"/>
                        </a:rPr>
                        <a:t>ETUBEPROJECTSDK-</a:t>
                      </a:r>
                      <a:r>
                        <a:rPr lang="en-US" altLang="zh-CN" sz="800" dirty="0">
                          <a:latin typeface="Meiryo UI" panose="020B0604030504040204" pitchFamily="50" charset="-128"/>
                          <a:ea typeface="Meiryo UI" panose="020B0604030504040204" pitchFamily="50" charset="-128"/>
                          <a:sym typeface="+mn-ea"/>
                        </a:rPr>
                        <a:t>725</a:t>
                      </a:r>
                      <a:endParaRPr lang="en-US" altLang="zh-CN" sz="800" dirty="0">
                        <a:latin typeface="Meiryo UI" panose="020B0604030504040204" pitchFamily="50" charset="-128"/>
                        <a:ea typeface="Meiryo UI" panose="020B0604030504040204" pitchFamily="50" charset="-128"/>
                        <a:sym typeface="+mn-ea"/>
                      </a:endParaRPr>
                    </a:p>
                  </a:txBody>
                  <a:tcPr/>
                </a:tc>
                <a:tc>
                  <a:txBody>
                    <a:bodyPr/>
                    <a:lstStyle/>
                    <a:p>
                      <a:pPr>
                        <a:buNone/>
                      </a:pPr>
                      <a:r>
                        <a:rPr lang="en-US" altLang="zh-CN" sz="800" dirty="0">
                          <a:latin typeface="Meiryo UI" panose="020B0604030504040204" pitchFamily="50" charset="-128"/>
                          <a:ea typeface="Meiryo UI" panose="020B0604030504040204" pitchFamily="50" charset="-128"/>
                          <a:cs typeface="Meiryo UI" panose="020B0604030504040204" pitchFamily="50" charset="-128"/>
                          <a:sym typeface="+mn-ea"/>
                        </a:rPr>
                        <a:t>[</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課題調査</a:t>
                      </a:r>
                      <a:r>
                        <a:rPr lang="en-US" altLang="zh-CN" sz="800" dirty="0">
                          <a:latin typeface="Meiryo UI" panose="020B0604030504040204" pitchFamily="50" charset="-128"/>
                          <a:ea typeface="Meiryo UI" panose="020B0604030504040204" pitchFamily="50" charset="-128"/>
                          <a:cs typeface="Meiryo UI" panose="020B0604030504040204" pitchFamily="50" charset="-128"/>
                          <a:sym typeface="+mn-ea"/>
                        </a:rPr>
                        <a:t>]</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コマンド</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競合</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に</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関</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する</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修正</a:t>
                      </a:r>
                      <a:endPar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ctr">
                        <a:buNone/>
                      </a:pPr>
                      <a:r>
                        <a:rPr lang="ja-JP" altLang="zh-CN" sz="800" dirty="0">
                          <a:solidFill>
                            <a:schemeClr val="tx1"/>
                          </a:solidFill>
                          <a:latin typeface="Meiryo UI" panose="020B0604030504040204" pitchFamily="50" charset="-128"/>
                          <a:ea typeface="Meiryo UI" panose="020B0604030504040204" pitchFamily="50" charset="-128"/>
                          <a:sym typeface="+mn-ea"/>
                        </a:rPr>
                        <a:t>対応中</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algn="l" defTabSz="914400" rtl="0" eaLnBrk="1" latinLnBrk="0" hangingPunct="1">
                        <a:buNone/>
                      </a:pPr>
                      <a:r>
                        <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Connect interval </a:t>
                      </a:r>
                      <a:r>
                        <a:rPr lang="en-US" altLang="zh-CN" sz="7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の調査結果</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は</a:t>
                      </a:r>
                      <a:r>
                        <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提出済み（8/5)</a:t>
                      </a:r>
                      <a:endPar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algn="l" defTabSz="914400" rtl="0" eaLnBrk="1" latinLnBrk="0" hangingPunct="1">
                        <a:buNone/>
                      </a:pP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Queueに関連する対応案の指摘対応は、提出済</a:t>
                      </a:r>
                      <a:r>
                        <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み（8/11）</a:t>
                      </a:r>
                      <a:endPar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algn="l" defTabSz="914400" rtl="0" eaLnBrk="1" latinLnBrk="0" hangingPunct="1">
                        <a:buNone/>
                      </a:pPr>
                      <a:r>
                        <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SBSS</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a:t>
                      </a:r>
                      <a:r>
                        <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ApplicationCommand</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コマンド</a:t>
                      </a:r>
                      <a:r>
                        <a:rPr lang="zh-CN"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集約仕様書</a:t>
                      </a:r>
                      <a:r>
                        <a:rPr lang="ja-JP"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が確認済み、</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問題なし</a:t>
                      </a:r>
                      <a:endPar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187325">
                <a:tc>
                  <a:txBody>
                    <a:bodyPr/>
                    <a:lstStyle/>
                    <a:p>
                      <a:pPr>
                        <a:buNone/>
                      </a:pPr>
                      <a:r>
                        <a:rPr lang="en-US" altLang="ja-JP" sz="800" dirty="0">
                          <a:solidFill>
                            <a:schemeClr val="tx1"/>
                          </a:solidFill>
                          <a:latin typeface="Meiryo UI" panose="020B0604030504040204" pitchFamily="50" charset="-128"/>
                          <a:ea typeface="Meiryo UI" panose="020B0604030504040204" pitchFamily="50" charset="-128"/>
                          <a:sym typeface="+mn-ea"/>
                        </a:rPr>
                        <a:t>ETUBEPROJECTSDK-726</a:t>
                      </a:r>
                      <a:endParaRPr lang="en-US" altLang="ja-JP"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a:buNone/>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課題調査</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プリセットのDB同期の不具合調査</a:t>
                      </a:r>
                      <a:endParaRPr lang="en-US" altLang="ja-JP" sz="8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ctr">
                        <a:buNone/>
                      </a:pPr>
                      <a:r>
                        <a:rPr lang="en-US" altLang="ja-JP" sz="800">
                          <a:solidFill>
                            <a:schemeClr val="tx1"/>
                          </a:solidFill>
                          <a:latin typeface="Meiryo UI" panose="020B0604030504040204" pitchFamily="50" charset="-128"/>
                          <a:ea typeface="Meiryo UI" panose="020B0604030504040204" pitchFamily="50" charset="-128"/>
                          <a:sym typeface="+mn-ea"/>
                        </a:rPr>
                        <a:t>対応中</a:t>
                      </a:r>
                      <a:endParaRPr lang="en-US" altLang="ja-JP" sz="80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（ETUBEPROJECTSDK-1060）プリセット・個体情報定義の見直しについて、設計方針</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は</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提出ずみ(異常の場合を追記した)</a:t>
                      </a:r>
                      <a:endPar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新個体情報仕様書に</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基づき</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、persetファイル</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の</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設計</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は</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提出済み（6/6 </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ETUBEPROJECTSDK-1060</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algn="l" defTabSz="914400" rtl="0" eaLnBrk="1" fontAlgn="auto" latinLnBrk="0" hangingPunct="1">
                        <a:lnSpc>
                          <a:spcPct val="100000"/>
                        </a:lnSpc>
                        <a:spcBef>
                          <a:spcPts val="0"/>
                        </a:spcBef>
                        <a:buClrTx/>
                        <a:buSzTx/>
                        <a:buFontTx/>
                        <a:buNone/>
                      </a:pP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persetファイルの変更</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は</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提出済み（</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6/17</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r>
              <a:tr h="211455">
                <a:tc>
                  <a:txBody>
                    <a:bodyPr/>
                    <a:lstStyle/>
                    <a:p>
                      <a:pPr>
                        <a:buNone/>
                      </a:pPr>
                      <a:r>
                        <a:rPr lang="zh-CN" altLang="en-US" sz="800" dirty="0">
                          <a:latin typeface="Meiryo UI" panose="020B0604030504040204" pitchFamily="50" charset="-128"/>
                          <a:ea typeface="Meiryo UI" panose="020B0604030504040204" pitchFamily="50" charset="-128"/>
                          <a:sym typeface="+mn-ea"/>
                        </a:rPr>
                        <a:t>ETUBEPROJECTSDK-</a:t>
                      </a:r>
                      <a:r>
                        <a:rPr lang="en-US" altLang="zh-CN" sz="800" dirty="0">
                          <a:latin typeface="Meiryo UI" panose="020B0604030504040204" pitchFamily="50" charset="-128"/>
                          <a:ea typeface="Meiryo UI" panose="020B0604030504040204" pitchFamily="50" charset="-128"/>
                          <a:sym typeface="+mn-ea"/>
                        </a:rPr>
                        <a:t>967</a:t>
                      </a:r>
                      <a:endParaRPr lang="en-US" altLang="zh-CN" sz="800" dirty="0">
                        <a:latin typeface="Meiryo UI" panose="020B0604030504040204" pitchFamily="50" charset="-128"/>
                        <a:ea typeface="Meiryo UI" panose="020B0604030504040204" pitchFamily="50" charset="-128"/>
                        <a:sym typeface="+mn-ea"/>
                      </a:endParaRPr>
                    </a:p>
                  </a:txBody>
                  <a:tcPr/>
                </a:tc>
                <a:tc>
                  <a:txBody>
                    <a:bodyPr/>
                    <a:lstStyle/>
                    <a:p>
                      <a:pPr>
                        <a:buNone/>
                      </a:pP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ネイティブ</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処理</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の</a:t>
                      </a:r>
                      <a:r>
                        <a:rPr lang="en-US" altLang="zh-CN" sz="800" dirty="0">
                          <a:latin typeface="Meiryo UI" panose="020B0604030504040204" pitchFamily="50" charset="-128"/>
                          <a:ea typeface="Meiryo UI" panose="020B0604030504040204" pitchFamily="50" charset="-128"/>
                          <a:cs typeface="Meiryo UI" panose="020B0604030504040204" pitchFamily="50" charset="-128"/>
                          <a:sym typeface="+mn-ea"/>
                        </a:rPr>
                        <a:t>Kotlin/Native</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への</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移植可能性</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を</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検討</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する</a:t>
                      </a:r>
                      <a:endPar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ctr">
                        <a:buNone/>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solidFill>
                          <a:srgbClr val="FF0000"/>
                        </a:solidFill>
                        <a:latin typeface="Meiryo UI" panose="020B0604030504040204" pitchFamily="50" charset="-128"/>
                        <a:ea typeface="Meiryo UI" panose="020B0604030504040204" pitchFamily="50" charset="-128"/>
                        <a:sym typeface="+mn-ea"/>
                      </a:endParaRPr>
                    </a:p>
                  </a:txBody>
                  <a:tcPr/>
                </a:tc>
                <a:tc>
                  <a:txBody>
                    <a:bodyPr/>
                    <a:lstStyle/>
                    <a:p>
                      <a:pPr>
                        <a:buNone/>
                      </a:pP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指摘対応</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は</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提出済み（1/1４）</a:t>
                      </a:r>
                      <a:endPar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129540">
                <a:tc>
                  <a:txBody>
                    <a:bodyPr/>
                    <a:lstStyle/>
                    <a:p>
                      <a:pPr>
                        <a:buNone/>
                      </a:pPr>
                      <a:r>
                        <a:rPr lang="zh-CN" altLang="en-US" sz="800" dirty="0">
                          <a:latin typeface="Meiryo UI" panose="020B0604030504040204" pitchFamily="50" charset="-128"/>
                          <a:ea typeface="Meiryo UI" panose="020B0604030504040204" pitchFamily="50" charset="-128"/>
                          <a:sym typeface="+mn-ea"/>
                        </a:rPr>
                        <a:t>ETUBEPROJECTSDK-</a:t>
                      </a:r>
                      <a:r>
                        <a:rPr lang="en-US" altLang="zh-CN" sz="800" dirty="0">
                          <a:latin typeface="Meiryo UI" panose="020B0604030504040204" pitchFamily="50" charset="-128"/>
                          <a:ea typeface="Meiryo UI" panose="020B0604030504040204" pitchFamily="50" charset="-128"/>
                          <a:sym typeface="+mn-ea"/>
                        </a:rPr>
                        <a:t>971</a:t>
                      </a:r>
                      <a:endParaRPr lang="en-US" altLang="zh-CN" sz="800" dirty="0">
                        <a:latin typeface="Meiryo UI" panose="020B0604030504040204" pitchFamily="50" charset="-128"/>
                        <a:ea typeface="Meiryo UI" panose="020B0604030504040204" pitchFamily="50" charset="-128"/>
                        <a:sym typeface="+mn-ea"/>
                      </a:endParaRPr>
                    </a:p>
                  </a:txBody>
                  <a:tcPr/>
                </a:tc>
                <a:tc>
                  <a:txBody>
                    <a:bodyPr/>
                    <a:lstStyle/>
                    <a:p>
                      <a:pPr>
                        <a:buNone/>
                      </a:pP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モジュール</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間</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の</a:t>
                      </a:r>
                      <a:r>
                        <a:rPr lang="en-US" altLang="zh-CN" sz="800" dirty="0">
                          <a:latin typeface="Meiryo UI" panose="020B0604030504040204" pitchFamily="50" charset="-128"/>
                          <a:ea typeface="Meiryo UI" panose="020B0604030504040204" pitchFamily="50" charset="-128"/>
                          <a:cs typeface="Meiryo UI" panose="020B0604030504040204" pitchFamily="50" charset="-128"/>
                          <a:sym typeface="+mn-ea"/>
                        </a:rPr>
                        <a:t>Ver</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互換</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の</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確認処理</a:t>
                      </a: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の</a:t>
                      </a:r>
                      <a:r>
                        <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rPr>
                        <a:t>追加</a:t>
                      </a:r>
                      <a:endParaRPr lang="zh-CN" altLang="en-US" sz="8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ctr">
                        <a:buNone/>
                      </a:pPr>
                      <a:r>
                        <a:rPr lang="ja-JP" altLang="zh-CN" sz="800">
                          <a:latin typeface="Meiryo UI" panose="020B0604030504040204" pitchFamily="50" charset="-128"/>
                          <a:ea typeface="Meiryo UI" panose="020B0604030504040204" pitchFamily="50" charset="-128"/>
                          <a:sym typeface="+mn-ea"/>
                        </a:rPr>
                        <a:t>対応中</a:t>
                      </a:r>
                      <a:endParaRPr lang="ja-JP" altLang="zh-CN" sz="800">
                        <a:solidFill>
                          <a:srgbClr val="FF0000"/>
                        </a:solidFill>
                        <a:latin typeface="Meiryo UI" panose="020B0604030504040204" pitchFamily="50" charset="-128"/>
                        <a:ea typeface="Meiryo UI" panose="020B0604030504040204" pitchFamily="50" charset="-128"/>
                        <a:sym typeface="+mn-ea"/>
                      </a:endParaRPr>
                    </a:p>
                  </a:txBody>
                  <a:tcPr/>
                </a:tc>
                <a:tc>
                  <a:txBody>
                    <a:bodyPr/>
                    <a:lstStyle/>
                    <a:p>
                      <a:pPr>
                        <a:buNone/>
                      </a:pPr>
                      <a:r>
                        <a:rPr lang="zh-CN"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SDK基本設計</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書</a:t>
                      </a:r>
                      <a:r>
                        <a:rPr lang="zh-CN"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に記入した</a:t>
                      </a:r>
                      <a:endParaRPr lang="zh-CN"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r>
              <a:tr h="169545">
                <a:tc>
                  <a:txBody>
                    <a:bodyPr/>
                    <a:lstStyle/>
                    <a:p>
                      <a:pPr algn="l">
                        <a:buClrTx/>
                        <a:buSzTx/>
                        <a:buFontTx/>
                        <a:buNone/>
                      </a:pPr>
                      <a:r>
                        <a:rPr lang="en-US" altLang="zh-CN" sz="800" dirty="0">
                          <a:solidFill>
                            <a:schemeClr val="tx1"/>
                          </a:solidFill>
                          <a:latin typeface="Meiryo UI" panose="020B0604030504040204" pitchFamily="50" charset="-128"/>
                          <a:ea typeface="Meiryo UI" panose="020B0604030504040204" pitchFamily="50" charset="-128"/>
                          <a:sym typeface="+mn-ea"/>
                        </a:rPr>
                        <a:t>ETUBEPROJECTSDK-1018</a:t>
                      </a:r>
                      <a:endParaRPr lang="en-US" altLang="zh-CN"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a:buNone/>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SDK</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のテストツール</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設計</a:t>
                      </a:r>
                      <a:endPar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ctr">
                        <a:buNone/>
                      </a:pPr>
                      <a:r>
                        <a:rPr lang="en-US" altLang="zh-CN" sz="800" dirty="0">
                          <a:solidFill>
                            <a:schemeClr val="tx1"/>
                          </a:solidFill>
                          <a:latin typeface="Meiryo UI" panose="020B0604030504040204" pitchFamily="50" charset="-128"/>
                          <a:ea typeface="Meiryo UI" panose="020B0604030504040204" pitchFamily="50" charset="-128"/>
                          <a:sym typeface="+mn-ea"/>
                        </a:rPr>
                        <a:t>対応中</a:t>
                      </a:r>
                      <a:endParaRPr lang="en-US" altLang="zh-CN"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a:buNone/>
                      </a:pPr>
                      <a:r>
                        <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Web </a:t>
                      </a:r>
                      <a:r>
                        <a:rPr lang="en-US" altLang="zh-CN" sz="7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APIの設計方針</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は</a:t>
                      </a:r>
                      <a:r>
                        <a:rPr lang="en-US" altLang="zh-CN" sz="7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提出</a:t>
                      </a:r>
                      <a:r>
                        <a:rPr lang="en-US" altLang="zh-CN" sz="7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済み</a:t>
                      </a:r>
                      <a:r>
                        <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(12/24)</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、ベース</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は</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作成中</a:t>
                      </a:r>
                      <a:endPar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59080">
                <a:tc>
                  <a:txBody>
                    <a:bodyPr/>
                    <a:lstStyle/>
                    <a:p>
                      <a:pPr algn="l">
                        <a:buClrTx/>
                        <a:buSzTx/>
                        <a:buFontTx/>
                        <a:buNone/>
                      </a:pPr>
                      <a:r>
                        <a:rPr lang="en-US" altLang="zh-CN" sz="800" dirty="0">
                          <a:solidFill>
                            <a:schemeClr val="tx1"/>
                          </a:solidFill>
                          <a:latin typeface="Meiryo UI" panose="020B0604030504040204" pitchFamily="50" charset="-128"/>
                          <a:ea typeface="Meiryo UI" panose="020B0604030504040204" pitchFamily="50" charset="-128"/>
                          <a:sym typeface="+mn-ea"/>
                        </a:rPr>
                        <a:t>ETUBEPROJECTSDK-1033</a:t>
                      </a:r>
                      <a:endParaRPr lang="en-US" altLang="zh-CN"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a:buNone/>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[Q&amp;A]SDK</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本体</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配信方法</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について</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ctr">
                        <a:buNone/>
                      </a:pPr>
                      <a:r>
                        <a:rPr lang="ja-JP" altLang="en-US" sz="800" dirty="0">
                          <a:solidFill>
                            <a:schemeClr val="tx1"/>
                          </a:solidFill>
                          <a:latin typeface="Meiryo UI" panose="020B0604030504040204" pitchFamily="50" charset="-128"/>
                          <a:ea typeface="Meiryo UI" panose="020B0604030504040204" pitchFamily="50" charset="-128"/>
                          <a:sym typeface="+mn-ea"/>
                        </a:rPr>
                        <a:t>対応中</a:t>
                      </a:r>
                      <a:endParaRPr lang="ja-JP" altLang="en-US"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a:buNone/>
                      </a:pPr>
                      <a:r>
                        <a:rPr lang="en-US"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Maven</a:t>
                      </a:r>
                      <a:r>
                        <a:rPr lang="ja-JP"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サービスの作成手順</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は</a:t>
                      </a:r>
                      <a:r>
                        <a:rPr lang="ja-JP"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提出済み（</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03/17</a:t>
                      </a:r>
                      <a:r>
                        <a:rPr lang="ja-JP"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lang="ja-JP"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buNone/>
                      </a:pP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AWS</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の</a:t>
                      </a:r>
                      <a:r>
                        <a:rPr lang="zh-CN"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構築手順</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は</a:t>
                      </a:r>
                      <a:r>
                        <a:rPr lang="ja-JP"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提出済み（</a:t>
                      </a:r>
                      <a:r>
                        <a:rPr lang="en-US" altLang="ja-JP"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03/27</a:t>
                      </a:r>
                      <a:r>
                        <a:rPr lang="ja-JP"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lang="ja-JP" altLang="zh-CN"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r>
              <a:tr h="21780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ETUBEPROJECTSDK-1054</a:t>
                      </a:r>
                      <a:endPar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l">
                        <a:buClrTx/>
                        <a:buSzTx/>
                        <a:buFontTx/>
                        <a:buNone/>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SDK</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利用の複数アプリが同じ自転車に　接続する際の動作調査</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sym typeface="+mn-ea"/>
                        </a:rPr>
                        <a:t>対応中</a:t>
                      </a:r>
                      <a:endParaRPr lang="ja-JP" altLang="en-US"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algn="l">
                        <a:buClrTx/>
                        <a:buSzTx/>
                        <a:buNone/>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en-US" altLang="zh-CN" sz="8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新調査結果</a:t>
                      </a:r>
                      <a:r>
                        <a:rPr lang="ja-JP" altLang="es-E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は</a:t>
                      </a: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提出済み（04/07）</a:t>
                      </a:r>
                      <a:endPar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1780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ETUBEPROJECTSDK-1701</a:t>
                      </a:r>
                      <a:endPar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ファイル暗号化仕様書</a:t>
                      </a:r>
                      <a:endPar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sym typeface="+mn-ea"/>
                        </a:rPr>
                        <a:t>対応中</a:t>
                      </a:r>
                      <a:endParaRPr lang="ja-JP" altLang="en-US"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指摘対応</a:t>
                      </a:r>
                      <a:r>
                        <a:rPr lang="ja-JP" altLang="es-E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は</a:t>
                      </a:r>
                      <a:r>
                        <a:rPr lang="ja-JP" altLang="en-US" sz="7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提出済</a:t>
                      </a:r>
                      <a:r>
                        <a:rPr lang="ja-JP" altLang="en-US" sz="7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み</a:t>
                      </a:r>
                      <a:r>
                        <a:rPr kumimoji="1" lang="ja-JP" altLang="en-US" sz="700" kern="12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en-US" altLang="ja-JP" sz="700" kern="12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6</a:t>
                      </a:r>
                      <a:r>
                        <a:rPr kumimoji="1" lang="ja-JP" altLang="en-US" sz="700" kern="12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en-US" altLang="ja-JP" sz="700" kern="12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17</a:t>
                      </a:r>
                      <a:r>
                        <a:rPr kumimoji="1" lang="ja-JP" altLang="en-US" sz="700" kern="12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kumimoji="1" lang="ja-JP" altLang="en-US" sz="700" kern="12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1780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800" dirty="0">
                          <a:effectLst/>
                        </a:rPr>
                        <a:t>ETUBEPROJECTSDK-1014</a:t>
                      </a:r>
                      <a:endParaRPr lang="en-US" altLang="zh-CN" sz="800" dirty="0">
                        <a:effectLs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SDK</a:t>
                      </a:r>
                      <a:r>
                        <a:rPr kumimoji="1" lang="zh-CN"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基本設計書</a:t>
                      </a:r>
                      <a:endParaRPr kumimoji="1" lang="zh-CN"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sym typeface="+mn-ea"/>
                        </a:rPr>
                        <a:t>対応中</a:t>
                      </a:r>
                      <a:endParaRPr lang="ja-JP" altLang="en-US"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700" kern="12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修正方針の提出予定（</a:t>
                      </a:r>
                      <a:r>
                        <a:rPr kumimoji="1" lang="en-US" altLang="ja-JP" sz="700" kern="12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6</a:t>
                      </a:r>
                      <a:r>
                        <a:rPr kumimoji="1" lang="ja-JP" altLang="en-US" sz="700" kern="12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en-US" altLang="ja-JP" sz="700" kern="12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23</a:t>
                      </a:r>
                      <a:r>
                        <a:rPr kumimoji="1" lang="ja-JP" altLang="en-US" sz="700" kern="12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kumimoji="1" lang="ja-JP" altLang="en-US" sz="700" kern="12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4167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800" dirty="0">
                          <a:effectLst/>
                        </a:rPr>
                        <a:t>ETUBEPROJECTSDK-1788</a:t>
                      </a:r>
                      <a:endParaRPr lang="en-US" altLang="zh-CN" sz="800" dirty="0">
                        <a:effectLs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課題調査</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kern="12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ClaudeCode</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による確認結果から</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SDK</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基本設計書の修正内容を決定する</a:t>
                      </a:r>
                      <a:endPar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sym typeface="+mn-ea"/>
                        </a:rPr>
                        <a:t>対応中</a:t>
                      </a:r>
                      <a:endParaRPr lang="ja-JP" altLang="en-US"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700" kern="12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同上</a:t>
                      </a:r>
                      <a:endParaRPr kumimoji="1" lang="ja-JP" altLang="en-US" sz="700" kern="12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1780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800" dirty="0">
                          <a:effectLst/>
                        </a:rPr>
                        <a:t>ETUBEPROJECTSDK-1789</a:t>
                      </a:r>
                      <a:endParaRPr lang="en-US" altLang="zh-CN" sz="800" dirty="0">
                        <a:effectLs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課題調査</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kern="12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ClaudeCode</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による設計分析結果から対処すべき事項を決定する</a:t>
                      </a:r>
                      <a:endPar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sym typeface="+mn-ea"/>
                        </a:rPr>
                        <a:t>対応中</a:t>
                      </a:r>
                      <a:endParaRPr lang="ja-JP" altLang="en-US"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7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修正方針の提出予定（</a:t>
                      </a:r>
                      <a:r>
                        <a:rPr lang="en-US" altLang="ja-JP" sz="7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6</a:t>
                      </a:r>
                      <a:r>
                        <a:rPr lang="ja-JP" altLang="en-US" sz="7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7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23</a:t>
                      </a:r>
                      <a:r>
                        <a:rPr lang="ja-JP" altLang="en-US" sz="7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kumimoji="1" lang="ja-JP" altLang="en-US" sz="700" kern="12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1780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800" dirty="0">
                          <a:effectLst/>
                          <a:sym typeface="+mn-ea"/>
                        </a:rPr>
                        <a:t>ETUBEPROJECTSDK-1793</a:t>
                      </a:r>
                      <a:endParaRPr lang="en-US" altLang="zh-CN" sz="800" dirty="0">
                        <a:effectLs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サンプルアプリ</a:t>
                      </a:r>
                      <a:endPar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sym typeface="+mn-ea"/>
                        </a:rPr>
                        <a:t>対応中</a:t>
                      </a:r>
                      <a:endParaRPr lang="ja-JP" altLang="en-US"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algn="l" defTabSz="914400" rtl="0" eaLnBrk="1" fontAlgn="auto" latinLnBrk="0" hangingPunct="1">
                        <a:lnSpc>
                          <a:spcPct val="100000"/>
                        </a:lnSpc>
                        <a:spcBef>
                          <a:spcPts val="0"/>
                        </a:spcBef>
                        <a:buClrTx/>
                        <a:buSzTx/>
                        <a:buFontTx/>
                        <a:buNone/>
                      </a:pPr>
                      <a:r>
                        <a:rPr lang="en-US" altLang="zh-CN" sz="800" dirty="0" err="1">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最新のSDKを利用し、サンプルアプリ</a:t>
                      </a:r>
                      <a:r>
                        <a:rPr lang="ja-JP" altLang="es-E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は</a:t>
                      </a:r>
                      <a:r>
                        <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提出済み</a:t>
                      </a: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（6/16）</a:t>
                      </a:r>
                      <a:endPar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占位符 1"/>
          <p:cNvSpPr txBox="1"/>
          <p:nvPr/>
        </p:nvSpPr>
        <p:spPr>
          <a:xfrm>
            <a:off x="320040" y="196215"/>
            <a:ext cx="2626995" cy="572770"/>
          </a:xfrm>
          <a:prstGeom prst="rect">
            <a:avLst/>
          </a:prstGeom>
        </p:spPr>
        <p:txBody>
          <a:bodyPr>
            <a:normAutofit/>
          </a:bodyPr>
          <a:lstStyle>
            <a:lvl1pPr marL="0" indent="0" algn="l" defTabSz="914400" rtl="0" eaLnBrk="1" latinLnBrk="0" hangingPunct="1">
              <a:lnSpc>
                <a:spcPct val="100000"/>
              </a:lnSpc>
              <a:spcBef>
                <a:spcPts val="0"/>
              </a:spcBef>
              <a:buFont typeface="Arial" panose="020B0604020202020204" pitchFamily="34" charset="0"/>
              <a:buNone/>
              <a:defRPr sz="3200" b="1" kern="1200" baseline="0">
                <a:solidFill>
                  <a:srgbClr val="323232"/>
                </a:solidFill>
                <a:latin typeface="Verdana" panose="020B0604030504040204" charset="0"/>
                <a:ea typeface="Microsoft YaHei" panose="020B0503020204020204" pitchFamily="34" charset="-122"/>
                <a:cs typeface="Verdana" panose="020B060403050404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ja-JP" altLang="en-US" sz="2700" dirty="0" err="1">
                <a:latin typeface="Meiryo UI" panose="020B0604030504040204" pitchFamily="50" charset="-128"/>
                <a:ea typeface="Meiryo UI" panose="020B0604030504040204" pitchFamily="50" charset="-128"/>
              </a:rPr>
              <a:t>課題の対応状態</a:t>
            </a:r>
            <a:r>
              <a:rPr lang="en-US" altLang="ja-JP" sz="2700" dirty="0" err="1">
                <a:latin typeface="Meiryo UI" panose="020B0604030504040204" pitchFamily="50" charset="-128"/>
                <a:ea typeface="Meiryo UI" panose="020B0604030504040204" pitchFamily="50" charset="-128"/>
              </a:rPr>
              <a:t> </a:t>
            </a:r>
            <a:endParaRPr lang="ja-JP" altLang="ja-JP" sz="2700" dirty="0" err="1">
              <a:latin typeface="Meiryo UI" panose="020B0604030504040204" pitchFamily="50" charset="-128"/>
              <a:ea typeface="SimSun" panose="02010600030101010101" pitchFamily="2" charset="-122"/>
            </a:endParaRPr>
          </a:p>
        </p:txBody>
      </p:sp>
      <p:graphicFrame>
        <p:nvGraphicFramePr>
          <p:cNvPr id="2" name="表格 1"/>
          <p:cNvGraphicFramePr/>
          <p:nvPr>
            <p:custDataLst>
              <p:tags r:id="rId1"/>
            </p:custDataLst>
          </p:nvPr>
        </p:nvGraphicFramePr>
        <p:xfrm>
          <a:off x="320040" y="673735"/>
          <a:ext cx="11386185" cy="6156435"/>
        </p:xfrm>
        <a:graphic>
          <a:graphicData uri="http://schemas.openxmlformats.org/drawingml/2006/table">
            <a:tbl>
              <a:tblPr firstRow="1" bandRow="1">
                <a:tableStyleId>{5C22544A-7EE6-4342-B048-85BDC9FD1C3A}</a:tableStyleId>
              </a:tblPr>
              <a:tblGrid>
                <a:gridCol w="1731010"/>
                <a:gridCol w="3582035"/>
                <a:gridCol w="792480"/>
                <a:gridCol w="5280660"/>
              </a:tblGrid>
              <a:tr h="219710">
                <a:tc>
                  <a:txBody>
                    <a:bodyPr/>
                    <a:lstStyle/>
                    <a:p>
                      <a:pPr>
                        <a:buNone/>
                      </a:pPr>
                      <a:r>
                        <a:rPr lang="ja-JP" altLang="en-US" sz="900" dirty="0">
                          <a:latin typeface="Meiryo UI" panose="020B0604030504040204" pitchFamily="50" charset="-128"/>
                          <a:ea typeface="Meiryo UI" panose="020B0604030504040204" pitchFamily="50" charset="-128"/>
                          <a:cs typeface="Meiryo UI" panose="020B0604030504040204" pitchFamily="50" charset="-128"/>
                        </a:rPr>
                        <a:t>関連</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JIRA</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a:buNone/>
                      </a:pPr>
                      <a:endParaRPr lang="ja-JP" altLang="en-US" sz="900" dirty="0">
                        <a:latin typeface="Meiryo UI" panose="020B0604030504040204" pitchFamily="50" charset="-128"/>
                        <a:ea typeface="Meiryo UI" panose="020B0604030504040204" pitchFamily="50" charset="-128"/>
                      </a:endParaRPr>
                    </a:p>
                  </a:txBody>
                  <a:tcPr/>
                </a:tc>
                <a:tc>
                  <a:txBody>
                    <a:bodyPr/>
                    <a:lstStyle/>
                    <a:p>
                      <a:pPr algn="ctr">
                        <a:buClrTx/>
                        <a:buSzTx/>
                        <a:buFontTx/>
                        <a:buNone/>
                      </a:pPr>
                      <a:r>
                        <a:rPr lang="ja-JP" altLang="ja-JP" sz="900">
                          <a:latin typeface="Meiryo UI" panose="020B0604030504040204" pitchFamily="50" charset="-128"/>
                          <a:ea typeface="Meiryo UI" panose="020B0604030504040204" pitchFamily="50" charset="-128"/>
                        </a:rPr>
                        <a:t>状態</a:t>
                      </a:r>
                      <a:endParaRPr lang="ja-JP" altLang="ja-JP" sz="900">
                        <a:latin typeface="Meiryo UI" panose="020B0604030504040204" pitchFamily="50" charset="-128"/>
                        <a:ea typeface="Meiryo UI" panose="020B0604030504040204" pitchFamily="50" charset="-128"/>
                      </a:endParaRPr>
                    </a:p>
                  </a:txBody>
                  <a:tcPr/>
                </a:tc>
                <a:tc>
                  <a:txBody>
                    <a:bodyPr/>
                    <a:lstStyle/>
                    <a:p>
                      <a:pPr algn="l">
                        <a:buClrTx/>
                        <a:buSzTx/>
                        <a:buFontTx/>
                        <a:buNone/>
                      </a:pPr>
                      <a:r>
                        <a:rPr lang="ja-JP" altLang="en-US" sz="900">
                          <a:latin typeface="Meiryo UI" panose="020B0604030504040204" pitchFamily="50" charset="-128"/>
                          <a:ea typeface="Meiryo UI" panose="020B0604030504040204" pitchFamily="50" charset="-128"/>
                        </a:rPr>
                        <a:t>説明</a:t>
                      </a:r>
                      <a:endParaRPr lang="ja-JP" altLang="en-US" sz="900">
                        <a:latin typeface="Meiryo UI" panose="020B0604030504040204" pitchFamily="50" charset="-128"/>
                        <a:ea typeface="Meiryo UI" panose="020B0604030504040204" pitchFamily="50" charset="-128"/>
                      </a:endParaRPr>
                    </a:p>
                  </a:txBody>
                  <a:tcPr/>
                </a:tc>
              </a:tr>
              <a:tr h="67479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ETUBEPROJECTSDK-1587</a:t>
                      </a:r>
                      <a:endPar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l">
                        <a:buClrTx/>
                        <a:buSzTx/>
                        <a:buFontTx/>
                        <a:buNone/>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課題調査</a:t>
                      </a: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 </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ユニットから</a:t>
                      </a: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WhiteList</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をブロックされた</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場合</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挙動</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とその</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対策検討</a:t>
                      </a:r>
                      <a:endPar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sym typeface="+mn-ea"/>
                        </a:rPr>
                        <a:t>対応中</a:t>
                      </a:r>
                      <a:endParaRPr lang="ja-JP" altLang="en-US"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a:buNone/>
                      </a:pP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Android側のAOSPにより、提出済み（12/25）</a:t>
                      </a:r>
                      <a:endPar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buNone/>
                      </a:pP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en-US" altLang="ja-JP" sz="800" kern="12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isBonded</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の判定を行うのかのご提案</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が</a:t>
                      </a:r>
                      <a:r>
                        <a:rPr lang="en-US" altLang="zh-CN" sz="800" baseline="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22</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日に提出</a:t>
                      </a:r>
                      <a:r>
                        <a:rPr lang="ja-JP"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済み</a:t>
                      </a:r>
                      <a:endPar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buNone/>
                      </a:pP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弱信号状況の調査結果は、</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26 </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日に提出済み</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buClrTx/>
                        <a:buSzTx/>
                        <a:buNone/>
                      </a:pPr>
                      <a:r>
                        <a:rPr lang="en-US" altLang="ja-JP" sz="800" dirty="0">
                          <a:solidFill>
                            <a:schemeClr val="tx1"/>
                          </a:solidFill>
                          <a:latin typeface="Meiryo UI" panose="020B0604030504040204" pitchFamily="50" charset="-128"/>
                          <a:ea typeface="SimSun" panose="02010600030101010101" pitchFamily="2" charset="-122"/>
                          <a:cs typeface="Meiryo UI" panose="020B0604030504040204" pitchFamily="50" charset="-128"/>
                        </a:rPr>
                        <a:t>⇒</a:t>
                      </a:r>
                      <a:r>
                        <a:rPr lang="ja-JP" altLang="en-US" sz="800" b="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指摘対応は、</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2/3 提出</a:t>
                      </a:r>
                      <a:r>
                        <a:rPr lang="ja-JP" altLang="en-US" sz="800" b="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済み</a:t>
                      </a:r>
                      <a:endParaRPr lang="ja-JP" altLang="en-US" sz="800" b="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None/>
                      </a:pPr>
                      <a:r>
                        <a:rPr lang="en-US" altLang="zh-CN"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⇒iOS</a:t>
                      </a:r>
                      <a:r>
                        <a:rPr lang="zh-CN"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側</a:t>
                      </a:r>
                      <a:r>
                        <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は</a:t>
                      </a:r>
                      <a:r>
                        <a:rPr lang="zh-CN"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、実機</a:t>
                      </a:r>
                      <a:r>
                        <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の</a:t>
                      </a:r>
                      <a:r>
                        <a:rPr lang="zh-CN"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動作確認</a:t>
                      </a:r>
                      <a:r>
                        <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した</a:t>
                      </a:r>
                      <a:r>
                        <a:rPr lang="zh-CN"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後</a:t>
                      </a:r>
                      <a:r>
                        <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で</a:t>
                      </a:r>
                      <a:r>
                        <a:rPr lang="zh-CN"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、報告</a:t>
                      </a:r>
                      <a:r>
                        <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いたします</a:t>
                      </a:r>
                      <a:r>
                        <a:rPr lang="zh-CN"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a:t>
                      </a:r>
                      <a:endParaRPr lang="zh-CN"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endParaRPr>
                    </a:p>
                  </a:txBody>
                  <a:tcPr/>
                </a:tc>
              </a:tr>
              <a:tr h="408305">
                <a:tc>
                  <a:txBody>
                    <a:bodyPr/>
                    <a:lstStyle/>
                    <a:p>
                      <a:pPr>
                        <a:buNone/>
                      </a:pPr>
                      <a:r>
                        <a:rPr lang="zh-CN" altLang="en-US" sz="800" dirty="0">
                          <a:latin typeface="Meiryo UI" panose="020B0604030504040204" pitchFamily="50" charset="-128"/>
                          <a:ea typeface="Meiryo UI" panose="020B0604030504040204" pitchFamily="50" charset="-128"/>
                          <a:sym typeface="+mn-ea"/>
                        </a:rPr>
                        <a:t>ETUBEPROJECTSDK-</a:t>
                      </a:r>
                      <a:r>
                        <a:rPr lang="en-US" altLang="zh-CN" sz="800" dirty="0">
                          <a:latin typeface="Meiryo UI" panose="020B0604030504040204" pitchFamily="50" charset="-128"/>
                          <a:ea typeface="Meiryo UI" panose="020B0604030504040204" pitchFamily="50" charset="-128"/>
                          <a:sym typeface="+mn-ea"/>
                        </a:rPr>
                        <a:t>1624</a:t>
                      </a:r>
                      <a:endParaRPr lang="en-US" altLang="zh-CN" sz="800" dirty="0">
                        <a:latin typeface="Meiryo UI" panose="020B0604030504040204" pitchFamily="50" charset="-128"/>
                        <a:ea typeface="Meiryo UI" panose="020B0604030504040204" pitchFamily="50" charset="-128"/>
                        <a:sym typeface="+mn-ea"/>
                      </a:endParaRPr>
                    </a:p>
                  </a:txBody>
                  <a:tcPr/>
                </a:tc>
                <a:tc>
                  <a:txBody>
                    <a:bodyPr/>
                    <a:lstStyle/>
                    <a:p>
                      <a:r>
                        <a:rPr lang="en-US" altLang="zh-CN" sz="800" dirty="0">
                          <a:latin typeface="Meiryo UI" panose="020B0604030504040204" pitchFamily="50" charset="-128"/>
                          <a:ea typeface="Meiryo UI" panose="020B0604030504040204" pitchFamily="50" charset="-128"/>
                          <a:cs typeface="Meiryo UI" panose="020B0604030504040204" pitchFamily="50" charset="-128"/>
                        </a:rPr>
                        <a:t>[</a:t>
                      </a:r>
                      <a:r>
                        <a:rPr lang="zh-CN" altLang="en-US" sz="800" dirty="0">
                          <a:latin typeface="Meiryo UI" panose="020B0604030504040204" pitchFamily="50" charset="-128"/>
                          <a:ea typeface="Meiryo UI" panose="020B0604030504040204" pitchFamily="50" charset="-128"/>
                          <a:cs typeface="Meiryo UI" panose="020B0604030504040204" pitchFamily="50" charset="-128"/>
                        </a:rPr>
                        <a:t>課題調査</a:t>
                      </a:r>
                      <a:r>
                        <a:rPr lang="en-US" altLang="zh-CN" sz="8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zh-CN"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Resolvable Private Address</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の</a:t>
                      </a:r>
                      <a:r>
                        <a:rPr kumimoji="1" lang="en-US" altLang="zh-CN"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BLE</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デバイスでの</a:t>
                      </a:r>
                      <a:r>
                        <a:rPr kumimoji="1" lang="zh-CN"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自動接続機能</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の</a:t>
                      </a:r>
                      <a:r>
                        <a:rPr kumimoji="1" lang="zh-CN"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利用可能性調査</a:t>
                      </a:r>
                      <a:endParaRPr kumimoji="1" lang="zh-CN"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latin typeface="Meiryo UI" panose="020B0604030504040204" pitchFamily="50" charset="-128"/>
                        <a:ea typeface="Meiryo UI" panose="020B0604030504040204" pitchFamily="50" charset="-128"/>
                        <a:sym typeface="+mn-ea"/>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solidFill>
                            <a:schemeClr val="tx1"/>
                          </a:solidFill>
                          <a:latin typeface="Meiryo UI" panose="020B0604030504040204" pitchFamily="50" charset="-128"/>
                          <a:ea typeface="Meiryo UI" panose="020B0604030504040204" pitchFamily="50" charset="-128"/>
                          <a:sym typeface="+mn-ea"/>
                        </a:rPr>
                        <a:t>23</a:t>
                      </a:r>
                      <a:r>
                        <a:rPr lang="ja-JP" altLang="en-US" sz="800" dirty="0">
                          <a:solidFill>
                            <a:schemeClr val="tx1"/>
                          </a:solidFill>
                          <a:latin typeface="Meiryo UI" panose="020B0604030504040204" pitchFamily="50" charset="-128"/>
                          <a:ea typeface="Meiryo UI" panose="020B0604030504040204" pitchFamily="50" charset="-128"/>
                          <a:sym typeface="+mn-ea"/>
                        </a:rPr>
                        <a:t>日までに、提出</a:t>
                      </a:r>
                      <a:r>
                        <a:rPr lang="ja-JP"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済み</a:t>
                      </a:r>
                      <a:endParaRPr lang="ja-JP"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zh-CN"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報告</a:t>
                      </a:r>
                      <a:r>
                        <a:rPr lang="ja-JP"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が</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提出済み</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4</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8</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ログの内容を更新</a:t>
                      </a:r>
                      <a:r>
                        <a:rPr kumimoji="1" lang="zh-CN"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、提出</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済み</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(4/21)</a:t>
                      </a:r>
                      <a:endPar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05547">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rPr>
                        <a:t>ETUBEPROJECTSDK-1168</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ja-JP"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SDK</a:t>
                      </a: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ビルド手順をまとめた設計資料</a:t>
                      </a:r>
                      <a:endPar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latin typeface="Meiryo UI" panose="020B0604030504040204" pitchFamily="50" charset="-128"/>
                        <a:ea typeface="Meiryo UI" panose="020B0604030504040204" pitchFamily="50" charset="-128"/>
                        <a:sym typeface="+mn-ea"/>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指摘が提出済み（</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3</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10</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14823">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rPr>
                        <a:t>SMN_00108-1624</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CrackProofアクセスサイトとログインURL共有</a:t>
                      </a:r>
                      <a:endPar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latin typeface="Meiryo UI" panose="020B0604030504040204" pitchFamily="50" charset="-128"/>
                        <a:ea typeface="Meiryo UI" panose="020B0604030504040204" pitchFamily="50" charset="-128"/>
                        <a:sym typeface="+mn-ea"/>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調査済み</a:t>
                      </a:r>
                      <a:endParaRPr lang="ja-JP"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r>
              <a:tr h="790156">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rPr>
                        <a:t>SMN_00108-1441</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ja-JP"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SDK</a:t>
                      </a: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取込み試験前の実装の事前確認について</a:t>
                      </a:r>
                      <a:endPar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latin typeface="Meiryo UI" panose="020B0604030504040204" pitchFamily="50" charset="-128"/>
                        <a:ea typeface="Meiryo UI" panose="020B0604030504040204" pitchFamily="50" charset="-128"/>
                        <a:sym typeface="+mn-ea"/>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指摘が提出済み</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ja-JP"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問題一覧が提出済み（</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3/30</a:t>
                      </a:r>
                      <a:r>
                        <a:rPr lang="ja-JP"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PR</a:t>
                      </a:r>
                      <a:r>
                        <a:rPr lang="ja-JP"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のご指摘</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が対応中</a:t>
                      </a:r>
                      <a:endPar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⇒i</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OS</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側に対するビルドに失敗したため、</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弊社にて調査完了済みが、</a:t>
                      </a:r>
                      <a:endPar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defRPr/>
                      </a:pP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ipa</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ファイルを作成するために、</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profile</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情報をご展開いただきます。</a:t>
                      </a:r>
                      <a:endPar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iOS </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対応の </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PR </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を提出いたしました。</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(4/24)</a:t>
                      </a:r>
                      <a:endPar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defRPr/>
                      </a:pP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Xcode26.2</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における更新が提出済み（基本設計書の変更</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PR</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は、提出済み）</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323739">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rPr>
                        <a:t>SMN_00108-1696</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latin typeface="Meiryo UI" panose="020B0604030504040204" pitchFamily="50" charset="-128"/>
                          <a:ea typeface="Meiryo UI" panose="020B0604030504040204" pitchFamily="50" charset="-128"/>
                          <a:sym typeface="+mn-ea"/>
                        </a:rPr>
                        <a:t>ETUBEPROJECTSDK-1159</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p>
                      <a:pPr marL="0" marR="0" indent="0" algn="l" defTabSz="914400" rtl="0" eaLnBrk="1" fontAlgn="auto" latinLnBrk="0" hangingPunct="1">
                        <a:lnSpc>
                          <a:spcPct val="100000"/>
                        </a:lnSpc>
                        <a:spcBef>
                          <a:spcPts val="0"/>
                        </a:spcBef>
                        <a:spcAft>
                          <a:spcPts val="0"/>
                        </a:spcAft>
                        <a:buClrTx/>
                        <a:buSzTx/>
                        <a:buFontTx/>
                        <a:buNone/>
                        <a:defRPr/>
                      </a:pP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ライブラリバージョンの</a:t>
                      </a:r>
                      <a:r>
                        <a:rPr kumimoji="1" lang="zh-CN"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調査</a:t>
                      </a: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について</a:t>
                      </a:r>
                      <a:endPar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latin typeface="Meiryo UI" panose="020B0604030504040204" pitchFamily="50" charset="-128"/>
                        <a:ea typeface="Meiryo UI" panose="020B0604030504040204" pitchFamily="50" charset="-128"/>
                        <a:sym typeface="+mn-ea"/>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ライブラリバージョンの</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調査</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内容は、ご確認お願い致します。</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Xcode26 </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の使用必須性について、提出済み。</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4</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10</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⇒Xcode26.2でbuild完了するが、Xcode26.4でのbuildが調査中</a:t>
                      </a:r>
                      <a:endPar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影響範囲が提出済み（テスト方針により、テスト済み）</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⇒テスト結果が提出済み（6/9）</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177579">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rPr>
                        <a:t>ETUBEPROJECTSDK-1637</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デバイス管理台帳更新</a:t>
                      </a:r>
                      <a:endPar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800" dirty="0">
                          <a:latin typeface="Meiryo UI" panose="020B0604030504040204" pitchFamily="50" charset="-128"/>
                          <a:ea typeface="Meiryo UI" panose="020B0604030504040204" pitchFamily="50" charset="-128"/>
                          <a:sym typeface="+mn-ea"/>
                        </a:rPr>
                        <a:t>未着手</a:t>
                      </a:r>
                      <a:endParaRPr lang="ja-JP" altLang="zh-CN" sz="800" dirty="0">
                        <a:latin typeface="Meiryo UI" panose="020B0604030504040204" pitchFamily="50" charset="-128"/>
                        <a:ea typeface="Meiryo UI" panose="020B0604030504040204" pitchFamily="50" charset="-128"/>
                        <a:sym typeface="+mn-ea"/>
                      </a:endParaRPr>
                    </a:p>
                  </a:txBody>
                  <a:tcPr anchor="ctr"/>
                </a:tc>
                <a:tc>
                  <a:txBody>
                    <a:bodyPr/>
                    <a:lstStyle/>
                    <a:p>
                      <a:pPr marL="0" marR="0" algn="l" defTabSz="914400" rtl="0" eaLnBrk="1" fontAlgn="auto" latinLnBrk="0" hangingPunct="1">
                        <a:lnSpc>
                          <a:spcPct val="100000"/>
                        </a:lnSpc>
                        <a:spcBef>
                          <a:spcPts val="0"/>
                        </a:spcBef>
                        <a:spcAft>
                          <a:spcPts val="0"/>
                        </a:spcAft>
                        <a:buClrTx/>
                        <a:buSzTx/>
                        <a:buFontTx/>
                        <a:buNone/>
                        <a:defRPr/>
                      </a:pPr>
                      <a:r>
                        <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rPr>
                        <a:t>対象外</a:t>
                      </a:r>
                      <a:endParaRPr lang="ja-JP" altLang="en-US" sz="8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314077">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latin typeface="Meiryo UI" panose="020B0604030504040204" pitchFamily="50" charset="-128"/>
                          <a:ea typeface="Meiryo UI" panose="020B0604030504040204" pitchFamily="50" charset="-128"/>
                          <a:sym typeface="+mn-ea"/>
                        </a:rPr>
                        <a:t>ETUBEPROJECTSDK-1676</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a:t>
                      </a:r>
                      <a:r>
                        <a:rPr kumimoji="1" lang="zh-CN"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運用設計</a:t>
                      </a:r>
                      <a:r>
                        <a:rPr kumimoji="1" lang="en-US" altLang="zh-CN"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]SDK</a:t>
                      </a:r>
                      <a:r>
                        <a:rPr kumimoji="1" lang="zh-CN"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側</a:t>
                      </a: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の</a:t>
                      </a:r>
                      <a:r>
                        <a:rPr kumimoji="1" lang="en-US" altLang="zh-CN"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FIT</a:t>
                      </a:r>
                      <a:r>
                        <a:rPr kumimoji="1" lang="zh-CN"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一時</a:t>
                      </a: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データファイルの</a:t>
                      </a:r>
                      <a:r>
                        <a:rPr kumimoji="1" lang="zh-CN"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暗号化有無</a:t>
                      </a: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について</a:t>
                      </a:r>
                      <a:endPar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latin typeface="Meiryo UI" panose="020B0604030504040204" pitchFamily="50" charset="-128"/>
                        <a:ea typeface="Meiryo UI" panose="020B0604030504040204" pitchFamily="50" charset="-128"/>
                        <a:sym typeface="+mn-ea"/>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SDK</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基本設計書への反映を提出済み</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4</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3</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指摘対応は提出済み（</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4</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17</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18796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rPr>
                        <a:t>ETUBEPROJECTSDK-1556</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Q&amp;A</a:t>
                      </a: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FIT</a:t>
                      </a: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ファイル作成：</a:t>
                      </a:r>
                      <a:r>
                        <a:rPr kumimoji="1" lang="en-US" altLang="ja-JP"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Garmin SDK </a:t>
                      </a: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ライセンス確認</a:t>
                      </a:r>
                      <a:endPar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latin typeface="Meiryo UI" panose="020B0604030504040204" pitchFamily="50" charset="-128"/>
                        <a:ea typeface="Meiryo UI" panose="020B0604030504040204" pitchFamily="50" charset="-128"/>
                        <a:sym typeface="+mn-ea"/>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指摘対応は提出済み（3/</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23</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en-US" sz="800" dirty="0">
                        <a:solidFill>
                          <a:srgbClr val="C00000"/>
                        </a:solidFill>
                        <a:latin typeface="Meiryo UI" panose="020B0604030504040204" pitchFamily="50" charset="-128"/>
                        <a:ea typeface="Meiryo UI" panose="020B0604030504040204" pitchFamily="50" charset="-128"/>
                        <a:sym typeface="+mn-ea"/>
                      </a:endParaRPr>
                    </a:p>
                  </a:txBody>
                  <a:tcPr/>
                </a:tc>
              </a:tr>
              <a:tr h="206375">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rPr>
                        <a:t>ETUBEPROJECTSDK-1663</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バックエンド仕様書と</a:t>
                      </a:r>
                      <a:r>
                        <a:rPr kumimoji="1" lang="en-US" altLang="ja-JP"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SDK</a:t>
                      </a: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との整合確認</a:t>
                      </a:r>
                      <a:endPar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p>
                      <a:endPar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latin typeface="Meiryo UI" panose="020B0604030504040204" pitchFamily="50" charset="-128"/>
                        <a:ea typeface="Meiryo UI" panose="020B0604030504040204" pitchFamily="50" charset="-128"/>
                        <a:sym typeface="+mn-ea"/>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指摘対応は提出済み（</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4</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7</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kumimoji="1" lang="ja-JP" altLang="en-US" sz="800" kern="12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09385">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rPr>
                        <a:t>ETUBEPROJECTSDK-1737</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エミュレータの</a:t>
                      </a:r>
                      <a:r>
                        <a:rPr kumimoji="1" lang="en-US" altLang="ja-JP"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MAX_ASSIST_SPEED</a:t>
                      </a: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コマンドについて</a:t>
                      </a:r>
                      <a:endPar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latin typeface="Meiryo UI" panose="020B0604030504040204" pitchFamily="50" charset="-128"/>
                        <a:ea typeface="Meiryo UI" panose="020B0604030504040204" pitchFamily="50" charset="-128"/>
                        <a:sym typeface="+mn-ea"/>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指摘対応は提出済み</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(4/24)</a:t>
                      </a:r>
                      <a:endPar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SMN_00108-1996</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で</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提出</a:t>
                      </a:r>
                      <a:r>
                        <a:rPr kumimoji="1" lang="ja-JP" altLang="en-US" sz="800" kern="1200" dirty="0">
                          <a:solidFill>
                            <a:schemeClr val="tx1"/>
                          </a:solidFill>
                          <a:latin typeface="Meiryo UI" panose="020B0604030504040204" pitchFamily="50" charset="-128"/>
                          <a:ea typeface="SimSun" panose="02010600030101010101" pitchFamily="2" charset="-122"/>
                          <a:cs typeface="Meiryo UI" panose="020B0604030504040204" pitchFamily="50" charset="-128"/>
                        </a:rPr>
                        <a:t>済み</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15</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34564">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rPr>
                        <a:t>ETUBEPROJECTSDK-1744</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初回バイクブランド情報取得</a:t>
                      </a:r>
                      <a:r>
                        <a:rPr kumimoji="1" lang="en-US" altLang="ja-JP"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API</a:t>
                      </a: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の修正に関して</a:t>
                      </a:r>
                      <a:endPar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latin typeface="Meiryo UI" panose="020B0604030504040204" pitchFamily="50" charset="-128"/>
                        <a:ea typeface="Meiryo UI" panose="020B0604030504040204" pitchFamily="50" charset="-128"/>
                        <a:sym typeface="+mn-ea"/>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指摘が提出済み（</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4</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20</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38539">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rPr>
                        <a:t>ETUBEPROJECTSDK-1745</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バイクブランド画像取得</a:t>
                      </a:r>
                      <a:r>
                        <a:rPr kumimoji="1" lang="en-US" altLang="ja-JP"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API</a:t>
                      </a:r>
                      <a:r>
                        <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の修正に関して</a:t>
                      </a:r>
                      <a:endParaRPr kumimoji="1" lang="ja-JP" altLang="en-US"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ja-JP" altLang="zh-CN" sz="800" dirty="0">
                          <a:latin typeface="Meiryo UI" panose="020B0604030504040204" pitchFamily="50" charset="-128"/>
                          <a:ea typeface="Meiryo UI" panose="020B0604030504040204" pitchFamily="50" charset="-128"/>
                          <a:sym typeface="+mn-ea"/>
                        </a:rPr>
                        <a:t>対応中</a:t>
                      </a:r>
                      <a:endParaRPr lang="ja-JP" altLang="zh-CN" sz="800" dirty="0">
                        <a:latin typeface="Meiryo UI" panose="020B0604030504040204" pitchFamily="50" charset="-128"/>
                        <a:ea typeface="Meiryo UI" panose="020B0604030504040204" pitchFamily="50" charset="-128"/>
                        <a:sym typeface="+mn-ea"/>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指摘が提出済み（</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4</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22</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1468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rPr>
                        <a:t>SMN_00108-1146</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 </a:t>
                      </a:r>
                      <a:r>
                        <a:rPr kumimoji="1" lang="en-US" altLang="zh-CN" sz="800" kern="12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bundleID</a:t>
                      </a:r>
                      <a:r>
                        <a:rPr kumimoji="1" lang="en-US" altLang="zh-CN"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zh-CN"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証明書</a:t>
                      </a:r>
                      <a:endParaRPr kumimoji="1" lang="zh-CN"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sym typeface="+mn-ea"/>
                        </a:rPr>
                        <a:t>対応中</a:t>
                      </a:r>
                      <a:endParaRPr lang="ja-JP" altLang="en-US"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Firestore</a:t>
                      </a:r>
                      <a:r>
                        <a:rPr kumimoji="1" lang="zh-CN"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側</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の</a:t>
                      </a:r>
                      <a:r>
                        <a:rPr kumimoji="1" lang="zh-CN"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作成手順、提出</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済み</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(4/21)</a:t>
                      </a:r>
                      <a:endPar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39864">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rPr>
                        <a:t>ETUBEPROJECTSDK-1747</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SHIMANO CONNECT</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での</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SDK</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の</a:t>
                      </a: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API</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呼び出しについて</a:t>
                      </a:r>
                      <a:endPar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sym typeface="+mn-ea"/>
                        </a:rPr>
                        <a:t>対応中</a:t>
                      </a:r>
                      <a:endParaRPr lang="ja-JP" altLang="en-US"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指摘が提出済み（</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4</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29</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323739">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rPr>
                        <a:t>ETUBEPROJECTSDK-1770</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Sentinel EMS</a:t>
                      </a:r>
                      <a:r>
                        <a:rPr kumimoji="1" lang="zh-CN"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環境移管</a:t>
                      </a:r>
                      <a:endParaRPr kumimoji="1" lang="zh-CN"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sym typeface="+mn-ea"/>
                        </a:rPr>
                        <a:t>対応中</a:t>
                      </a:r>
                      <a:endParaRPr lang="ja-JP" altLang="en-US"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指摘が提出済み（</a:t>
                      </a:r>
                      <a:r>
                        <a:rPr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6</a:t>
                      </a:r>
                      <a:r>
                        <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2</a:t>
                      </a:r>
                      <a:r>
                        <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kumimoji="1" lang="en-US" altLang="ja-JP" sz="800" kern="12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ja-JP" altLang="en-US" sz="800" kern="12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操作マニュアル提出済み</a:t>
                      </a:r>
                      <a:r>
                        <a:rPr kumimoji="1" lang="ja-JP" altLang="en-US" sz="800" kern="12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en-US" altLang="ja-JP" sz="800" kern="12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6</a:t>
                      </a:r>
                      <a:r>
                        <a:rPr kumimoji="1" lang="ja-JP" altLang="en-US" sz="800" kern="12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a:t>
                      </a:r>
                      <a:r>
                        <a:rPr kumimoji="1" lang="en-US" altLang="ja-JP" sz="800" kern="12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16</a:t>
                      </a:r>
                      <a:r>
                        <a:rPr kumimoji="1" lang="ja-JP" altLang="en-US" sz="800" kern="12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kumimoji="1" lang="ja-JP" altLang="en-US" sz="800" kern="12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占位符 1"/>
          <p:cNvSpPr txBox="1"/>
          <p:nvPr/>
        </p:nvSpPr>
        <p:spPr>
          <a:xfrm>
            <a:off x="277271" y="134430"/>
            <a:ext cx="10210270" cy="572828"/>
          </a:xfrm>
          <a:prstGeom prst="rect">
            <a:avLst/>
          </a:prstGeom>
        </p:spPr>
        <p:txBody>
          <a:bodyPr>
            <a:normAutofit/>
          </a:bodyPr>
          <a:lstStyle>
            <a:lvl1pPr marL="0" indent="0" algn="l" defTabSz="914400" rtl="0" eaLnBrk="1" latinLnBrk="0" hangingPunct="1">
              <a:lnSpc>
                <a:spcPct val="100000"/>
              </a:lnSpc>
              <a:spcBef>
                <a:spcPts val="0"/>
              </a:spcBef>
              <a:buFont typeface="Arial" panose="020B0604020202020204" pitchFamily="34" charset="0"/>
              <a:buNone/>
              <a:defRPr sz="3200" b="1" kern="1200" baseline="0">
                <a:solidFill>
                  <a:srgbClr val="323232"/>
                </a:solidFill>
                <a:latin typeface="Verdana" panose="020B0604030504040204" charset="0"/>
                <a:ea typeface="Microsoft YaHei" panose="020B0503020204020204" pitchFamily="34" charset="-122"/>
                <a:cs typeface="Verdana" panose="020B060403050404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ja-JP" sz="2700" dirty="0">
                <a:latin typeface="Meiryo UI" panose="020B0604030504040204" pitchFamily="50" charset="-128"/>
                <a:ea typeface="Meiryo UI" panose="020B0604030504040204" pitchFamily="50" charset="-128"/>
              </a:rPr>
              <a:t>SHIMANO </a:t>
            </a:r>
            <a:r>
              <a:rPr lang="ja-JP" altLang="en-US" sz="2700" dirty="0">
                <a:latin typeface="Meiryo UI" panose="020B0604030504040204" pitchFamily="50" charset="-128"/>
                <a:ea typeface="Meiryo UI" panose="020B0604030504040204" pitchFamily="50" charset="-128"/>
              </a:rPr>
              <a:t>モバイル</a:t>
            </a:r>
            <a:r>
              <a:rPr lang="en-US" altLang="ja-JP" sz="2700" dirty="0">
                <a:latin typeface="Meiryo UI" panose="020B0604030504040204" pitchFamily="50" charset="-128"/>
                <a:ea typeface="Meiryo UI" panose="020B0604030504040204" pitchFamily="50" charset="-128"/>
              </a:rPr>
              <a:t>SDK</a:t>
            </a:r>
            <a:r>
              <a:rPr lang="zh-CN" altLang="en-US" sz="2700" dirty="0">
                <a:latin typeface="Meiryo UI" panose="020B0604030504040204" pitchFamily="50" charset="-128"/>
                <a:ea typeface="Meiryo UI" panose="020B0604030504040204" pitchFamily="50" charset="-128"/>
              </a:rPr>
              <a:t>設計進捗状態（</a:t>
            </a:r>
            <a:r>
              <a:rPr lang="en-US" altLang="zh-CN" sz="2700" dirty="0">
                <a:latin typeface="Meiryo UI" panose="020B0604030504040204" pitchFamily="50" charset="-128"/>
                <a:ea typeface="Meiryo UI" panose="020B0604030504040204" pitchFamily="50" charset="-128"/>
              </a:rPr>
              <a:t>6/29</a:t>
            </a:r>
            <a:r>
              <a:rPr lang="zh-CN" altLang="en-US" sz="2700" dirty="0">
                <a:latin typeface="Meiryo UI" panose="020B0604030504040204" pitchFamily="50" charset="-128"/>
                <a:ea typeface="Meiryo UI" panose="020B0604030504040204" pitchFamily="50" charset="-128"/>
              </a:rPr>
              <a:t>）</a:t>
            </a:r>
            <a:endParaRPr lang="zh-CN" altLang="en-US" sz="2700" dirty="0">
              <a:latin typeface="Meiryo UI" panose="020B0604030504040204" pitchFamily="50" charset="-128"/>
              <a:ea typeface="Meiryo UI" panose="020B0604030504040204" pitchFamily="50" charset="-128"/>
            </a:endParaRPr>
          </a:p>
        </p:txBody>
      </p:sp>
      <p:graphicFrame>
        <p:nvGraphicFramePr>
          <p:cNvPr id="4" name="表格 3"/>
          <p:cNvGraphicFramePr/>
          <p:nvPr>
            <p:custDataLst>
              <p:tags r:id="rId1"/>
            </p:custDataLst>
          </p:nvPr>
        </p:nvGraphicFramePr>
        <p:xfrm>
          <a:off x="371825" y="609662"/>
          <a:ext cx="10068093" cy="4495614"/>
        </p:xfrm>
        <a:graphic>
          <a:graphicData uri="http://schemas.openxmlformats.org/drawingml/2006/table">
            <a:tbl>
              <a:tblPr firstRow="1" bandRow="1">
                <a:tableStyleId>{5C22544A-7EE6-4342-B048-85BDC9FD1C3A}</a:tableStyleId>
              </a:tblPr>
              <a:tblGrid>
                <a:gridCol w="851856"/>
                <a:gridCol w="1094740"/>
                <a:gridCol w="1491016"/>
                <a:gridCol w="494207"/>
                <a:gridCol w="906130"/>
                <a:gridCol w="1102013"/>
                <a:gridCol w="902927"/>
                <a:gridCol w="3225204"/>
              </a:tblGrid>
              <a:tr h="441774">
                <a:tc>
                  <a:txBody>
                    <a:bodyPr/>
                    <a:lstStyle/>
                    <a:p>
                      <a:pPr algn="ctr" fontAlgn="ctr">
                        <a:buClrTx/>
                        <a:buSzTx/>
                        <a:buFontTx/>
                        <a:buNone/>
                      </a:pPr>
                      <a:endParaRPr lang="zh-CN" altLang="en-US" sz="1200" b="0">
                        <a:solidFill>
                          <a:schemeClr val="bg1"/>
                        </a:solidFill>
                        <a:effectLst/>
                        <a:latin typeface="Meiryo UI" panose="020B0604030504040204" pitchFamily="50" charset="-128"/>
                        <a:ea typeface="Meiryo UI" panose="020B0604030504040204" pitchFamily="50" charset="-128"/>
                        <a:sym typeface="+mn-ea"/>
                      </a:endParaRPr>
                    </a:p>
                  </a:txBody>
                  <a:tcPr>
                    <a:solidFill>
                      <a:srgbClr val="005BAC"/>
                    </a:solidFill>
                  </a:tcPr>
                </a:tc>
                <a:tc>
                  <a:txBody>
                    <a:bodyPr/>
                    <a:lstStyle/>
                    <a:p>
                      <a:pPr algn="ctr" fontAlgn="ctr">
                        <a:buClrTx/>
                        <a:buSzTx/>
                        <a:buFontTx/>
                        <a:buNone/>
                      </a:pPr>
                      <a:r>
                        <a:rPr lang="zh-CN" altLang="en-US" sz="1200" b="0">
                          <a:solidFill>
                            <a:schemeClr val="bg1"/>
                          </a:solidFill>
                          <a:effectLst/>
                          <a:latin typeface="Meiryo UI" panose="020B0604030504040204" pitchFamily="50" charset="-128"/>
                          <a:ea typeface="Meiryo UI" panose="020B0604030504040204" pitchFamily="50" charset="-128"/>
                          <a:sym typeface="+mn-ea"/>
                        </a:rPr>
                        <a:t>モジュール</a:t>
                      </a:r>
                      <a:endParaRPr lang="zh-CN" altLang="en-US" sz="1200" b="0">
                        <a:solidFill>
                          <a:schemeClr val="bg1"/>
                        </a:solidFill>
                        <a:effectLst/>
                        <a:latin typeface="Meiryo UI" panose="020B0604030504040204" pitchFamily="50" charset="-128"/>
                        <a:ea typeface="Meiryo UI" panose="020B0604030504040204" pitchFamily="50" charset="-128"/>
                        <a:sym typeface="+mn-ea"/>
                      </a:endParaRPr>
                    </a:p>
                  </a:txBody>
                  <a:tcPr>
                    <a:solidFill>
                      <a:srgbClr val="005BAC"/>
                    </a:solidFill>
                  </a:tcPr>
                </a:tc>
                <a:tc>
                  <a:txBody>
                    <a:bodyPr/>
                    <a:lstStyle/>
                    <a:p>
                      <a:pPr algn="ctr" fontAlgn="ctr">
                        <a:buClrTx/>
                        <a:buSzTx/>
                        <a:buFontTx/>
                        <a:buNone/>
                      </a:pPr>
                      <a:r>
                        <a:rPr lang="zh-CN" altLang="en-US" sz="1200" b="0" dirty="0">
                          <a:solidFill>
                            <a:schemeClr val="bg1"/>
                          </a:solidFill>
                          <a:effectLst/>
                          <a:latin typeface="Meiryo UI" panose="020B0604030504040204" pitchFamily="50" charset="-128"/>
                          <a:ea typeface="Meiryo UI" panose="020B0604030504040204" pitchFamily="50" charset="-128"/>
                        </a:rPr>
                        <a:t>チケット</a:t>
                      </a:r>
                      <a:endParaRPr lang="zh-CN" altLang="en-US" sz="1200" b="0" dirty="0">
                        <a:solidFill>
                          <a:schemeClr val="bg1"/>
                        </a:solidFill>
                        <a:effectLst/>
                        <a:latin typeface="Meiryo UI" panose="020B0604030504040204" pitchFamily="50" charset="-128"/>
                        <a:ea typeface="Meiryo UI" panose="020B0604030504040204" pitchFamily="50" charset="-128"/>
                      </a:endParaRPr>
                    </a:p>
                  </a:txBody>
                  <a:tcPr>
                    <a:solidFill>
                      <a:srgbClr val="005BAC"/>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b="0" dirty="0">
                          <a:solidFill>
                            <a:schemeClr val="bg1"/>
                          </a:solidFill>
                          <a:effectLst/>
                          <a:latin typeface="Meiryo UI" panose="020B0604030504040204" pitchFamily="50" charset="-128"/>
                          <a:ea typeface="Meiryo UI" panose="020B0604030504040204" pitchFamily="50" charset="-128"/>
                        </a:rPr>
                        <a:t>PR</a:t>
                      </a:r>
                      <a:endParaRPr lang="zh-CN" altLang="en-US" sz="1200" b="0" dirty="0">
                        <a:solidFill>
                          <a:schemeClr val="bg1"/>
                        </a:solidFill>
                        <a:effectLst/>
                        <a:latin typeface="Meiryo UI" panose="020B0604030504040204" pitchFamily="50" charset="-128"/>
                        <a:ea typeface="Meiryo UI" panose="020B0604030504040204" pitchFamily="50" charset="-128"/>
                      </a:endParaRPr>
                    </a:p>
                  </a:txBody>
                  <a:tcPr>
                    <a:solidFill>
                      <a:srgbClr val="005BAC"/>
                    </a:solidFill>
                  </a:tcPr>
                </a:tc>
                <a:tc>
                  <a:txBody>
                    <a:bodyPr/>
                    <a:lstStyle/>
                    <a:p>
                      <a:pPr algn="ctr" fontAlgn="ctr">
                        <a:buClrTx/>
                        <a:buSzTx/>
                        <a:buFontTx/>
                        <a:buNone/>
                      </a:pPr>
                      <a:r>
                        <a:rPr lang="zh-CN" altLang="en-US" sz="1200" b="0" dirty="0">
                          <a:solidFill>
                            <a:schemeClr val="bg1"/>
                          </a:solidFill>
                          <a:effectLst/>
                          <a:latin typeface="Meiryo UI" panose="020B0604030504040204" pitchFamily="50" charset="-128"/>
                          <a:ea typeface="Meiryo UI" panose="020B0604030504040204" pitchFamily="50" charset="-128"/>
                        </a:rPr>
                        <a:t>提出時間</a:t>
                      </a:r>
                      <a:endParaRPr lang="zh-CN" altLang="en-US" sz="1200" b="0" dirty="0">
                        <a:solidFill>
                          <a:schemeClr val="bg1"/>
                        </a:solidFill>
                        <a:effectLst/>
                        <a:latin typeface="Meiryo UI" panose="020B0604030504040204" pitchFamily="50" charset="-128"/>
                        <a:ea typeface="Meiryo UI" panose="020B0604030504040204" pitchFamily="50" charset="-128"/>
                      </a:endParaRPr>
                    </a:p>
                  </a:txBody>
                  <a:tcPr>
                    <a:solidFill>
                      <a:srgbClr val="005BAC"/>
                    </a:solidFill>
                  </a:tcPr>
                </a:tc>
                <a:tc>
                  <a:txBody>
                    <a:bodyPr/>
                    <a:lstStyle/>
                    <a:p>
                      <a:pPr algn="ctr" fontAlgn="ctr">
                        <a:buClrTx/>
                        <a:buSzTx/>
                        <a:buFontTx/>
                        <a:buNone/>
                      </a:pPr>
                      <a:r>
                        <a:rPr lang="zh-CN" altLang="en-US" sz="1200" b="0">
                          <a:solidFill>
                            <a:schemeClr val="bg1"/>
                          </a:solidFill>
                          <a:effectLst/>
                          <a:latin typeface="Meiryo UI" panose="020B0604030504040204" pitchFamily="50" charset="-128"/>
                          <a:ea typeface="Meiryo UI" panose="020B0604030504040204" pitchFamily="50" charset="-128"/>
                        </a:rPr>
                        <a:t>状態</a:t>
                      </a:r>
                      <a:endParaRPr lang="zh-CN" altLang="en-US" sz="1200" b="0">
                        <a:solidFill>
                          <a:schemeClr val="bg1"/>
                        </a:solidFill>
                        <a:effectLst/>
                        <a:latin typeface="Meiryo UI" panose="020B0604030504040204" pitchFamily="50" charset="-128"/>
                        <a:ea typeface="Meiryo UI" panose="020B0604030504040204" pitchFamily="50" charset="-128"/>
                      </a:endParaRPr>
                    </a:p>
                  </a:txBody>
                  <a:tcPr>
                    <a:solidFill>
                      <a:srgbClr val="005BAC"/>
                    </a:solidFill>
                  </a:tcPr>
                </a:tc>
                <a:tc>
                  <a:txBody>
                    <a:bodyPr/>
                    <a:lstStyle/>
                    <a:p>
                      <a:pPr algn="ctr" fontAlgn="ctr">
                        <a:buClrTx/>
                        <a:buSzTx/>
                        <a:buFontTx/>
                        <a:buNone/>
                      </a:pPr>
                      <a:r>
                        <a:rPr lang="zh-CN" altLang="en-US" sz="1200" b="0">
                          <a:solidFill>
                            <a:schemeClr val="bg1"/>
                          </a:solidFill>
                          <a:effectLst/>
                          <a:latin typeface="Meiryo UI" panose="020B0604030504040204" pitchFamily="50" charset="-128"/>
                          <a:ea typeface="Meiryo UI" panose="020B0604030504040204" pitchFamily="50" charset="-128"/>
                          <a:sym typeface="+mn-ea"/>
                        </a:rPr>
                        <a:t>作成進捗</a:t>
                      </a:r>
                      <a:endParaRPr lang="zh-CN" altLang="en-US" sz="1200" b="0">
                        <a:solidFill>
                          <a:schemeClr val="bg1"/>
                        </a:solidFill>
                        <a:effectLst/>
                        <a:latin typeface="Meiryo UI" panose="020B0604030504040204" pitchFamily="50" charset="-128"/>
                        <a:ea typeface="Meiryo UI" panose="020B0604030504040204" pitchFamily="50" charset="-128"/>
                        <a:sym typeface="+mn-ea"/>
                      </a:endParaRPr>
                    </a:p>
                  </a:txBody>
                  <a:tcPr>
                    <a:solidFill>
                      <a:srgbClr val="005BAC"/>
                    </a:solidFill>
                  </a:tcPr>
                </a:tc>
                <a:tc>
                  <a:txBody>
                    <a:bodyPr/>
                    <a:lstStyle/>
                    <a:p>
                      <a:pPr algn="ctr" fontAlgn="ctr">
                        <a:buClrTx/>
                        <a:buSzTx/>
                        <a:buFontTx/>
                        <a:buNone/>
                      </a:pPr>
                      <a:r>
                        <a:rPr lang="zh-CN" altLang="en-US" sz="1200" b="0">
                          <a:solidFill>
                            <a:schemeClr val="bg1"/>
                          </a:solidFill>
                          <a:effectLst/>
                          <a:latin typeface="Meiryo UI" panose="020B0604030504040204" pitchFamily="50" charset="-128"/>
                          <a:ea typeface="Meiryo UI" panose="020B0604030504040204" pitchFamily="50" charset="-128"/>
                          <a:sym typeface="+mn-ea"/>
                        </a:rPr>
                        <a:t>説明</a:t>
                      </a:r>
                      <a:endParaRPr lang="zh-CN" altLang="en-US" sz="1200" b="0">
                        <a:solidFill>
                          <a:schemeClr val="bg1"/>
                        </a:solidFill>
                        <a:effectLst/>
                        <a:latin typeface="Meiryo UI" panose="020B0604030504040204" pitchFamily="50" charset="-128"/>
                        <a:ea typeface="Meiryo UI" panose="020B0604030504040204" pitchFamily="50" charset="-128"/>
                        <a:sym typeface="+mn-ea"/>
                      </a:endParaRPr>
                    </a:p>
                  </a:txBody>
                  <a:tcPr>
                    <a:solidFill>
                      <a:srgbClr val="005BAC"/>
                    </a:solidFill>
                  </a:tcPr>
                </a:tc>
              </a:tr>
              <a:tr h="206161">
                <a:tc>
                  <a:txBody>
                    <a:bodyPr/>
                    <a:lstStyle/>
                    <a:p>
                      <a:pPr algn="l">
                        <a:buClrTx/>
                        <a:buSzTx/>
                        <a:buFontTx/>
                        <a:buNone/>
                      </a:pPr>
                      <a:r>
                        <a:rPr lang="en-US" altLang="ja-JP" sz="80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SDK基本設計</a:t>
                      </a:r>
                      <a:endParaRPr lang="en-US" altLang="ja-JP" sz="80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None/>
                      </a:pPr>
                      <a:r>
                        <a:rPr lang="en-US" altLang="ja-JP" sz="80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ja-JP" sz="80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None/>
                      </a:pPr>
                      <a:r>
                        <a:rPr lang="en-US" altLang="zh-CN" sz="800" dirty="0">
                          <a:latin typeface="Meiryo UI" panose="020B0604030504040204" pitchFamily="50" charset="-128"/>
                          <a:ea typeface="Meiryo UI" panose="020B0604030504040204" pitchFamily="50" charset="-128"/>
                          <a:cs typeface="Meiryo UI" panose="020B0604030504040204" pitchFamily="50" charset="-128"/>
                          <a:sym typeface="+mn-ea"/>
                        </a:rPr>
                        <a:t>ETUBEPROJECTSDK-1014</a:t>
                      </a:r>
                      <a:endParaRPr lang="en-US" altLang="zh-CN" sz="8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800" b="0" i="0" kern="1200" dirty="0">
                          <a:solidFill>
                            <a:schemeClr val="tx1"/>
                          </a:solidFill>
                          <a:effectLst/>
                          <a:latin typeface="Meiryo UI" panose="020B0604030504040204" pitchFamily="50" charset="-128"/>
                          <a:ea typeface="Meiryo UI" panose="020B0604030504040204" pitchFamily="50" charset="-128"/>
                          <a:cs typeface="+mn-cs"/>
                          <a:hlinkClick r:id="rId2"/>
                        </a:rPr>
                        <a:t>#2</a:t>
                      </a:r>
                      <a:endParaRPr kumimoji="1" lang="en-US" altLang="ja-JP" sz="800" b="0" i="0" kern="1200" dirty="0">
                        <a:solidFill>
                          <a:schemeClr val="tx1"/>
                        </a:solidFill>
                        <a:effectLst/>
                        <a:latin typeface="Meiryo UI" panose="020B0604030504040204" pitchFamily="50" charset="-128"/>
                        <a:ea typeface="Meiryo UI" panose="020B0604030504040204" pitchFamily="50" charset="-128"/>
                        <a:cs typeface="+mn-cs"/>
                      </a:endParaRPr>
                    </a:p>
                  </a:txBody>
                  <a:tcPr anchor="ctr"/>
                </a:tc>
                <a:tc>
                  <a:txBody>
                    <a:bodyPr/>
                    <a:lstStyle/>
                    <a:p>
                      <a:pPr algn="l">
                        <a:buNone/>
                      </a:pPr>
                      <a:r>
                        <a:rPr lang="en-US" altLang="ja-JP" sz="800" dirty="0">
                          <a:latin typeface="Meiryo UI" panose="020B0604030504040204" pitchFamily="50" charset="-128"/>
                          <a:ea typeface="Meiryo UI" panose="020B0604030504040204" pitchFamily="50" charset="-128"/>
                        </a:rPr>
                        <a:t>2024/11/29</a:t>
                      </a:r>
                      <a:endParaRPr lang="en-US" altLang="ja-JP" sz="800" dirty="0">
                        <a:latin typeface="Meiryo UI" panose="020B0604030504040204" pitchFamily="50" charset="-128"/>
                        <a:ea typeface="Meiryo UI" panose="020B0604030504040204" pitchFamily="50" charset="-128"/>
                      </a:endParaRPr>
                    </a:p>
                  </a:txBody>
                  <a:tcPr anchor="ctr"/>
                </a:tc>
                <a:tc>
                  <a:txBody>
                    <a:bodyPr/>
                    <a:lstStyle/>
                    <a:p>
                      <a:pPr algn="l">
                        <a:buNone/>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en-US" sz="800" dirty="0">
                        <a:solidFill>
                          <a:srgbClr val="C00000"/>
                        </a:solidFill>
                        <a:latin typeface="Meiryo UI" panose="020B0604030504040204" pitchFamily="50" charset="-128"/>
                        <a:ea typeface="Meiryo UI" panose="020B0604030504040204" pitchFamily="50" charset="-128"/>
                        <a:sym typeface="+mn-ea"/>
                      </a:endParaRPr>
                    </a:p>
                  </a:txBody>
                  <a:tcPr anchor="ctr"/>
                </a:tc>
                <a:tc>
                  <a:txBody>
                    <a:bodyPr/>
                    <a:lstStyle/>
                    <a:p>
                      <a:pPr algn="l">
                        <a:buNone/>
                      </a:pPr>
                      <a:r>
                        <a:rPr lang="en-US" altLang="ja-JP" sz="800" dirty="0">
                          <a:solidFill>
                            <a:schemeClr val="tx1"/>
                          </a:solidFill>
                          <a:latin typeface="Meiryo UI" panose="020B0604030504040204" pitchFamily="50" charset="-128"/>
                          <a:ea typeface="Meiryo UI" panose="020B0604030504040204" pitchFamily="50" charset="-128"/>
                          <a:sym typeface="+mn-ea"/>
                        </a:rPr>
                        <a:t>100</a:t>
                      </a:r>
                      <a:r>
                        <a:rPr lang="ja-JP" altLang="en-US" sz="800" dirty="0">
                          <a:solidFill>
                            <a:schemeClr val="tx1"/>
                          </a:solidFill>
                          <a:latin typeface="Meiryo UI" panose="020B0604030504040204" pitchFamily="50" charset="-128"/>
                          <a:ea typeface="Meiryo UI" panose="020B0604030504040204" pitchFamily="50" charset="-128"/>
                          <a:sym typeface="+mn-ea"/>
                        </a:rPr>
                        <a:t>％</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nchor="ctr"/>
                </a:tc>
                <a:tc>
                  <a:txBody>
                    <a:bodyPr/>
                    <a:lstStyle/>
                    <a:p>
                      <a:pPr algn="l">
                        <a:spcBef>
                          <a:spcPts val="0"/>
                        </a:spcBef>
                        <a:spcAft>
                          <a:spcPts val="0"/>
                        </a:spcAft>
                        <a:buClrTx/>
                        <a:buSzTx/>
                        <a:buFontTx/>
                        <a:defRPr/>
                      </a:pPr>
                      <a:r>
                        <a:rPr lang="ja-JP" altLang="ja-JP" sz="800" dirty="0">
                          <a:solidFill>
                            <a:srgbClr val="000000"/>
                          </a:solidFill>
                          <a:latin typeface="Meiryo UI" panose="020B0604030504040204" pitchFamily="50" charset="-128"/>
                          <a:ea typeface="Meiryo UI" panose="020B0604030504040204" pitchFamily="50" charset="-128"/>
                        </a:rPr>
                        <a:t>サイクリングデータの記載を追加する</a:t>
                      </a:r>
                      <a:endParaRPr lang="ja-JP" altLang="ja-JP" sz="800" dirty="0">
                        <a:solidFill>
                          <a:srgbClr val="000000"/>
                        </a:solidFill>
                        <a:latin typeface="Meiryo UI" panose="020B0604030504040204" pitchFamily="50" charset="-128"/>
                        <a:ea typeface="Meiryo UI" panose="020B0604030504040204" pitchFamily="50" charset="-128"/>
                      </a:endParaRPr>
                    </a:p>
                  </a:txBody>
                  <a:tcPr/>
                </a:tc>
              </a:tr>
              <a:tr h="206161">
                <a:tc rowSpan="10">
                  <a:txBody>
                    <a:bodyPr/>
                    <a:lstStyle/>
                    <a:p>
                      <a:pPr algn="l">
                        <a:buNone/>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SDK API </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設計</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None/>
                      </a:pPr>
                      <a:r>
                        <a:rPr lang="en-US" altLang="ja-JP" sz="8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FirmwareUpdate</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solidFill>
                      <a:srgbClr val="CCD2D8"/>
                    </a:solidFill>
                  </a:tcPr>
                </a:tc>
                <a:tc>
                  <a:txBody>
                    <a:bodyPr/>
                    <a:lstStyle/>
                    <a:p>
                      <a:pPr marL="0" algn="l" defTabSz="914400" rtl="0" eaLnBrk="1" latinLnBrk="0" hangingPunct="1">
                        <a:buNone/>
                      </a:pPr>
                      <a:r>
                        <a:rPr kumimoji="1" lang="en-US" altLang="zh-CN"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ETUBEPROJECTSDK-860</a:t>
                      </a:r>
                      <a:endParaRPr kumimoji="1" lang="en-US" altLang="zh-CN" sz="800" kern="1200" dirty="0">
                        <a:solidFill>
                          <a:schemeClr val="dk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solidFill>
                      <a:srgbClr val="CCD2D8"/>
                    </a:solidFill>
                  </a:tcPr>
                </a:tc>
                <a:tc>
                  <a:txBody>
                    <a:bodyPr/>
                    <a:lstStyle/>
                    <a:p>
                      <a:pPr algn="l">
                        <a:buNone/>
                      </a:pPr>
                      <a:r>
                        <a:rPr lang="en-US" altLang="ja-JP" sz="800" dirty="0">
                          <a:latin typeface="Meiryo UI" panose="020B0604030504040204" pitchFamily="50" charset="-128"/>
                          <a:ea typeface="Meiryo UI" panose="020B0604030504040204" pitchFamily="50" charset="-128"/>
                          <a:sym typeface="+mn-ea"/>
                          <a:hlinkClick r:id="rId3"/>
                        </a:rPr>
                        <a:t>#13</a:t>
                      </a:r>
                      <a:endParaRPr lang="en-US" altLang="ja-JP" sz="800" dirty="0">
                        <a:latin typeface="Meiryo UI" panose="020B0604030504040204" pitchFamily="50" charset="-128"/>
                        <a:ea typeface="Meiryo UI" panose="020B0604030504040204" pitchFamily="50" charset="-128"/>
                        <a:sym typeface="+mn-ea"/>
                      </a:endParaRPr>
                    </a:p>
                  </a:txBody>
                  <a:tcPr anchor="ctr">
                    <a:solidFill>
                      <a:srgbClr val="CCD2D8"/>
                    </a:solidFill>
                  </a:tcPr>
                </a:tc>
                <a:tc>
                  <a:txBody>
                    <a:bodyPr/>
                    <a:lstStyle/>
                    <a:p>
                      <a:pPr algn="l">
                        <a:buNone/>
                      </a:pPr>
                      <a:r>
                        <a:rPr lang="en-US" altLang="ja-JP" sz="800" dirty="0">
                          <a:latin typeface="Meiryo UI" panose="020B0604030504040204" pitchFamily="50" charset="-128"/>
                          <a:ea typeface="Meiryo UI" panose="020B0604030504040204" pitchFamily="50" charset="-128"/>
                          <a:sym typeface="+mn-ea"/>
                        </a:rPr>
                        <a:t>2026/3/5</a:t>
                      </a:r>
                      <a:endParaRPr lang="en-US" altLang="ja-JP" sz="800" dirty="0">
                        <a:latin typeface="Meiryo UI" panose="020B0604030504040204" pitchFamily="50" charset="-128"/>
                        <a:ea typeface="Meiryo UI" panose="020B0604030504040204" pitchFamily="50" charset="-128"/>
                        <a:sym typeface="+mn-ea"/>
                      </a:endParaRPr>
                    </a:p>
                  </a:txBody>
                  <a:tcPr anchor="ctr">
                    <a:solidFill>
                      <a:srgbClr val="CCD2D8"/>
                    </a:solidFill>
                  </a:tcPr>
                </a:tc>
                <a:tc>
                  <a:txBody>
                    <a:bodyPr/>
                    <a:lstStyle/>
                    <a:p>
                      <a:pPr marL="0" algn="l" defTabSz="914400" rtl="0" eaLnBrk="1" latinLnBrk="0" hangingPunct="1">
                        <a:buClrTx/>
                        <a:buSzTx/>
                        <a:buFontTx/>
                        <a:buNone/>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solidFill>
                      <a:srgbClr val="CCD2D8"/>
                    </a:solidFill>
                  </a:tcPr>
                </a:tc>
                <a:tc>
                  <a:txBody>
                    <a:bodyPr/>
                    <a:lstStyle/>
                    <a:p>
                      <a:pPr algn="l">
                        <a:buClrTx/>
                        <a:buSzTx/>
                        <a:buFontTx/>
                        <a:buNone/>
                      </a:pPr>
                      <a:r>
                        <a:rPr lang="en-US" altLang="ja-JP" sz="800" dirty="0">
                          <a:solidFill>
                            <a:schemeClr val="tx1"/>
                          </a:solidFill>
                          <a:latin typeface="Meiryo UI" panose="020B0604030504040204" pitchFamily="50" charset="-128"/>
                          <a:ea typeface="Meiryo UI" panose="020B0604030504040204" pitchFamily="50" charset="-128"/>
                          <a:sym typeface="+mn-ea"/>
                        </a:rPr>
                        <a:t>100%</a:t>
                      </a:r>
                      <a:endPar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zh-CN" sz="800" dirty="0">
                          <a:solidFill>
                            <a:srgbClr val="C00000"/>
                          </a:solidFill>
                          <a:latin typeface="Meiryo UI" panose="020B0604030504040204" pitchFamily="50" charset="-128"/>
                          <a:ea typeface="Meiryo UI" panose="020B0604030504040204" pitchFamily="50" charset="-128"/>
                          <a:sym typeface="+mn-ea"/>
                        </a:rPr>
                        <a:t>ごレビュー待ち</a:t>
                      </a:r>
                      <a:endParaRPr lang="ja-JP" altLang="zh-CN" sz="800" dirty="0">
                        <a:solidFill>
                          <a:srgbClr val="C00000"/>
                        </a:solidFill>
                        <a:latin typeface="Meiryo UI" panose="020B0604030504040204" pitchFamily="50" charset="-128"/>
                        <a:ea typeface="Meiryo UI" panose="020B0604030504040204" pitchFamily="50" charset="-128"/>
                        <a:sym typeface="+mn-ea"/>
                      </a:endParaRPr>
                    </a:p>
                  </a:txBody>
                  <a:tcPr>
                    <a:solidFill>
                      <a:srgbClr val="CCD2D8"/>
                    </a:solidFill>
                  </a:tcPr>
                </a:tc>
              </a:tr>
              <a:tr h="206161">
                <a:tc vMerge="1">
                  <a:tcPr anchor="ctr"/>
                </a:tc>
                <a:tc>
                  <a:txBody>
                    <a:bodyPr/>
                    <a:lstStyle/>
                    <a:p>
                      <a:pPr algn="l">
                        <a:buNone/>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Customize</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SMN_00108-17</a:t>
                      </a: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29</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solidFill>
                      <a:schemeClr val="bg1">
                        <a:lumMod val="85000"/>
                      </a:schemeClr>
                    </a:solidFill>
                  </a:tcPr>
                </a:tc>
                <a:tc>
                  <a:txBody>
                    <a:bodyPr/>
                    <a:lstStyle/>
                    <a:p>
                      <a:pPr algn="l">
                        <a:buNone/>
                      </a:pPr>
                      <a:r>
                        <a:rPr lang="en-US" altLang="zh-CN" sz="800" dirty="0">
                          <a:latin typeface="Meiryo UI" panose="020B0604030504040204" pitchFamily="50" charset="-128"/>
                          <a:ea typeface="Meiryo UI" panose="020B0604030504040204" pitchFamily="50" charset="-128"/>
                          <a:sym typeface="+mn-ea"/>
                          <a:hlinkClick r:id="rId4"/>
                        </a:rPr>
                        <a:t>#263</a:t>
                      </a:r>
                      <a:endParaRPr lang="en-US" altLang="ja-JP" sz="800" dirty="0">
                        <a:latin typeface="Meiryo UI" panose="020B0604030504040204" pitchFamily="50" charset="-128"/>
                        <a:ea typeface="Meiryo UI" panose="020B0604030504040204" pitchFamily="50" charset="-128"/>
                        <a:sym typeface="+mn-ea"/>
                      </a:endParaRPr>
                    </a:p>
                  </a:txBody>
                  <a:tcPr anchor="ctr">
                    <a:solidFill>
                      <a:schemeClr val="bg1">
                        <a:lumMod val="85000"/>
                      </a:schemeClr>
                    </a:solidFill>
                  </a:tcPr>
                </a:tc>
                <a:tc>
                  <a:txBody>
                    <a:bodyPr/>
                    <a:lstStyle/>
                    <a:p>
                      <a:pPr algn="l">
                        <a:buNone/>
                      </a:pPr>
                      <a:r>
                        <a:rPr lang="en-US" altLang="ja-JP" sz="800" dirty="0">
                          <a:latin typeface="Meiryo UI" panose="020B0604030504040204" pitchFamily="50" charset="-128"/>
                          <a:ea typeface="Meiryo UI" panose="020B0604030504040204" pitchFamily="50" charset="-128"/>
                          <a:sym typeface="+mn-ea"/>
                        </a:rPr>
                        <a:t>2026/4/21</a:t>
                      </a:r>
                      <a:endParaRPr lang="en-US" altLang="ja-JP" sz="800" dirty="0">
                        <a:latin typeface="Meiryo UI" panose="020B0604030504040204" pitchFamily="50" charset="-128"/>
                        <a:ea typeface="Meiryo UI" panose="020B0604030504040204" pitchFamily="50" charset="-128"/>
                        <a:sym typeface="+mn-ea"/>
                      </a:endParaRP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solidFill>
                      <a:schemeClr val="bg1">
                        <a:lumMod val="85000"/>
                      </a:schemeClr>
                    </a:solidFill>
                  </a:tcPr>
                </a:tc>
                <a:tc>
                  <a:txBody>
                    <a:bodyPr/>
                    <a:lstStyle/>
                    <a:p>
                      <a:pPr algn="l">
                        <a:buClrTx/>
                        <a:buSzTx/>
                        <a:buFontTx/>
                        <a:buNone/>
                      </a:pPr>
                      <a:r>
                        <a:rPr lang="en-US" altLang="ja-JP" sz="800" dirty="0">
                          <a:solidFill>
                            <a:schemeClr val="tx1"/>
                          </a:solidFill>
                          <a:latin typeface="Meiryo UI" panose="020B0604030504040204" pitchFamily="50" charset="-128"/>
                          <a:ea typeface="Meiryo UI" panose="020B0604030504040204" pitchFamily="50" charset="-128"/>
                          <a:sym typeface="+mn-ea"/>
                        </a:rPr>
                        <a:t>100%</a:t>
                      </a:r>
                      <a:endPar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zh-CN" sz="800" dirty="0">
                          <a:solidFill>
                            <a:srgbClr val="000000"/>
                          </a:solidFill>
                          <a:latin typeface="Meiryo UI" panose="020B0604030504040204" pitchFamily="50" charset="-128"/>
                          <a:ea typeface="Meiryo UI" panose="020B0604030504040204" pitchFamily="50" charset="-128"/>
                          <a:sym typeface="+mn-ea"/>
                        </a:rPr>
                        <a:t>マージ</a:t>
                      </a:r>
                      <a:r>
                        <a:rPr lang="ja-JP" altLang="zh-CN" sz="800" dirty="0">
                          <a:solidFill>
                            <a:schemeClr val="tx1"/>
                          </a:solidFill>
                          <a:latin typeface="Meiryo UI" panose="020B0604030504040204" pitchFamily="50" charset="-128"/>
                          <a:ea typeface="Meiryo UI" panose="020B0604030504040204" pitchFamily="50" charset="-128"/>
                          <a:sym typeface="+mn-ea"/>
                        </a:rPr>
                        <a:t>済み</a:t>
                      </a:r>
                      <a:endParaRPr lang="ja-JP" altLang="zh-CN" sz="800" dirty="0">
                        <a:solidFill>
                          <a:srgbClr val="C00000"/>
                        </a:solidFill>
                        <a:latin typeface="Meiryo UI" panose="020B0604030504040204" pitchFamily="50" charset="-128"/>
                        <a:ea typeface="Meiryo UI" panose="020B0604030504040204" pitchFamily="50" charset="-128"/>
                        <a:sym typeface="+mn-ea"/>
                      </a:endParaRPr>
                    </a:p>
                  </a:txBody>
                  <a:tcPr>
                    <a:solidFill>
                      <a:schemeClr val="bg1">
                        <a:lumMod val="85000"/>
                      </a:schemeClr>
                    </a:solidFill>
                  </a:tcPr>
                </a:tc>
              </a:tr>
              <a:tr h="206161">
                <a:tc vMerge="1">
                  <a:tcPr anchor="ctr"/>
                </a:tc>
                <a:tc>
                  <a:txBody>
                    <a:bodyPr/>
                    <a:lstStyle/>
                    <a:p>
                      <a:pPr algn="l">
                        <a:buNone/>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Maintenance</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SMN_00108-173</a:t>
                      </a: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9</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solidFill>
                      <a:schemeClr val="bg1">
                        <a:lumMod val="85000"/>
                      </a:schemeClr>
                    </a:solidFill>
                  </a:tcPr>
                </a:tc>
                <a:tc>
                  <a:txBody>
                    <a:bodyPr/>
                    <a:lstStyle/>
                    <a:p>
                      <a:pPr algn="l">
                        <a:buNone/>
                      </a:pPr>
                      <a:r>
                        <a:rPr lang="en-US" altLang="zh-CN" sz="800" dirty="0">
                          <a:latin typeface="Meiryo UI" panose="020B0604030504040204" pitchFamily="50" charset="-128"/>
                          <a:ea typeface="Meiryo UI" panose="020B0604030504040204" pitchFamily="50" charset="-128"/>
                          <a:sym typeface="+mn-ea"/>
                          <a:hlinkClick r:id="rId5"/>
                        </a:rPr>
                        <a:t>#243</a:t>
                      </a:r>
                      <a:endParaRPr lang="en-US" altLang="ja-JP" sz="800" dirty="0">
                        <a:latin typeface="Meiryo UI" panose="020B0604030504040204" pitchFamily="50" charset="-128"/>
                        <a:ea typeface="Meiryo UI" panose="020B0604030504040204" pitchFamily="50" charset="-128"/>
                        <a:sym typeface="+mn-ea"/>
                      </a:endParaRP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latin typeface="Meiryo UI" panose="020B0604030504040204" pitchFamily="50" charset="-128"/>
                          <a:ea typeface="Meiryo UI" panose="020B0604030504040204" pitchFamily="50" charset="-128"/>
                        </a:rPr>
                        <a:t>2026/3/</a:t>
                      </a:r>
                      <a:r>
                        <a:rPr lang="en-US" altLang="zh-CN" sz="800" dirty="0">
                          <a:latin typeface="Meiryo UI" panose="020B0604030504040204" pitchFamily="50" charset="-128"/>
                          <a:ea typeface="Meiryo UI" panose="020B0604030504040204" pitchFamily="50" charset="-128"/>
                        </a:rPr>
                        <a:t>27</a:t>
                      </a:r>
                      <a:endParaRPr lang="en-US" altLang="ja-JP" sz="800" dirty="0">
                        <a:latin typeface="Meiryo UI" panose="020B0604030504040204" pitchFamily="50" charset="-128"/>
                        <a:ea typeface="Meiryo UI" panose="020B0604030504040204" pitchFamily="50" charset="-128"/>
                      </a:endParaRP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zh-CN" sz="800" dirty="0">
                          <a:solidFill>
                            <a:srgbClr val="000000"/>
                          </a:solidFill>
                          <a:latin typeface="Meiryo UI" panose="020B0604030504040204" pitchFamily="50" charset="-128"/>
                          <a:ea typeface="Meiryo UI" panose="020B0604030504040204" pitchFamily="50" charset="-128"/>
                          <a:sym typeface="+mn-ea"/>
                        </a:rPr>
                        <a:t>マージ</a:t>
                      </a:r>
                      <a:r>
                        <a:rPr lang="ja-JP" altLang="zh-CN" sz="800" dirty="0">
                          <a:solidFill>
                            <a:schemeClr val="tx1"/>
                          </a:solidFill>
                          <a:latin typeface="Meiryo UI" panose="020B0604030504040204" pitchFamily="50" charset="-128"/>
                          <a:ea typeface="Meiryo UI" panose="020B0604030504040204" pitchFamily="50" charset="-128"/>
                          <a:sym typeface="+mn-ea"/>
                        </a:rPr>
                        <a:t>済み</a:t>
                      </a:r>
                      <a:endParaRPr lang="ja-JP" altLang="zh-CN" sz="800" dirty="0">
                        <a:solidFill>
                          <a:srgbClr val="C00000"/>
                        </a:solidFill>
                        <a:latin typeface="Meiryo UI" panose="020B0604030504040204" pitchFamily="50" charset="-128"/>
                        <a:ea typeface="Meiryo UI" panose="020B0604030504040204" pitchFamily="50" charset="-128"/>
                        <a:sym typeface="+mn-ea"/>
                      </a:endParaRPr>
                    </a:p>
                  </a:txBody>
                  <a:tcPr>
                    <a:solidFill>
                      <a:schemeClr val="bg1">
                        <a:lumMod val="85000"/>
                      </a:schemeClr>
                    </a:solidFill>
                  </a:tcPr>
                </a:tc>
              </a:tr>
              <a:tr h="206161">
                <a:tc vMerge="1">
                  <a:tcPr anchor="ctr"/>
                </a:tc>
                <a:tc>
                  <a:txBody>
                    <a:bodyPr/>
                    <a:lstStyle/>
                    <a:p>
                      <a:pPr algn="l">
                        <a:buNone/>
                      </a:pPr>
                      <a:r>
                        <a:rPr lang="en-US" altLang="ja-JP" sz="8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MyBike</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SMN_00108-1817</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solidFill>
                      <a:schemeClr val="bg1">
                        <a:lumMod val="85000"/>
                      </a:schemeClr>
                    </a:solidFill>
                  </a:tcPr>
                </a:tc>
                <a:tc>
                  <a:txBody>
                    <a:bodyPr/>
                    <a:lstStyle/>
                    <a:p>
                      <a:pPr algn="l">
                        <a:buNone/>
                      </a:pPr>
                      <a:r>
                        <a:rPr lang="en-US" altLang="ja-JP" sz="800" dirty="0">
                          <a:latin typeface="Meiryo UI" panose="020B0604030504040204" pitchFamily="50" charset="-128"/>
                          <a:ea typeface="Meiryo UI" panose="020B0604030504040204" pitchFamily="50" charset="-128"/>
                          <a:sym typeface="+mn-ea"/>
                          <a:hlinkClick r:id="rId6"/>
                        </a:rPr>
                        <a:t>#276</a:t>
                      </a:r>
                      <a:endParaRPr lang="en-US" altLang="ja-JP" sz="800" dirty="0">
                        <a:latin typeface="Meiryo UI" panose="020B0604030504040204" pitchFamily="50" charset="-128"/>
                        <a:ea typeface="Meiryo UI" panose="020B0604030504040204" pitchFamily="50" charset="-128"/>
                        <a:sym typeface="+mn-ea"/>
                      </a:endParaRP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latin typeface="Meiryo UI" panose="020B0604030504040204" pitchFamily="50" charset="-128"/>
                          <a:ea typeface="Meiryo UI" panose="020B0604030504040204" pitchFamily="50" charset="-128"/>
                        </a:rPr>
                        <a:t>2026/5/18</a:t>
                      </a:r>
                      <a:endParaRPr lang="en-US" altLang="ja-JP" sz="800" dirty="0">
                        <a:latin typeface="Meiryo UI" panose="020B0604030504040204" pitchFamily="50" charset="-128"/>
                        <a:ea typeface="Meiryo UI" panose="020B0604030504040204" pitchFamily="50" charset="-128"/>
                      </a:endParaRP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zh-CN" sz="800" dirty="0">
                          <a:solidFill>
                            <a:srgbClr val="000000"/>
                          </a:solidFill>
                          <a:latin typeface="Meiryo UI" panose="020B0604030504040204" pitchFamily="50" charset="-128"/>
                          <a:ea typeface="Meiryo UI" panose="020B0604030504040204" pitchFamily="50" charset="-128"/>
                          <a:sym typeface="+mn-ea"/>
                        </a:rPr>
                        <a:t>マージ</a:t>
                      </a:r>
                      <a:r>
                        <a:rPr lang="ja-JP" altLang="zh-CN" sz="800" dirty="0">
                          <a:solidFill>
                            <a:schemeClr val="tx1"/>
                          </a:solidFill>
                          <a:latin typeface="Meiryo UI" panose="020B0604030504040204" pitchFamily="50" charset="-128"/>
                          <a:ea typeface="Meiryo UI" panose="020B0604030504040204" pitchFamily="50" charset="-128"/>
                          <a:sym typeface="+mn-ea"/>
                        </a:rPr>
                        <a:t>済み</a:t>
                      </a:r>
                      <a:endParaRPr lang="ja-JP" altLang="zh-CN" sz="800" dirty="0">
                        <a:solidFill>
                          <a:srgbClr val="C00000"/>
                        </a:solidFill>
                        <a:latin typeface="Meiryo UI" panose="020B0604030504040204" pitchFamily="50" charset="-128"/>
                        <a:ea typeface="Meiryo UI" panose="020B0604030504040204" pitchFamily="50" charset="-128"/>
                        <a:sym typeface="+mn-ea"/>
                      </a:endParaRPr>
                    </a:p>
                  </a:txBody>
                  <a:tcPr>
                    <a:solidFill>
                      <a:schemeClr val="bg1">
                        <a:lumMod val="85000"/>
                      </a:schemeClr>
                    </a:solidFill>
                  </a:tcPr>
                </a:tc>
              </a:tr>
              <a:tr h="206161">
                <a:tc vMerge="1">
                  <a:tcPr anchor="ctr"/>
                </a:tc>
                <a:tc>
                  <a:txBody>
                    <a:bodyPr/>
                    <a:lstStyle/>
                    <a:p>
                      <a:pPr algn="l">
                        <a:buNone/>
                      </a:pPr>
                      <a:r>
                        <a:rPr lang="en-US" altLang="ja-JP" sz="8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Auth</a:t>
                      </a:r>
                      <a:endPar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SMN_00108-1818</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solidFill>
                      <a:schemeClr val="bg1">
                        <a:lumMod val="85000"/>
                      </a:schemeClr>
                    </a:solidFill>
                  </a:tcPr>
                </a:tc>
                <a:tc>
                  <a:txBody>
                    <a:bodyPr/>
                    <a:lstStyle/>
                    <a:p>
                      <a:pPr algn="l">
                        <a:buNone/>
                      </a:pPr>
                      <a:r>
                        <a:rPr lang="en-US" altLang="ja-JP" sz="800" dirty="0">
                          <a:latin typeface="Meiryo UI" panose="020B0604030504040204" pitchFamily="50" charset="-128"/>
                          <a:ea typeface="Meiryo UI" panose="020B0604030504040204" pitchFamily="50" charset="-128"/>
                          <a:sym typeface="+mn-ea"/>
                          <a:hlinkClick r:id="rId7"/>
                        </a:rPr>
                        <a:t>#277</a:t>
                      </a:r>
                      <a:endParaRPr lang="en-US" altLang="ja-JP" sz="800" dirty="0">
                        <a:latin typeface="Meiryo UI" panose="020B0604030504040204" pitchFamily="50" charset="-128"/>
                        <a:ea typeface="Meiryo UI" panose="020B0604030504040204" pitchFamily="50" charset="-128"/>
                        <a:sym typeface="+mn-ea"/>
                      </a:endParaRP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latin typeface="Meiryo UI" panose="020B0604030504040204" pitchFamily="50" charset="-128"/>
                          <a:ea typeface="Meiryo UI" panose="020B0604030504040204" pitchFamily="50" charset="-128"/>
                        </a:rPr>
                        <a:t>2026/5/18</a:t>
                      </a:r>
                      <a:endParaRPr lang="en-US" altLang="ja-JP" sz="800" dirty="0">
                        <a:latin typeface="Meiryo UI" panose="020B0604030504040204" pitchFamily="50" charset="-128"/>
                        <a:ea typeface="Meiryo UI" panose="020B0604030504040204" pitchFamily="50" charset="-128"/>
                      </a:endParaRP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zh-CN" sz="800" dirty="0">
                          <a:solidFill>
                            <a:srgbClr val="000000"/>
                          </a:solidFill>
                          <a:latin typeface="Meiryo UI" panose="020B0604030504040204" pitchFamily="50" charset="-128"/>
                          <a:ea typeface="Meiryo UI" panose="020B0604030504040204" pitchFamily="50" charset="-128"/>
                          <a:sym typeface="+mn-ea"/>
                        </a:rPr>
                        <a:t>マージ</a:t>
                      </a:r>
                      <a:r>
                        <a:rPr lang="ja-JP" altLang="zh-CN" sz="800" dirty="0">
                          <a:solidFill>
                            <a:schemeClr val="tx1"/>
                          </a:solidFill>
                          <a:latin typeface="Meiryo UI" panose="020B0604030504040204" pitchFamily="50" charset="-128"/>
                          <a:ea typeface="Meiryo UI" panose="020B0604030504040204" pitchFamily="50" charset="-128"/>
                          <a:sym typeface="+mn-ea"/>
                        </a:rPr>
                        <a:t>済み</a:t>
                      </a:r>
                      <a:endParaRPr lang="ja-JP" altLang="zh-CN" sz="800" dirty="0">
                        <a:solidFill>
                          <a:srgbClr val="C00000"/>
                        </a:solidFill>
                        <a:latin typeface="Meiryo UI" panose="020B0604030504040204" pitchFamily="50" charset="-128"/>
                        <a:ea typeface="Meiryo UI" panose="020B0604030504040204" pitchFamily="50" charset="-128"/>
                        <a:sym typeface="+mn-ea"/>
                      </a:endParaRPr>
                    </a:p>
                  </a:txBody>
                  <a:tcPr>
                    <a:solidFill>
                      <a:schemeClr val="bg1">
                        <a:lumMod val="85000"/>
                      </a:schemeClr>
                    </a:solidFill>
                  </a:tcPr>
                </a:tc>
              </a:tr>
              <a:tr h="206161">
                <a:tc vMerge="1">
                  <a:tcPr anchor="ctr"/>
                </a:tc>
                <a:tc>
                  <a:txBody>
                    <a:bodyPr/>
                    <a:lstStyle/>
                    <a:p>
                      <a:pPr algn="l">
                        <a:buNone/>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SMN_00108-1886</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solidFill>
                      <a:schemeClr val="bg1">
                        <a:lumMod val="85000"/>
                      </a:schemeClr>
                    </a:solidFill>
                  </a:tcPr>
                </a:tc>
                <a:tc>
                  <a:txBody>
                    <a:bodyPr/>
                    <a:lstStyle/>
                    <a:p>
                      <a:pPr algn="l">
                        <a:buNone/>
                      </a:pPr>
                      <a:r>
                        <a:rPr lang="en-US" altLang="ja-JP" sz="800" dirty="0">
                          <a:latin typeface="Meiryo UI" panose="020B0604030504040204" pitchFamily="50" charset="-128"/>
                          <a:ea typeface="Meiryo UI" panose="020B0604030504040204" pitchFamily="50" charset="-128"/>
                          <a:sym typeface="+mn-ea"/>
                          <a:hlinkClick r:id="rId8"/>
                        </a:rPr>
                        <a:t>#281</a:t>
                      </a:r>
                      <a:endParaRPr lang="en-US" altLang="ja-JP" sz="800" dirty="0">
                        <a:latin typeface="Meiryo UI" panose="020B0604030504040204" pitchFamily="50" charset="-128"/>
                        <a:ea typeface="Meiryo UI" panose="020B0604030504040204" pitchFamily="50" charset="-128"/>
                        <a:sym typeface="+mn-ea"/>
                      </a:endParaRP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latin typeface="Meiryo UI" panose="020B0604030504040204" pitchFamily="50" charset="-128"/>
                          <a:ea typeface="Meiryo UI" panose="020B0604030504040204" pitchFamily="50" charset="-128"/>
                        </a:rPr>
                        <a:t>2026/5/26</a:t>
                      </a:r>
                      <a:endParaRPr lang="en-US" altLang="ja-JP" sz="800" dirty="0">
                        <a:latin typeface="Meiryo UI" panose="020B0604030504040204" pitchFamily="50" charset="-128"/>
                        <a:ea typeface="Meiryo UI" panose="020B0604030504040204" pitchFamily="50" charset="-128"/>
                      </a:endParaRPr>
                    </a:p>
                  </a:txBody>
                  <a:tcPr anchor="c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zh-CN" sz="800" dirty="0">
                          <a:solidFill>
                            <a:srgbClr val="000000"/>
                          </a:solidFill>
                          <a:latin typeface="Meiryo UI" panose="020B0604030504040204" pitchFamily="50" charset="-128"/>
                          <a:ea typeface="Meiryo UI" panose="020B0604030504040204" pitchFamily="50" charset="-128"/>
                          <a:sym typeface="+mn-ea"/>
                        </a:rPr>
                        <a:t>マージ</a:t>
                      </a:r>
                      <a:r>
                        <a:rPr lang="ja-JP" altLang="zh-CN" sz="800" dirty="0">
                          <a:solidFill>
                            <a:schemeClr val="tx1"/>
                          </a:solidFill>
                          <a:latin typeface="Meiryo UI" panose="020B0604030504040204" pitchFamily="50" charset="-128"/>
                          <a:ea typeface="Meiryo UI" panose="020B0604030504040204" pitchFamily="50" charset="-128"/>
                          <a:sym typeface="+mn-ea"/>
                        </a:rPr>
                        <a:t>済み</a:t>
                      </a:r>
                      <a:endParaRPr lang="ja-JP" altLang="zh-CN" sz="800" dirty="0">
                        <a:solidFill>
                          <a:srgbClr val="C00000"/>
                        </a:solidFill>
                        <a:latin typeface="Meiryo UI" panose="020B0604030504040204" pitchFamily="50" charset="-128"/>
                        <a:ea typeface="Meiryo UI" panose="020B0604030504040204" pitchFamily="50" charset="-128"/>
                        <a:sym typeface="+mn-ea"/>
                      </a:endParaRPr>
                    </a:p>
                  </a:txBody>
                  <a:tcPr>
                    <a:solidFill>
                      <a:schemeClr val="bg1">
                        <a:lumMod val="85000"/>
                      </a:schemeClr>
                    </a:solidFill>
                  </a:tcPr>
                </a:tc>
              </a:tr>
              <a:tr h="206161">
                <a:tc vMerge="1">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latin typeface="Meiryo UI" panose="020B0604030504040204" pitchFamily="50" charset="-128"/>
                          <a:ea typeface="Meiryo UI" panose="020B0604030504040204" pitchFamily="50" charset="-128"/>
                        </a:rPr>
                        <a:t>Connection</a:t>
                      </a:r>
                      <a:endParaRPr lang="en-US" altLang="zh-CN" sz="800" dirty="0">
                        <a:latin typeface="Meiryo UI" panose="020B0604030504040204" pitchFamily="50" charset="-128"/>
                        <a:ea typeface="Meiryo UI" panose="020B0604030504040204" pitchFamily="50" charset="-128"/>
                      </a:endParaRPr>
                    </a:p>
                  </a:txBody>
                  <a:tcPr anchor="ct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SMN_00108-1886</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solidFill>
                      <a:srgbClr val="CCD2D8"/>
                    </a:solidFill>
                  </a:tcPr>
                </a:tc>
                <a:tc>
                  <a:txBody>
                    <a:bodyPr/>
                    <a:lstStyle/>
                    <a:p>
                      <a:pPr algn="l">
                        <a:buNone/>
                      </a:pPr>
                      <a:r>
                        <a:rPr lang="en-US" altLang="ja-JP" sz="800" dirty="0">
                          <a:latin typeface="Meiryo UI" panose="020B0604030504040204" pitchFamily="50" charset="-128"/>
                          <a:ea typeface="Meiryo UI" panose="020B0604030504040204" pitchFamily="50" charset="-128"/>
                          <a:sym typeface="+mn-ea"/>
                          <a:hlinkClick r:id="rId9"/>
                        </a:rPr>
                        <a:t>#285</a:t>
                      </a:r>
                      <a:endParaRPr lang="en-US" altLang="ja-JP" sz="800" dirty="0">
                        <a:latin typeface="Meiryo UI" panose="020B0604030504040204" pitchFamily="50" charset="-128"/>
                        <a:ea typeface="Meiryo UI" panose="020B0604030504040204" pitchFamily="50" charset="-128"/>
                        <a:sym typeface="+mn-ea"/>
                      </a:endParaRPr>
                    </a:p>
                  </a:txBody>
                  <a:tcPr anchor="ct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latin typeface="Meiryo UI" panose="020B0604030504040204" pitchFamily="50" charset="-128"/>
                          <a:ea typeface="Meiryo UI" panose="020B0604030504040204" pitchFamily="50" charset="-128"/>
                        </a:rPr>
                        <a:t>2026/6/10</a:t>
                      </a:r>
                      <a:endParaRPr lang="en-US" altLang="ja-JP" sz="800" dirty="0">
                        <a:latin typeface="Meiryo UI" panose="020B0604030504040204" pitchFamily="50" charset="-128"/>
                        <a:ea typeface="Meiryo UI" panose="020B0604030504040204" pitchFamily="50" charset="-128"/>
                      </a:endParaRPr>
                    </a:p>
                  </a:txBody>
                  <a:tcPr anchor="ct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zh-CN" sz="800" dirty="0">
                          <a:solidFill>
                            <a:srgbClr val="C00000"/>
                          </a:solidFill>
                          <a:latin typeface="Meiryo UI" panose="020B0604030504040204" pitchFamily="50" charset="-128"/>
                          <a:ea typeface="Meiryo UI" panose="020B0604030504040204" pitchFamily="50" charset="-128"/>
                          <a:sym typeface="+mn-ea"/>
                        </a:rPr>
                        <a:t>マージ</a:t>
                      </a:r>
                      <a:r>
                        <a:rPr kumimoji="1" lang="ja-JP" altLang="zh-CN" sz="800" kern="1200" dirty="0">
                          <a:solidFill>
                            <a:srgbClr val="C00000"/>
                          </a:solidFill>
                          <a:latin typeface="Meiryo UI" panose="020B0604030504040204" pitchFamily="50" charset="-128"/>
                          <a:ea typeface="Meiryo UI" panose="020B0604030504040204" pitchFamily="50" charset="-128"/>
                          <a:cs typeface="+mn-cs"/>
                          <a:sym typeface="+mn-ea"/>
                        </a:rPr>
                        <a:t>待ち</a:t>
                      </a:r>
                      <a:endParaRPr kumimoji="1" lang="ja-JP" altLang="zh-CN" sz="800" kern="1200" dirty="0">
                        <a:solidFill>
                          <a:srgbClr val="C00000"/>
                        </a:solidFill>
                        <a:latin typeface="Meiryo UI" panose="020B0604030504040204" pitchFamily="50" charset="-128"/>
                        <a:ea typeface="Meiryo UI" panose="020B0604030504040204" pitchFamily="50" charset="-128"/>
                        <a:cs typeface="+mn-cs"/>
                        <a:sym typeface="+mn-ea"/>
                      </a:endParaRPr>
                    </a:p>
                  </a:txBody>
                  <a:tcPr>
                    <a:solidFill>
                      <a:srgbClr val="CCD2D8"/>
                    </a:solidFill>
                  </a:tcPr>
                </a:tc>
              </a:tr>
              <a:tr h="206161">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latin typeface="Meiryo UI" panose="020B0604030504040204" pitchFamily="50" charset="-128"/>
                          <a:ea typeface="Meiryo UI" panose="020B0604030504040204" pitchFamily="50" charset="-128"/>
                          <a:sym typeface="+mn-ea"/>
                        </a:rPr>
                        <a:t>Connection</a:t>
                      </a:r>
                      <a:endParaRPr lang="en-US" altLang="zh-CN" sz="800" dirty="0">
                        <a:latin typeface="Meiryo UI" panose="020B0604030504040204" pitchFamily="50" charset="-128"/>
                        <a:ea typeface="Meiryo UI" panose="020B0604030504040204" pitchFamily="50" charset="-128"/>
                      </a:endParaRPr>
                    </a:p>
                  </a:txBody>
                  <a:tcPr anchor="ct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SMN_00108-1813</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solidFill>
                      <a:srgbClr val="CCD2D8"/>
                    </a:solidFill>
                  </a:tcPr>
                </a:tc>
                <a:tc>
                  <a:txBody>
                    <a:bodyPr/>
                    <a:lstStyle/>
                    <a:p>
                      <a:pPr algn="l">
                        <a:buNone/>
                      </a:pPr>
                      <a:r>
                        <a:rPr lang="en-US" altLang="ja-JP" sz="800" dirty="0">
                          <a:latin typeface="Meiryo UI" panose="020B0604030504040204" pitchFamily="50" charset="-128"/>
                          <a:ea typeface="Meiryo UI" panose="020B0604030504040204" pitchFamily="50" charset="-128"/>
                          <a:sym typeface="+mn-ea"/>
                          <a:hlinkClick r:id="rId10" action="ppaction://hlinkfile"/>
                        </a:rPr>
                        <a:t>#</a:t>
                      </a:r>
                      <a:r>
                        <a:rPr lang="en-US" altLang="zh-CN" sz="800" dirty="0">
                          <a:latin typeface="Meiryo UI" panose="020B0604030504040204" pitchFamily="50" charset="-128"/>
                          <a:ea typeface="Meiryo UI" panose="020B0604030504040204" pitchFamily="50" charset="-128"/>
                          <a:sym typeface="+mn-ea"/>
                          <a:hlinkClick r:id="rId10" action="ppaction://hlinkfile"/>
                        </a:rPr>
                        <a:t>283</a:t>
                      </a:r>
                      <a:endParaRPr lang="en-US" altLang="zh-CN" sz="800" dirty="0">
                        <a:latin typeface="Meiryo UI" panose="020B0604030504040204" pitchFamily="50" charset="-128"/>
                        <a:ea typeface="Meiryo UI" panose="020B0604030504040204" pitchFamily="50" charset="-128"/>
                        <a:sym typeface="+mn-ea"/>
                      </a:endParaRPr>
                    </a:p>
                  </a:txBody>
                  <a:tcPr anchor="ct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latin typeface="Meiryo UI" panose="020B0604030504040204" pitchFamily="50" charset="-128"/>
                          <a:ea typeface="Meiryo UI" panose="020B0604030504040204" pitchFamily="50" charset="-128"/>
                        </a:rPr>
                        <a:t>2026/6/10</a:t>
                      </a:r>
                      <a:endParaRPr lang="en-US" altLang="ja-JP" sz="800" dirty="0">
                        <a:latin typeface="Meiryo UI" panose="020B0604030504040204" pitchFamily="50" charset="-128"/>
                        <a:ea typeface="Meiryo UI" panose="020B0604030504040204" pitchFamily="50" charset="-128"/>
                      </a:endParaRPr>
                    </a:p>
                  </a:txBody>
                  <a:tcPr anchor="ct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zh-CN" sz="800" dirty="0">
                          <a:solidFill>
                            <a:srgbClr val="C00000"/>
                          </a:solidFill>
                          <a:latin typeface="Meiryo UI" panose="020B0604030504040204" pitchFamily="50" charset="-128"/>
                          <a:ea typeface="Meiryo UI" panose="020B0604030504040204" pitchFamily="50" charset="-128"/>
                          <a:sym typeface="+mn-ea"/>
                        </a:rPr>
                        <a:t>マージ</a:t>
                      </a:r>
                      <a:r>
                        <a:rPr kumimoji="1" lang="ja-JP" altLang="zh-CN" sz="800" kern="1200" dirty="0">
                          <a:solidFill>
                            <a:srgbClr val="C00000"/>
                          </a:solidFill>
                          <a:latin typeface="Meiryo UI" panose="020B0604030504040204" pitchFamily="50" charset="-128"/>
                          <a:ea typeface="Meiryo UI" panose="020B0604030504040204" pitchFamily="50" charset="-128"/>
                          <a:cs typeface="+mn-cs"/>
                          <a:sym typeface="+mn-ea"/>
                        </a:rPr>
                        <a:t>待ち</a:t>
                      </a:r>
                      <a:endParaRPr kumimoji="1" lang="ja-JP" altLang="zh-CN" sz="800" kern="1200" dirty="0">
                        <a:solidFill>
                          <a:srgbClr val="C00000"/>
                        </a:solidFill>
                        <a:latin typeface="Meiryo UI" panose="020B0604030504040204" pitchFamily="50" charset="-128"/>
                        <a:ea typeface="Meiryo UI" panose="020B0604030504040204" pitchFamily="50" charset="-128"/>
                        <a:cs typeface="+mn-cs"/>
                        <a:sym typeface="+mn-ea"/>
                      </a:endParaRPr>
                    </a:p>
                  </a:txBody>
                  <a:tcPr>
                    <a:solidFill>
                      <a:srgbClr val="CCD2D8"/>
                    </a:solidFill>
                  </a:tcPr>
                </a:tc>
              </a:tr>
              <a:tr h="206161">
                <a:tc vMerge="1">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err="1">
                          <a:latin typeface="Meiryo UI" panose="020B0604030504040204" pitchFamily="50" charset="-128"/>
                          <a:ea typeface="Meiryo UI" panose="020B0604030504040204" pitchFamily="50" charset="-128"/>
                        </a:rPr>
                        <a:t>Auth</a:t>
                      </a:r>
                      <a:r>
                        <a:rPr lang="zh-CN" altLang="en-US" sz="800" dirty="0">
                          <a:latin typeface="Meiryo UI" panose="020B0604030504040204" pitchFamily="50" charset="-128"/>
                          <a:ea typeface="Meiryo UI" panose="020B0604030504040204" pitchFamily="50" charset="-128"/>
                        </a:rPr>
                        <a:t>、</a:t>
                      </a:r>
                      <a:r>
                        <a:rPr lang="en-US" altLang="zh-CN" sz="800" dirty="0" err="1">
                          <a:latin typeface="Meiryo UI" panose="020B0604030504040204" pitchFamily="50" charset="-128"/>
                          <a:ea typeface="Meiryo UI" panose="020B0604030504040204" pitchFamily="50" charset="-128"/>
                        </a:rPr>
                        <a:t>UserSetting</a:t>
                      </a:r>
                      <a:endParaRPr lang="en-US" altLang="zh-CN" sz="800" dirty="0">
                        <a:latin typeface="Meiryo UI" panose="020B0604030504040204" pitchFamily="50" charset="-128"/>
                        <a:ea typeface="Meiryo UI" panose="020B0604030504040204" pitchFamily="50" charset="-128"/>
                      </a:endParaRPr>
                    </a:p>
                  </a:txBody>
                  <a:tcPr anchor="ct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SMN_00108-1968</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solidFill>
                      <a:srgbClr val="CCD2D8"/>
                    </a:solidFill>
                  </a:tcPr>
                </a:tc>
                <a:tc>
                  <a:txBody>
                    <a:bodyPr/>
                    <a:lstStyle/>
                    <a:p>
                      <a:pPr algn="l">
                        <a:buNone/>
                      </a:pPr>
                      <a:r>
                        <a:rPr lang="en-US" altLang="ja-JP" sz="800" dirty="0">
                          <a:latin typeface="Meiryo UI" panose="020B0604030504040204" pitchFamily="50" charset="-128"/>
                          <a:ea typeface="Meiryo UI" panose="020B0604030504040204" pitchFamily="50" charset="-128"/>
                          <a:sym typeface="+mn-ea"/>
                          <a:hlinkClick r:id="rId11"/>
                        </a:rPr>
                        <a:t>#286</a:t>
                      </a:r>
                      <a:endParaRPr lang="en-US" altLang="ja-JP" sz="800" dirty="0">
                        <a:latin typeface="Meiryo UI" panose="020B0604030504040204" pitchFamily="50" charset="-128"/>
                        <a:ea typeface="Meiryo UI" panose="020B0604030504040204" pitchFamily="50" charset="-128"/>
                        <a:sym typeface="+mn-ea"/>
                      </a:endParaRPr>
                    </a:p>
                  </a:txBody>
                  <a:tcPr anchor="ct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latin typeface="Meiryo UI" panose="020B0604030504040204" pitchFamily="50" charset="-128"/>
                          <a:ea typeface="Meiryo UI" panose="020B0604030504040204" pitchFamily="50" charset="-128"/>
                        </a:rPr>
                        <a:t>2026/6/12</a:t>
                      </a:r>
                      <a:endParaRPr lang="en-US" altLang="ja-JP" sz="800" dirty="0">
                        <a:latin typeface="Meiryo UI" panose="020B0604030504040204" pitchFamily="50" charset="-128"/>
                        <a:ea typeface="Meiryo UI" panose="020B0604030504040204" pitchFamily="50" charset="-128"/>
                      </a:endParaRPr>
                    </a:p>
                  </a:txBody>
                  <a:tcPr anchor="ct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rgbClr val="CCD2D8"/>
                    </a:solidFill>
                  </a:tcPr>
                </a:tc>
                <a:tc>
                  <a:txBody>
                    <a:bodyPr/>
                    <a:lstStyle/>
                    <a:p>
                      <a:pPr>
                        <a:buNone/>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指摘対応</a:t>
                      </a:r>
                      <a:r>
                        <a:rPr lang="ja-JP" altLang="es-E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は</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提出済み（</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5</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rgbClr val="CCD2D8"/>
                    </a:solidFill>
                  </a:tcPr>
                </a:tc>
              </a:tr>
              <a:tr h="206161">
                <a:tc vMerge="1">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latin typeface="Meiryo UI" panose="020B0604030504040204" pitchFamily="50" charset="-128"/>
                          <a:ea typeface="Meiryo UI" panose="020B0604030504040204" pitchFamily="50" charset="-128"/>
                        </a:rPr>
                        <a:t>Customize</a:t>
                      </a:r>
                      <a:endParaRPr lang="en-US" altLang="zh-CN" sz="800" dirty="0">
                        <a:latin typeface="Meiryo UI" panose="020B0604030504040204" pitchFamily="50" charset="-128"/>
                        <a:ea typeface="Meiryo UI" panose="020B0604030504040204" pitchFamily="50" charset="-128"/>
                      </a:endParaRPr>
                    </a:p>
                  </a:txBody>
                  <a:tcPr anchor="ct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SMN_00108</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1996</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solidFill>
                      <a:srgbClr val="CCD2D8"/>
                    </a:solidFill>
                  </a:tcPr>
                </a:tc>
                <a:tc>
                  <a:txBody>
                    <a:bodyPr/>
                    <a:lstStyle/>
                    <a:p>
                      <a:pPr algn="l">
                        <a:buNone/>
                      </a:pPr>
                      <a:r>
                        <a:rPr lang="en-US" altLang="ja-JP" sz="800" dirty="0">
                          <a:latin typeface="Meiryo UI" panose="020B0604030504040204" pitchFamily="50" charset="-128"/>
                          <a:ea typeface="Meiryo UI" panose="020B0604030504040204" pitchFamily="50" charset="-128"/>
                          <a:sym typeface="+mn-ea"/>
                          <a:hlinkClick r:id="rId12"/>
                        </a:rPr>
                        <a:t>#287</a:t>
                      </a:r>
                      <a:endParaRPr lang="en-US" altLang="ja-JP" sz="800" dirty="0">
                        <a:latin typeface="Meiryo UI" panose="020B0604030504040204" pitchFamily="50" charset="-128"/>
                        <a:ea typeface="Meiryo UI" panose="020B0604030504040204" pitchFamily="50" charset="-128"/>
                        <a:sym typeface="+mn-ea"/>
                      </a:endParaRPr>
                    </a:p>
                  </a:txBody>
                  <a:tcPr anchor="ct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latin typeface="Meiryo UI" panose="020B0604030504040204" pitchFamily="50" charset="-128"/>
                          <a:ea typeface="Meiryo UI" panose="020B0604030504040204" pitchFamily="50" charset="-128"/>
                        </a:rPr>
                        <a:t>2026/6/17</a:t>
                      </a:r>
                      <a:endParaRPr lang="en-US" altLang="ja-JP" sz="800" dirty="0">
                        <a:latin typeface="Meiryo UI" panose="020B0604030504040204" pitchFamily="50" charset="-128"/>
                        <a:ea typeface="Meiryo UI" panose="020B0604030504040204" pitchFamily="50" charset="-128"/>
                      </a:endParaRPr>
                    </a:p>
                  </a:txBody>
                  <a:tcPr anchor="ct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solidFill>
                      <a:srgbClr val="CCD2D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zh-CN" sz="800" dirty="0">
                          <a:solidFill>
                            <a:srgbClr val="C00000"/>
                          </a:solidFill>
                          <a:latin typeface="Meiryo UI" panose="020B0604030504040204" pitchFamily="50" charset="-128"/>
                          <a:ea typeface="Meiryo UI" panose="020B0604030504040204" pitchFamily="50" charset="-128"/>
                          <a:sym typeface="+mn-ea"/>
                        </a:rPr>
                        <a:t>マージ</a:t>
                      </a:r>
                      <a:r>
                        <a:rPr kumimoji="1" lang="ja-JP" altLang="zh-CN" sz="800" kern="1200" dirty="0">
                          <a:solidFill>
                            <a:srgbClr val="C00000"/>
                          </a:solidFill>
                          <a:latin typeface="Meiryo UI" panose="020B0604030504040204" pitchFamily="50" charset="-128"/>
                          <a:ea typeface="Meiryo UI" panose="020B0604030504040204" pitchFamily="50" charset="-128"/>
                          <a:cs typeface="+mn-cs"/>
                          <a:sym typeface="+mn-ea"/>
                        </a:rPr>
                        <a:t>待ち</a:t>
                      </a:r>
                      <a:endParaRPr kumimoji="1" lang="ja-JP" altLang="zh-CN" sz="800" kern="1200" dirty="0">
                        <a:solidFill>
                          <a:srgbClr val="C00000"/>
                        </a:solidFill>
                        <a:latin typeface="Meiryo UI" panose="020B0604030504040204" pitchFamily="50" charset="-128"/>
                        <a:ea typeface="Meiryo UI" panose="020B0604030504040204" pitchFamily="50" charset="-128"/>
                        <a:cs typeface="+mn-cs"/>
                        <a:sym typeface="+mn-ea"/>
                      </a:endParaRPr>
                    </a:p>
                  </a:txBody>
                  <a:tcPr>
                    <a:solidFill>
                      <a:srgbClr val="CCD2D8"/>
                    </a:solidFill>
                  </a:tcPr>
                </a:tc>
              </a:tr>
              <a:tr h="206161">
                <a:tc rowSpan="8">
                  <a:txBody>
                    <a:bodyPr/>
                    <a:lstStyle/>
                    <a:p>
                      <a:pPr algn="l">
                        <a:buNone/>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SDK API </a:t>
                      </a:r>
                      <a:r>
                        <a:rPr lang="ja-JP"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詳細</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設計</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None/>
                      </a:pPr>
                      <a:r>
                        <a:rPr lang="en-US" altLang="ja-JP" sz="800" dirty="0">
                          <a:latin typeface="Meiryo UI" panose="020B0604030504040204" pitchFamily="50" charset="-128"/>
                          <a:ea typeface="Meiryo UI" panose="020B0604030504040204" pitchFamily="50" charset="-128"/>
                        </a:rPr>
                        <a:t>MyBike</a:t>
                      </a:r>
                      <a:endParaRPr lang="en-US" altLang="ja-JP" sz="800" dirty="0">
                        <a:latin typeface="Meiryo UI" panose="020B0604030504040204" pitchFamily="50" charset="-128"/>
                        <a:ea typeface="Meiryo UI" panose="020B0604030504040204" pitchFamily="50" charset="-128"/>
                      </a:endParaRPr>
                    </a:p>
                  </a:txBody>
                  <a:tcPr anchor="ctr"/>
                </a:tc>
                <a:tc>
                  <a:txBody>
                    <a:bodyPr/>
                    <a:lstStyle/>
                    <a:p>
                      <a:pPr algn="l">
                        <a:buClrTx/>
                        <a:buSzTx/>
                        <a:buFontTx/>
                        <a:buNone/>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ETUBEPROJECTSDK-1071</a:t>
                      </a:r>
                      <a:endPar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l">
                        <a:buClrTx/>
                        <a:buSzTx/>
                        <a:buFontTx/>
                        <a:buNone/>
                      </a:pPr>
                      <a:r>
                        <a:rPr lang="en-US" altLang="ja-JP" sz="800" dirty="0">
                          <a:latin typeface="Meiryo UI" panose="020B0604030504040204" pitchFamily="50" charset="-128"/>
                          <a:ea typeface="Meiryo UI" panose="020B0604030504040204" pitchFamily="50" charset="-128"/>
                          <a:sym typeface="+mn-ea"/>
                          <a:hlinkClick r:id="rId13"/>
                        </a:rPr>
                        <a:t>#23</a:t>
                      </a:r>
                      <a:endParaRPr lang="en-US" altLang="ja-JP" sz="800" dirty="0">
                        <a:latin typeface="Meiryo UI" panose="020B0604030504040204" pitchFamily="50" charset="-128"/>
                        <a:ea typeface="Meiryo UI" panose="020B0604030504040204" pitchFamily="50" charset="-128"/>
                        <a:sym typeface="+mn-ea"/>
                      </a:endParaRPr>
                    </a:p>
                  </a:txBody>
                  <a:tcPr/>
                </a:tc>
                <a:tc>
                  <a:txBody>
                    <a:bodyPr/>
                    <a:lstStyle/>
                    <a:p>
                      <a:pPr algn="l">
                        <a:buClrTx/>
                        <a:buSzTx/>
                        <a:buFontTx/>
                        <a:buNone/>
                      </a:pPr>
                      <a:r>
                        <a:rPr lang="en-US" altLang="ja-JP" sz="800" dirty="0">
                          <a:latin typeface="Meiryo UI" panose="020B0604030504040204" pitchFamily="50" charset="-128"/>
                          <a:ea typeface="Meiryo UI" panose="020B0604030504040204" pitchFamily="50" charset="-128"/>
                          <a:sym typeface="+mn-ea"/>
                        </a:rPr>
                        <a:t>2025/03/07</a:t>
                      </a:r>
                      <a:endParaRPr lang="en-US" altLang="ja-JP" sz="800" dirty="0">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zh-CN" sz="800" dirty="0">
                          <a:solidFill>
                            <a:srgbClr val="C00000"/>
                          </a:solidFill>
                          <a:latin typeface="Meiryo UI" panose="020B0604030504040204" pitchFamily="50" charset="-128"/>
                          <a:ea typeface="Meiryo UI" panose="020B0604030504040204" pitchFamily="50" charset="-128"/>
                          <a:sym typeface="+mn-ea"/>
                        </a:rPr>
                        <a:t>マージ待ち</a:t>
                      </a:r>
                      <a:endPar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06161">
                <a:tc vMerge="1">
                  <a:tcPr anchor="ctr"/>
                </a:tc>
                <a:tc>
                  <a:txBody>
                    <a:bodyPr/>
                    <a:lstStyle/>
                    <a:p>
                      <a:pPr algn="l">
                        <a:buClrTx/>
                        <a:buSzTx/>
                        <a:buFontTx/>
                        <a:buNone/>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Auth/License</a:t>
                      </a:r>
                      <a:endPar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ETUBEPROJECTSDK-1061</a:t>
                      </a:r>
                      <a:endPar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l">
                        <a:buClrTx/>
                        <a:buSzTx/>
                        <a:buFontTx/>
                        <a:buNone/>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hlinkClick r:id="rId14"/>
                        </a:rPr>
                        <a:t>#19</a:t>
                      </a:r>
                      <a:endPar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hlinkClick r:id="rId14"/>
                      </a:endParaRPr>
                    </a:p>
                  </a:txBody>
                  <a:tcPr/>
                </a:tc>
                <a:tc>
                  <a:txBody>
                    <a:bodyPr/>
                    <a:lstStyle/>
                    <a:p>
                      <a:pPr algn="l">
                        <a:buClrTx/>
                        <a:buSzTx/>
                        <a:buFontTx/>
                        <a:buNone/>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2025/02/28</a:t>
                      </a:r>
                      <a:endPar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ja-JP" sz="800" kern="12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SMN_00108-1968</a:t>
                      </a:r>
                      <a:r>
                        <a:rPr kumimoji="1" lang="ja-JP" altLang="en-US" sz="800" kern="12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なので、</a:t>
                      </a:r>
                      <a:r>
                        <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指摘</a:t>
                      </a:r>
                      <a:r>
                        <a:rPr lang="ja-JP" altLang="es-E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は</a:t>
                      </a:r>
                      <a:r>
                        <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対応</a:t>
                      </a:r>
                      <a:r>
                        <a:rPr lang="zh-CN"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中</a:t>
                      </a:r>
                      <a:r>
                        <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6</a:t>
                      </a:r>
                      <a:r>
                        <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23</a:t>
                      </a:r>
                      <a:r>
                        <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06161">
                <a:tc vMerge="1">
                  <a:tcPr anchor="ctr"/>
                </a:tc>
                <a:tc>
                  <a:txBody>
                    <a:bodyPr/>
                    <a:lstStyle/>
                    <a:p>
                      <a:pPr algn="l">
                        <a:buClrTx/>
                        <a:buSzTx/>
                        <a:buFontTx/>
                        <a:buNone/>
                      </a:pPr>
                      <a:r>
                        <a:rPr lang="ja-JP" altLang="zh-CN" sz="800" dirty="0">
                          <a:latin typeface="Meiryo UI" panose="020B0604030504040204" pitchFamily="50" charset="-128"/>
                          <a:ea typeface="Meiryo UI" panose="020B0604030504040204" pitchFamily="50" charset="-128"/>
                        </a:rPr>
                        <a:t>Update</a:t>
                      </a:r>
                      <a:endParaRPr lang="ja-JP" altLang="zh-CN" sz="800" dirty="0">
                        <a:latin typeface="Meiryo UI" panose="020B0604030504040204" pitchFamily="50" charset="-128"/>
                        <a:ea typeface="Meiryo UI" panose="020B0604030504040204" pitchFamily="50" charset="-128"/>
                      </a:endParaRPr>
                    </a:p>
                  </a:txBody>
                  <a:tcPr anchor="ctr"/>
                </a:tc>
                <a:tc>
                  <a:txBody>
                    <a:bodyPr/>
                    <a:lstStyle/>
                    <a:p>
                      <a:pPr algn="l">
                        <a:buClrTx/>
                        <a:buSzTx/>
                        <a:buFontTx/>
                        <a:buNone/>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ETUBEPROJECTSDK-1161</a:t>
                      </a:r>
                      <a:endPar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l">
                        <a:buClrTx/>
                        <a:buSzTx/>
                        <a:buFontTx/>
                        <a:buNone/>
                      </a:pPr>
                      <a:r>
                        <a:rPr lang="en-US" altLang="ja-JP" sz="800" dirty="0">
                          <a:latin typeface="Meiryo UI" panose="020B0604030504040204" pitchFamily="50" charset="-128"/>
                          <a:ea typeface="Meiryo UI" panose="020B0604030504040204" pitchFamily="50" charset="-128"/>
                          <a:sym typeface="+mn-ea"/>
                          <a:hlinkClick r:id="rId15"/>
                        </a:rPr>
                        <a:t>#35</a:t>
                      </a:r>
                      <a:endParaRPr lang="en-US" altLang="ja-JP" sz="800" dirty="0">
                        <a:latin typeface="Meiryo UI" panose="020B0604030504040204" pitchFamily="50" charset="-128"/>
                        <a:ea typeface="Meiryo UI" panose="020B0604030504040204" pitchFamily="50" charset="-128"/>
                        <a:sym typeface="+mn-ea"/>
                        <a:hlinkClick r:id="rId15"/>
                      </a:endParaRPr>
                    </a:p>
                  </a:txBody>
                  <a:tcPr/>
                </a:tc>
                <a:tc>
                  <a:txBody>
                    <a:bodyPr/>
                    <a:lstStyle/>
                    <a:p>
                      <a:pPr algn="l">
                        <a:buClrTx/>
                        <a:buSzTx/>
                        <a:buFontTx/>
                        <a:buNone/>
                      </a:pPr>
                      <a:r>
                        <a:rPr lang="en-US" altLang="ja-JP" sz="800" dirty="0">
                          <a:solidFill>
                            <a:schemeClr val="tx1"/>
                          </a:solidFill>
                          <a:latin typeface="Meiryo UI" panose="020B0604030504040204" pitchFamily="50" charset="-128"/>
                          <a:ea typeface="Meiryo UI" panose="020B0604030504040204" pitchFamily="50" charset="-128"/>
                          <a:sym typeface="+mn-ea"/>
                        </a:rPr>
                        <a:t>2025/05/09</a:t>
                      </a:r>
                      <a:endParaRPr lang="en-US" altLang="ja-JP"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zh-CN" sz="800" dirty="0">
                          <a:solidFill>
                            <a:srgbClr val="C00000"/>
                          </a:solidFill>
                          <a:latin typeface="Meiryo UI" panose="020B0604030504040204" pitchFamily="50" charset="-128"/>
                          <a:ea typeface="Meiryo UI" panose="020B0604030504040204" pitchFamily="50" charset="-128"/>
                          <a:sym typeface="+mn-ea"/>
                        </a:rPr>
                        <a:t>マージ待ち</a:t>
                      </a:r>
                      <a:endPar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06161">
                <a:tc vMerge="1">
                  <a:tcPr anchor="ctr"/>
                </a:tc>
                <a:tc>
                  <a:txBody>
                    <a:bodyPr/>
                    <a:lstStyle/>
                    <a:p>
                      <a:pPr algn="l">
                        <a:buClrTx/>
                        <a:buSzTx/>
                        <a:buFontTx/>
                        <a:buNone/>
                      </a:pPr>
                      <a:r>
                        <a:rPr lang="en-US" altLang="ja-JP" sz="800" dirty="0">
                          <a:latin typeface="Meiryo UI" panose="020B0604030504040204" pitchFamily="50" charset="-128"/>
                          <a:ea typeface="Meiryo UI" panose="020B0604030504040204" pitchFamily="50" charset="-128"/>
                        </a:rPr>
                        <a:t>R</a:t>
                      </a:r>
                      <a:r>
                        <a:rPr lang="en-US" altLang="zh-CN" sz="800" dirty="0">
                          <a:latin typeface="Meiryo UI" panose="020B0604030504040204" pitchFamily="50" charset="-128"/>
                          <a:ea typeface="Meiryo UI" panose="020B0604030504040204" pitchFamily="50" charset="-128"/>
                        </a:rPr>
                        <a:t>iding</a:t>
                      </a:r>
                      <a:endParaRPr lang="ja-JP" altLang="zh-CN" sz="800" dirty="0">
                        <a:latin typeface="Meiryo UI" panose="020B0604030504040204" pitchFamily="50" charset="-128"/>
                        <a:ea typeface="Meiryo UI"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ETUBEPROJECTSDK-1116</a:t>
                      </a:r>
                      <a:endPar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latin typeface="Meiryo UI" panose="020B0604030504040204" pitchFamily="50" charset="-128"/>
                          <a:ea typeface="Meiryo UI" panose="020B0604030504040204" pitchFamily="50" charset="-128"/>
                          <a:sym typeface="+mn-ea"/>
                          <a:hlinkClick r:id="rId16"/>
                        </a:rPr>
                        <a:t>#31</a:t>
                      </a:r>
                      <a:endParaRPr lang="en-US" altLang="ja-JP" sz="800" dirty="0">
                        <a:latin typeface="Meiryo UI" panose="020B0604030504040204" pitchFamily="50" charset="-128"/>
                        <a:ea typeface="Meiryo UI" panose="020B0604030504040204" pitchFamily="50" charset="-128"/>
                        <a:sym typeface="+mn-ea"/>
                      </a:endParaRPr>
                    </a:p>
                  </a:txBody>
                  <a:tcPr/>
                </a:tc>
                <a:tc>
                  <a:txBody>
                    <a:bodyPr/>
                    <a:lstStyle/>
                    <a:p>
                      <a:pPr algn="l">
                        <a:buClrTx/>
                        <a:buSzTx/>
                        <a:buFontTx/>
                        <a:buNone/>
                      </a:pPr>
                      <a:r>
                        <a:rPr lang="en-US" altLang="ja-JP" sz="800" dirty="0">
                          <a:solidFill>
                            <a:schemeClr val="tx1"/>
                          </a:solidFill>
                          <a:latin typeface="Meiryo UI" panose="020B0604030504040204" pitchFamily="50" charset="-128"/>
                          <a:ea typeface="Meiryo UI" panose="020B0604030504040204" pitchFamily="50" charset="-128"/>
                          <a:sym typeface="+mn-ea"/>
                        </a:rPr>
                        <a:t>2025/04/18</a:t>
                      </a:r>
                      <a:endParaRPr lang="en-US" altLang="ja-JP"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zh-CN" sz="800" dirty="0">
                          <a:solidFill>
                            <a:srgbClr val="C00000"/>
                          </a:solidFill>
                          <a:latin typeface="Meiryo UI" panose="020B0604030504040204" pitchFamily="50" charset="-128"/>
                          <a:ea typeface="Meiryo UI" panose="020B0604030504040204" pitchFamily="50" charset="-128"/>
                          <a:sym typeface="+mn-ea"/>
                        </a:rPr>
                        <a:t>マージ待ち</a:t>
                      </a:r>
                      <a:endPar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06161">
                <a:tc vMerge="1">
                  <a:tcPr anchor="ctr"/>
                </a:tc>
                <a:tc>
                  <a:txBody>
                    <a:bodyPr/>
                    <a:lstStyle/>
                    <a:p>
                      <a:pPr algn="l">
                        <a:buClrTx/>
                        <a:buSzTx/>
                        <a:buFontTx/>
                        <a:buNone/>
                      </a:pPr>
                      <a:r>
                        <a:rPr lang="en-US" altLang="ja-JP" sz="800" dirty="0">
                          <a:latin typeface="Meiryo UI" panose="020B0604030504040204" pitchFamily="50" charset="-128"/>
                          <a:ea typeface="Meiryo UI" panose="020B0604030504040204" pitchFamily="50" charset="-128"/>
                        </a:rPr>
                        <a:t>C</a:t>
                      </a:r>
                      <a:r>
                        <a:rPr lang="en-US" altLang="zh-CN" sz="800" dirty="0">
                          <a:latin typeface="Meiryo UI" panose="020B0604030504040204" pitchFamily="50" charset="-128"/>
                          <a:ea typeface="Meiryo UI" panose="020B0604030504040204" pitchFamily="50" charset="-128"/>
                        </a:rPr>
                        <a:t>ustomize</a:t>
                      </a:r>
                      <a:endParaRPr lang="en-US" altLang="zh-CN" sz="800" dirty="0">
                        <a:latin typeface="Meiryo UI" panose="020B0604030504040204" pitchFamily="50" charset="-128"/>
                        <a:ea typeface="Meiryo UI"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ETUBEPROJECTSDK-1231</a:t>
                      </a:r>
                      <a:endParaRPr kumimoji="1" lang="en-US" altLang="zh-CN"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hlinkClick r:id="rId17"/>
                        </a:rPr>
                        <a:t>#113</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algn="l">
                        <a:buClrTx/>
                        <a:buSzTx/>
                        <a:buFontTx/>
                        <a:buNone/>
                      </a:pPr>
                      <a:r>
                        <a:rPr lang="en-US" altLang="ja-JP" sz="800" dirty="0">
                          <a:solidFill>
                            <a:schemeClr val="tx1"/>
                          </a:solidFill>
                          <a:latin typeface="Meiryo UI" panose="020B0604030504040204" pitchFamily="50" charset="-128"/>
                          <a:ea typeface="Meiryo UI" panose="020B0604030504040204" pitchFamily="50" charset="-128"/>
                          <a:sym typeface="+mn-ea"/>
                        </a:rPr>
                        <a:t>2025/04/23</a:t>
                      </a:r>
                      <a:endParaRPr lang="en-US" altLang="ja-JP"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SMN_00108-19</a:t>
                      </a: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96</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なので、変更</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を</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提出済み（</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8</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06161">
                <a:tc vMerge="1">
                  <a:tcPr anchor="ctr"/>
                </a:tc>
                <a:tc>
                  <a:txBody>
                    <a:bodyPr/>
                    <a:lstStyle/>
                    <a:p>
                      <a:pPr algn="l">
                        <a:buClrTx/>
                        <a:buSzTx/>
                        <a:buFontTx/>
                        <a:buNone/>
                      </a:pPr>
                      <a:r>
                        <a:rPr lang="en-US" altLang="zh-CN" sz="800" dirty="0">
                          <a:latin typeface="Meiryo UI" panose="020B0604030504040204" pitchFamily="50" charset="-128"/>
                          <a:ea typeface="Meiryo UI" panose="020B0604030504040204" pitchFamily="50" charset="-128"/>
                        </a:rPr>
                        <a:t>UserSetting</a:t>
                      </a:r>
                      <a:endParaRPr lang="en-US" altLang="zh-CN" sz="800" dirty="0">
                        <a:latin typeface="Meiryo UI" panose="020B0604030504040204" pitchFamily="50" charset="-128"/>
                        <a:ea typeface="Meiryo UI"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ETUBEPROJECTSDK-1056</a:t>
                      </a:r>
                      <a:endPar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hlinkClick r:id="rId18"/>
                        </a:rPr>
                        <a:t>#15</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algn="l">
                        <a:buClrTx/>
                        <a:buSzTx/>
                        <a:buFontTx/>
                        <a:buNone/>
                      </a:pPr>
                      <a:r>
                        <a:rPr lang="en-US" altLang="ja-JP" sz="800" dirty="0">
                          <a:solidFill>
                            <a:schemeClr val="tx1"/>
                          </a:solidFill>
                          <a:latin typeface="Meiryo UI" panose="020B0604030504040204" pitchFamily="50" charset="-128"/>
                          <a:ea typeface="Meiryo UI" panose="020B0604030504040204" pitchFamily="50" charset="-128"/>
                          <a:sym typeface="+mn-ea"/>
                        </a:rPr>
                        <a:t>2026/05/12</a:t>
                      </a:r>
                      <a:endParaRPr lang="en-US" altLang="ja-JP"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SMN_00108-1968</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なので、変更</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を</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提出済み（</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5</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06161">
                <a:tc vMerge="1">
                  <a:tcPr anchor="ctr"/>
                </a:tc>
                <a:tc>
                  <a:txBody>
                    <a:bodyPr/>
                    <a:lstStyle/>
                    <a:p>
                      <a:pPr algn="l">
                        <a:buClrTx/>
                        <a:buSzTx/>
                        <a:buFontTx/>
                        <a:buNone/>
                      </a:pPr>
                      <a:r>
                        <a:rPr lang="ja-JP" altLang="zh-CN" sz="800" dirty="0">
                          <a:latin typeface="Meiryo UI" panose="020B0604030504040204" pitchFamily="50" charset="-128"/>
                          <a:ea typeface="Meiryo UI" panose="020B0604030504040204" pitchFamily="50" charset="-128"/>
                          <a:sym typeface="+mn-ea"/>
                        </a:rPr>
                        <a:t>Activity</a:t>
                      </a:r>
                      <a:endParaRPr lang="en-US" altLang="zh-CN" sz="800" dirty="0">
                        <a:latin typeface="Meiryo UI" panose="020B0604030504040204" pitchFamily="50" charset="-128"/>
                        <a:ea typeface="Meiryo UI"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ETUBEPROJECTSDK-1078</a:t>
                      </a:r>
                      <a:endPar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sym typeface="+mn-ea"/>
                          <a:hlinkClick r:id="rId19"/>
                        </a:rPr>
                        <a:t>#26</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algn="l">
                        <a:buClrTx/>
                        <a:buSzTx/>
                        <a:buFontTx/>
                        <a:buNone/>
                      </a:pPr>
                      <a:r>
                        <a:rPr lang="en-US" altLang="ja-JP" sz="800" dirty="0">
                          <a:solidFill>
                            <a:schemeClr val="tx1"/>
                          </a:solidFill>
                          <a:latin typeface="Meiryo UI" panose="020B0604030504040204" pitchFamily="50" charset="-128"/>
                          <a:ea typeface="Meiryo UI" panose="020B0604030504040204" pitchFamily="50" charset="-128"/>
                          <a:sym typeface="+mn-ea"/>
                        </a:rPr>
                        <a:t>2025/03/14</a:t>
                      </a:r>
                      <a:endParaRPr lang="en-US" altLang="ja-JP"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zh-CN" sz="800" dirty="0">
                          <a:solidFill>
                            <a:srgbClr val="C00000"/>
                          </a:solidFill>
                          <a:latin typeface="Meiryo UI" panose="020B0604030504040204" pitchFamily="50" charset="-128"/>
                          <a:ea typeface="Meiryo UI" panose="020B0604030504040204" pitchFamily="50" charset="-128"/>
                          <a:sym typeface="+mn-ea"/>
                        </a:rPr>
                        <a:t>マージ待ち</a:t>
                      </a:r>
                      <a:endParaRPr lang="ja-JP" altLang="en-US"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06161">
                <a:tc vMerge="1">
                  <a:tcPr anchor="ctr"/>
                </a:tc>
                <a:tc>
                  <a:txBody>
                    <a:bodyPr/>
                    <a:lstStyle/>
                    <a:p>
                      <a:pPr algn="l">
                        <a:buClrTx/>
                        <a:buSzTx/>
                        <a:buFontTx/>
                        <a:buNone/>
                      </a:pPr>
                      <a:r>
                        <a:rPr lang="en-US" altLang="zh-CN" sz="800" dirty="0">
                          <a:latin typeface="Meiryo UI" panose="020B0604030504040204" pitchFamily="50" charset="-128"/>
                          <a:ea typeface="Meiryo UI" panose="020B0604030504040204" pitchFamily="50" charset="-128"/>
                        </a:rPr>
                        <a:t>Connection</a:t>
                      </a:r>
                      <a:endParaRPr lang="en-US" altLang="zh-CN" sz="800" dirty="0">
                        <a:latin typeface="Meiryo UI" panose="020B0604030504040204" pitchFamily="50" charset="-128"/>
                        <a:ea typeface="Meiryo UI"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ETUBEPROJECTSDK-1057</a:t>
                      </a:r>
                      <a:endPar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sz="800" kern="1200" dirty="0">
                          <a:solidFill>
                            <a:schemeClr val="dk1"/>
                          </a:solidFill>
                          <a:latin typeface="Meiryo UI" panose="020B0604030504040204" pitchFamily="50" charset="-128"/>
                          <a:ea typeface="Meiryo UI" panose="020B0604030504040204" pitchFamily="50" charset="-128"/>
                          <a:cs typeface="+mn-cs"/>
                          <a:hlinkClick r:id="rId20"/>
                        </a:rPr>
                        <a:t>#16</a:t>
                      </a:r>
                      <a:endParaRPr kumimoji="1" lang="en-US" altLang="zh-CN" sz="800" kern="1200" dirty="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2025/02/12</a:t>
                      </a:r>
                      <a:endPar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ja-JP" altLang="ja-JP" sz="800" dirty="0">
                          <a:solidFill>
                            <a:schemeClr val="tx1"/>
                          </a:solidFill>
                          <a:latin typeface="Meiryo UI" panose="020B0604030504040204" pitchFamily="50" charset="-128"/>
                          <a:ea typeface="Meiryo UI" panose="020B0604030504040204" pitchFamily="50" charset="-128"/>
                          <a:sym typeface="+mn-ea"/>
                        </a:rPr>
                        <a:t>仕様変更</a:t>
                      </a:r>
                      <a:r>
                        <a:rPr lang="ja-JP" altLang="zh-CN" sz="800" dirty="0">
                          <a:solidFill>
                            <a:schemeClr val="tx1"/>
                          </a:solidFill>
                          <a:latin typeface="Meiryo UI" panose="020B0604030504040204" pitchFamily="50" charset="-128"/>
                          <a:ea typeface="Meiryo UI" panose="020B0604030504040204" pitchFamily="50" charset="-128"/>
                          <a:sym typeface="+mn-ea"/>
                        </a:rPr>
                        <a:t>提出済み</a:t>
                      </a:r>
                      <a:endParaRPr lang="ja-JP" altLang="zh-CN" sz="800" dirty="0">
                        <a:solidFill>
                          <a:schemeClr val="tx1"/>
                        </a:solidFill>
                        <a:latin typeface="Meiryo UI" panose="020B0604030504040204" pitchFamily="50" charset="-128"/>
                        <a:ea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ja-JP"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SMN_00108-1886</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なので、変更</a:t>
                      </a:r>
                      <a:r>
                        <a:rPr kumimoji="1" lang="ja-JP" altLang="en-US" sz="8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を</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提出済み（</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2</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ja-JP" sz="8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
          <p:cNvSpPr txBox="1"/>
          <p:nvPr/>
        </p:nvSpPr>
        <p:spPr>
          <a:xfrm>
            <a:off x="277271" y="134430"/>
            <a:ext cx="10210270" cy="572828"/>
          </a:xfrm>
          <a:prstGeom prst="rect">
            <a:avLst/>
          </a:prstGeom>
        </p:spPr>
        <p:txBody>
          <a:bodyPr>
            <a:normAutofit/>
          </a:bodyPr>
          <a:lstStyle>
            <a:lvl1pPr marL="0" indent="0" algn="l" defTabSz="914400" rtl="0" eaLnBrk="1" latinLnBrk="0" hangingPunct="1">
              <a:lnSpc>
                <a:spcPct val="100000"/>
              </a:lnSpc>
              <a:spcBef>
                <a:spcPts val="0"/>
              </a:spcBef>
              <a:buFont typeface="Arial" panose="020B0604020202020204" pitchFamily="34" charset="0"/>
              <a:buNone/>
              <a:defRPr sz="3200" b="1" kern="1200" baseline="0">
                <a:solidFill>
                  <a:srgbClr val="323232"/>
                </a:solidFill>
                <a:latin typeface="Verdana" panose="020B0604030504040204" charset="0"/>
                <a:ea typeface="Microsoft YaHei" panose="020B0503020204020204" pitchFamily="34" charset="-122"/>
                <a:cs typeface="Verdana" panose="020B060403050404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ja-JP" sz="2700" dirty="0">
                <a:latin typeface="Meiryo UI" panose="020B0604030504040204" pitchFamily="50" charset="-128"/>
                <a:ea typeface="Meiryo UI" panose="020B0604030504040204" pitchFamily="50" charset="-128"/>
                <a:sym typeface="+mn-ea"/>
              </a:rPr>
              <a:t>UI </a:t>
            </a:r>
            <a:r>
              <a:rPr lang="ja-JP" altLang="en-US" sz="2700" dirty="0">
                <a:latin typeface="Meiryo UI" panose="020B0604030504040204" pitchFamily="50" charset="-128"/>
                <a:ea typeface="Meiryo UI" panose="020B0604030504040204" pitchFamily="50" charset="-128"/>
                <a:sym typeface="+mn-ea"/>
              </a:rPr>
              <a:t>設</a:t>
            </a:r>
            <a:r>
              <a:rPr lang="en-US" altLang="ja-JP" sz="2700" dirty="0">
                <a:latin typeface="Meiryo UI" panose="020B0604030504040204" pitchFamily="50" charset="-128"/>
                <a:ea typeface="Meiryo UI" panose="020B0604030504040204" pitchFamily="50" charset="-128"/>
                <a:sym typeface="+mn-ea"/>
              </a:rPr>
              <a:t>計に</a:t>
            </a:r>
            <a:r>
              <a:rPr lang="ja-JP" altLang="en-US" sz="2700" dirty="0">
                <a:latin typeface="Meiryo UI" panose="020B0604030504040204" pitchFamily="50" charset="-128"/>
                <a:ea typeface="Meiryo UI" panose="020B0604030504040204" pitchFamily="50" charset="-128"/>
                <a:sym typeface="+mn-ea"/>
              </a:rPr>
              <a:t>よって</a:t>
            </a:r>
            <a:r>
              <a:rPr lang="en-US" altLang="ja-JP" sz="2700" dirty="0" err="1">
                <a:latin typeface="Meiryo UI" panose="020B0604030504040204" pitchFamily="50" charset="-128"/>
                <a:ea typeface="Meiryo UI" panose="020B0604030504040204" pitchFamily="50" charset="-128"/>
                <a:sym typeface="+mn-ea"/>
              </a:rPr>
              <a:t>残りのAPI</a:t>
            </a:r>
            <a:r>
              <a:rPr lang="ja-JP" altLang="en-US" sz="2700" dirty="0">
                <a:latin typeface="Meiryo UI" panose="020B0604030504040204" pitchFamily="50" charset="-128"/>
                <a:ea typeface="Meiryo UI" panose="020B0604030504040204" pitchFamily="50" charset="-128"/>
                <a:sym typeface="+mn-ea"/>
              </a:rPr>
              <a:t>変更の</a:t>
            </a:r>
            <a:r>
              <a:rPr lang="en-US" altLang="ja-JP" sz="2700" dirty="0">
                <a:latin typeface="Meiryo UI" panose="020B0604030504040204" pitchFamily="50" charset="-128"/>
                <a:ea typeface="Meiryo UI" panose="020B0604030504040204" pitchFamily="50" charset="-128"/>
                <a:sym typeface="+mn-ea"/>
              </a:rPr>
              <a:t>PR</a:t>
            </a:r>
            <a:r>
              <a:rPr lang="ja-JP" altLang="en-US" sz="2700" dirty="0">
                <a:latin typeface="Meiryo UI" panose="020B0604030504040204" pitchFamily="50" charset="-128"/>
                <a:ea typeface="Meiryo UI" panose="020B0604030504040204" pitchFamily="50" charset="-128"/>
                <a:sym typeface="+mn-ea"/>
              </a:rPr>
              <a:t>確認</a:t>
            </a:r>
            <a:r>
              <a:rPr lang="zh-CN" altLang="en-US" sz="2700" dirty="0">
                <a:latin typeface="Meiryo UI" panose="020B0604030504040204" pitchFamily="50" charset="-128"/>
                <a:ea typeface="Meiryo UI" panose="020B0604030504040204" pitchFamily="50" charset="-128"/>
              </a:rPr>
              <a:t>状態（</a:t>
            </a:r>
            <a:r>
              <a:rPr lang="en-US" altLang="zh-CN" sz="2700" dirty="0">
                <a:latin typeface="Meiryo UI" panose="020B0604030504040204" pitchFamily="50" charset="-128"/>
                <a:ea typeface="Meiryo UI" panose="020B0604030504040204" pitchFamily="50" charset="-128"/>
              </a:rPr>
              <a:t>6/29</a:t>
            </a:r>
            <a:r>
              <a:rPr lang="zh-CN" altLang="en-US" sz="2700" dirty="0">
                <a:latin typeface="Meiryo UI" panose="020B0604030504040204" pitchFamily="50" charset="-128"/>
                <a:ea typeface="Meiryo UI" panose="020B0604030504040204" pitchFamily="50" charset="-128"/>
              </a:rPr>
              <a:t>）</a:t>
            </a:r>
            <a:endParaRPr lang="zh-CN" altLang="en-US" sz="2700" dirty="0">
              <a:latin typeface="Meiryo UI" panose="020B0604030504040204" pitchFamily="50" charset="-128"/>
              <a:ea typeface="Meiryo UI" panose="020B0604030504040204" pitchFamily="50" charset="-128"/>
            </a:endParaRPr>
          </a:p>
        </p:txBody>
      </p:sp>
      <p:graphicFrame>
        <p:nvGraphicFramePr>
          <p:cNvPr id="5" name="表格 4"/>
          <p:cNvGraphicFramePr/>
          <p:nvPr>
            <p:custDataLst>
              <p:tags r:id="rId1"/>
            </p:custDataLst>
          </p:nvPr>
        </p:nvGraphicFramePr>
        <p:xfrm>
          <a:off x="277269" y="831211"/>
          <a:ext cx="11343924" cy="701040"/>
        </p:xfrm>
        <a:graphic>
          <a:graphicData uri="http://schemas.openxmlformats.org/drawingml/2006/table">
            <a:tbl>
              <a:tblPr firstRow="1" bandRow="1">
                <a:tableStyleId>{5C22544A-7EE6-4342-B048-85BDC9FD1C3A}</a:tableStyleId>
              </a:tblPr>
              <a:tblGrid>
                <a:gridCol w="1038184"/>
                <a:gridCol w="753979"/>
                <a:gridCol w="1395663"/>
                <a:gridCol w="870611"/>
                <a:gridCol w="1864360"/>
                <a:gridCol w="5421127"/>
              </a:tblGrid>
              <a:tr h="247650">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ja-JP" altLang="en-US" sz="1200" b="0" dirty="0">
                          <a:solidFill>
                            <a:schemeClr val="bg1"/>
                          </a:solidFill>
                          <a:effectLst/>
                          <a:latin typeface="Meiryo UI" panose="020B0604030504040204" pitchFamily="50" charset="-128"/>
                          <a:ea typeface="Meiryo UI" panose="020B0604030504040204" pitchFamily="50" charset="-128"/>
                          <a:sym typeface="+mn-ea"/>
                        </a:rPr>
                        <a:t>モジュール</a:t>
                      </a:r>
                      <a:endParaRPr lang="zh-CN" altLang="en-US" sz="1200" b="0" dirty="0">
                        <a:solidFill>
                          <a:schemeClr val="bg1"/>
                        </a:solidFill>
                        <a:effectLst/>
                        <a:latin typeface="Meiryo UI" panose="020B0604030504040204" pitchFamily="50" charset="-128"/>
                        <a:ea typeface="Meiryo UI" panose="020B0604030504040204" pitchFamily="50" charset="-128"/>
                        <a:sym typeface="+mn-ea"/>
                      </a:endParaRPr>
                    </a:p>
                    <a:p>
                      <a:pPr algn="ctr" fontAlgn="ctr">
                        <a:buClrTx/>
                        <a:buSzTx/>
                        <a:buFontTx/>
                        <a:buNone/>
                      </a:pPr>
                      <a:endParaRPr lang="zh-CN" altLang="en-US" sz="1200" b="0" dirty="0">
                        <a:solidFill>
                          <a:schemeClr val="bg1"/>
                        </a:solidFill>
                        <a:effectLst/>
                        <a:latin typeface="Meiryo UI" panose="020B0604030504040204" pitchFamily="50" charset="-128"/>
                        <a:ea typeface="Meiryo UI" panose="020B0604030504040204" pitchFamily="50" charset="-128"/>
                        <a:sym typeface="+mn-ea"/>
                      </a:endParaRPr>
                    </a:p>
                  </a:txBody>
                  <a:tcPr>
                    <a:solidFill>
                      <a:srgbClr val="005BAC"/>
                    </a:solidFill>
                  </a:tcPr>
                </a:tc>
                <a:tc>
                  <a:txBody>
                    <a:bodyPr/>
                    <a:lstStyle/>
                    <a:p>
                      <a:pPr algn="ctr" fontAlgn="ctr">
                        <a:buClrTx/>
                        <a:buSzTx/>
                        <a:buFontTx/>
                        <a:buNone/>
                      </a:pPr>
                      <a:r>
                        <a:rPr lang="en-US" altLang="zh-CN" sz="1200" b="0">
                          <a:solidFill>
                            <a:schemeClr val="bg1"/>
                          </a:solidFill>
                          <a:effectLst/>
                          <a:latin typeface="Meiryo UI" panose="020B0604030504040204" pitchFamily="50" charset="-128"/>
                          <a:ea typeface="Meiryo UI" panose="020B0604030504040204" pitchFamily="50" charset="-128"/>
                          <a:sym typeface="+mn-ea"/>
                        </a:rPr>
                        <a:t>PR</a:t>
                      </a:r>
                      <a:endParaRPr lang="zh-CN" altLang="en-US" sz="1200" b="0" dirty="0">
                        <a:solidFill>
                          <a:schemeClr val="bg1"/>
                        </a:solidFill>
                        <a:effectLst/>
                        <a:latin typeface="Meiryo UI" panose="020B0604030504040204" pitchFamily="50" charset="-128"/>
                        <a:ea typeface="Meiryo UI" panose="020B0604030504040204" pitchFamily="50" charset="-128"/>
                        <a:sym typeface="+mn-ea"/>
                      </a:endParaRPr>
                    </a:p>
                  </a:txBody>
                  <a:tcPr>
                    <a:solidFill>
                      <a:srgbClr val="005BAC"/>
                    </a:solidFill>
                  </a:tcPr>
                </a:tc>
                <a:tc>
                  <a:txBody>
                    <a:bodyPr/>
                    <a:lstStyle/>
                    <a:p>
                      <a:pPr algn="ctr" fontAlgn="ctr">
                        <a:buClrTx/>
                        <a:buSzTx/>
                        <a:buFontTx/>
                        <a:buNone/>
                      </a:pPr>
                      <a:r>
                        <a:rPr lang="ja-JP" altLang="en-US" sz="1200" b="0">
                          <a:solidFill>
                            <a:schemeClr val="bg1"/>
                          </a:solidFill>
                          <a:effectLst/>
                          <a:latin typeface="Meiryo UI" panose="020B0604030504040204" pitchFamily="50" charset="-128"/>
                          <a:ea typeface="Meiryo UI" panose="020B0604030504040204" pitchFamily="50" charset="-128"/>
                        </a:rPr>
                        <a:t>画面</a:t>
                      </a:r>
                      <a:r>
                        <a:rPr lang="en-US" altLang="ja-JP" sz="1200" b="0">
                          <a:solidFill>
                            <a:schemeClr val="bg1"/>
                          </a:solidFill>
                          <a:effectLst/>
                          <a:latin typeface="Meiryo UI" panose="020B0604030504040204" pitchFamily="50" charset="-128"/>
                          <a:ea typeface="Meiryo UI" panose="020B0604030504040204" pitchFamily="50" charset="-128"/>
                        </a:rPr>
                        <a:t>ID</a:t>
                      </a:r>
                      <a:r>
                        <a:rPr lang="ja-JP" altLang="en-US" sz="1200" b="0">
                          <a:solidFill>
                            <a:schemeClr val="bg1"/>
                          </a:solidFill>
                          <a:effectLst/>
                          <a:latin typeface="Meiryo UI" panose="020B0604030504040204" pitchFamily="50" charset="-128"/>
                          <a:ea typeface="Meiryo UI" panose="020B0604030504040204" pitchFamily="50" charset="-128"/>
                        </a:rPr>
                        <a:t>に</a:t>
                      </a:r>
                      <a:r>
                        <a:rPr lang="ja-JP" altLang="ja-JP" sz="1200" b="0">
                          <a:solidFill>
                            <a:schemeClr val="bg1"/>
                          </a:solidFill>
                          <a:effectLst/>
                          <a:latin typeface="Meiryo UI" panose="020B0604030504040204" pitchFamily="50" charset="-128"/>
                          <a:ea typeface="Meiryo UI" panose="020B0604030504040204" pitchFamily="50" charset="-128"/>
                        </a:rPr>
                        <a:t>関連</a:t>
                      </a:r>
                      <a:endParaRPr lang="ja-JP" altLang="ja-JP" sz="1200" b="0" dirty="0">
                        <a:solidFill>
                          <a:schemeClr val="bg1"/>
                        </a:solidFill>
                        <a:effectLst/>
                        <a:latin typeface="Meiryo UI" panose="020B0604030504040204" pitchFamily="50" charset="-128"/>
                        <a:ea typeface="Meiryo UI" panose="020B0604030504040204" pitchFamily="50" charset="-128"/>
                      </a:endParaRPr>
                    </a:p>
                  </a:txBody>
                  <a:tcPr>
                    <a:solidFill>
                      <a:srgbClr val="005BAC"/>
                    </a:solidFill>
                  </a:tcPr>
                </a:tc>
                <a:tc>
                  <a:txBody>
                    <a:bodyPr/>
                    <a:lstStyle/>
                    <a:p>
                      <a:pPr algn="ctr" fontAlgn="ctr">
                        <a:buClrTx/>
                        <a:buSzTx/>
                        <a:buFontTx/>
                        <a:buNone/>
                      </a:pPr>
                      <a:r>
                        <a:rPr lang="zh-CN" altLang="en-US" sz="1200" b="0" dirty="0">
                          <a:solidFill>
                            <a:schemeClr val="bg1"/>
                          </a:solidFill>
                          <a:effectLst/>
                          <a:latin typeface="Meiryo UI" panose="020B0604030504040204" pitchFamily="50" charset="-128"/>
                          <a:ea typeface="Meiryo UI" panose="020B0604030504040204" pitchFamily="50" charset="-128"/>
                        </a:rPr>
                        <a:t>状態</a:t>
                      </a:r>
                      <a:endParaRPr lang="zh-CN" altLang="en-US" sz="1200" b="0" dirty="0">
                        <a:solidFill>
                          <a:schemeClr val="bg1"/>
                        </a:solidFill>
                        <a:effectLst/>
                        <a:latin typeface="Meiryo UI" panose="020B0604030504040204" pitchFamily="50" charset="-128"/>
                        <a:ea typeface="Meiryo UI" panose="020B0604030504040204" pitchFamily="50" charset="-128"/>
                      </a:endParaRPr>
                    </a:p>
                  </a:txBody>
                  <a:tcPr>
                    <a:solidFill>
                      <a:srgbClr val="005BAC"/>
                    </a:solidFill>
                  </a:tcPr>
                </a:tc>
                <a:tc>
                  <a:txBody>
                    <a:bodyPr/>
                    <a:lstStyle/>
                    <a:p>
                      <a:pPr algn="ctr" fontAlgn="ctr">
                        <a:buClrTx/>
                        <a:buSzTx/>
                        <a:buFontTx/>
                        <a:buNone/>
                      </a:pPr>
                      <a:r>
                        <a:rPr lang="en-US" altLang="zh-CN" sz="1200" b="0" dirty="0">
                          <a:solidFill>
                            <a:schemeClr val="bg1"/>
                          </a:solidFill>
                          <a:effectLst/>
                          <a:latin typeface="Meiryo UI" panose="020B0604030504040204" pitchFamily="50" charset="-128"/>
                          <a:ea typeface="Meiryo UI" panose="020B0604030504040204" pitchFamily="50" charset="-128"/>
                          <a:sym typeface="+mn-ea"/>
                        </a:rPr>
                        <a:t>JIRA</a:t>
                      </a:r>
                      <a:endParaRPr lang="zh-CN" altLang="en-US" sz="1200" b="0" dirty="0">
                        <a:solidFill>
                          <a:schemeClr val="bg1"/>
                        </a:solidFill>
                        <a:effectLst/>
                        <a:latin typeface="Meiryo UI" panose="020B0604030504040204" pitchFamily="50" charset="-128"/>
                        <a:ea typeface="Meiryo UI" panose="020B0604030504040204" pitchFamily="50" charset="-128"/>
                        <a:sym typeface="+mn-ea"/>
                      </a:endParaRPr>
                    </a:p>
                  </a:txBody>
                  <a:tcPr>
                    <a:solidFill>
                      <a:srgbClr val="005BAC"/>
                    </a:solidFill>
                  </a:tcPr>
                </a:tc>
                <a:tc>
                  <a:txBody>
                    <a:bodyPr/>
                    <a:lstStyle/>
                    <a:p>
                      <a:pPr algn="ctr" fontAlgn="ctr">
                        <a:buClrTx/>
                        <a:buSzTx/>
                        <a:buFontTx/>
                        <a:buNone/>
                      </a:pPr>
                      <a:r>
                        <a:rPr lang="zh-CN" altLang="en-US" sz="1200" b="0" dirty="0">
                          <a:solidFill>
                            <a:schemeClr val="bg1"/>
                          </a:solidFill>
                          <a:effectLst/>
                          <a:latin typeface="Meiryo UI" panose="020B0604030504040204" pitchFamily="50" charset="-128"/>
                          <a:ea typeface="Meiryo UI" panose="020B0604030504040204" pitchFamily="50" charset="-128"/>
                          <a:sym typeface="+mn-ea"/>
                        </a:rPr>
                        <a:t>説明</a:t>
                      </a:r>
                      <a:endParaRPr lang="zh-CN" altLang="en-US" sz="1200" b="0" dirty="0">
                        <a:solidFill>
                          <a:schemeClr val="bg1"/>
                        </a:solidFill>
                        <a:effectLst/>
                        <a:latin typeface="Meiryo UI" panose="020B0604030504040204" pitchFamily="50" charset="-128"/>
                        <a:ea typeface="Meiryo UI" panose="020B0604030504040204" pitchFamily="50" charset="-128"/>
                        <a:sym typeface="+mn-ea"/>
                      </a:endParaRPr>
                    </a:p>
                  </a:txBody>
                  <a:tcPr>
                    <a:solidFill>
                      <a:srgbClr val="005BAC"/>
                    </a:solidFill>
                  </a:tcPr>
                </a:tc>
              </a:tr>
              <a:tr h="185655">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Update</a:t>
                      </a:r>
                      <a:endPar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1000" b="0" i="0" kern="1200" dirty="0">
                          <a:solidFill>
                            <a:schemeClr val="dk1"/>
                          </a:solidFill>
                          <a:effectLst/>
                          <a:latin typeface="Meiryo UI" panose="020B0604030504040204" pitchFamily="50" charset="-128"/>
                          <a:ea typeface="Meiryo UI" panose="020B0604030504040204" pitchFamily="50" charset="-128"/>
                          <a:cs typeface="+mn-cs"/>
                          <a:hlinkClick r:id="rId2"/>
                        </a:rPr>
                        <a:t>#180</a:t>
                      </a:r>
                      <a:endParaRPr kumimoji="1" lang="en-US" altLang="ja-JP" sz="1000" b="0" i="0" kern="1200" dirty="0">
                        <a:solidFill>
                          <a:schemeClr val="dk1"/>
                        </a:solidFill>
                        <a:effectLst/>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kumimoji="1" lang="en-US" altLang="zh-CN" sz="1000" kern="1200" dirty="0">
                          <a:solidFill>
                            <a:schemeClr val="tx1"/>
                          </a:solidFill>
                          <a:latin typeface="Meiryo UI" panose="020B0604030504040204" pitchFamily="50" charset="-128"/>
                          <a:ea typeface="Meiryo UI" panose="020B0604030504040204" pitchFamily="50" charset="-128"/>
                          <a:cs typeface="+mn-cs"/>
                        </a:rPr>
                        <a:t>SR-DLG-408005</a:t>
                      </a:r>
                      <a:endParaRPr kumimoji="1" lang="en-US" altLang="zh-CN" sz="1000" kern="1200" dirty="0">
                        <a:solidFill>
                          <a:schemeClr val="tx1"/>
                        </a:solidFill>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1000" dirty="0">
                          <a:solidFill>
                            <a:schemeClr val="accent1"/>
                          </a:solidFill>
                          <a:latin typeface="Meiryo UI" panose="020B0604030504040204" pitchFamily="50" charset="-128"/>
                          <a:ea typeface="Meiryo UI" panose="020B0604030504040204" pitchFamily="50" charset="-128"/>
                          <a:sym typeface="+mn-ea"/>
                        </a:rPr>
                        <a:t>確認中</a:t>
                      </a:r>
                      <a:endParaRPr lang="ja-JP" altLang="en-US" sz="1000" dirty="0">
                        <a:solidFill>
                          <a:schemeClr val="accent1"/>
                        </a:solidFill>
                        <a:latin typeface="Meiryo UI" panose="020B0604030504040204" pitchFamily="50" charset="-128"/>
                        <a:ea typeface="Meiryo UI" panose="020B0604030504040204" pitchFamily="50" charset="-128"/>
                        <a:sym typeface="+mn-ea"/>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zh-CN" sz="1000" kern="1200" dirty="0">
                        <a:solidFill>
                          <a:schemeClr val="dk1"/>
                        </a:solidFill>
                        <a:effectLst/>
                        <a:latin typeface="Meiryo UI" panose="020B0604030504040204" pitchFamily="50" charset="-128"/>
                        <a:ea typeface="Meiryo UI" panose="020B0604030504040204" pitchFamily="50" charset="-128"/>
                        <a:cs typeface="+mn-cs"/>
                      </a:endParaRPr>
                    </a:p>
                  </a:txBody>
                  <a:tcPr anchor="ctr"/>
                </a:tc>
                <a:tc>
                  <a:txBody>
                    <a:bodyPr/>
                    <a:lstStyle/>
                    <a:p>
                      <a:pPr algn="l">
                        <a:buNone/>
                      </a:pPr>
                      <a:endParaRPr lang="zh-CN" altLang="en-US" sz="1000" dirty="0">
                        <a:solidFill>
                          <a:srgbClr val="C00000"/>
                        </a:solidFill>
                        <a:latin typeface="Meiryo UI" panose="020B0604030504040204" pitchFamily="50" charset="-128"/>
                        <a:ea typeface="Meiryo UI" panose="020B0604030504040204" pitchFamily="50" charset="-128"/>
                        <a:sym typeface="+mn-ea"/>
                      </a:endParaRPr>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占位符 1"/>
          <p:cNvSpPr txBox="1"/>
          <p:nvPr/>
        </p:nvSpPr>
        <p:spPr>
          <a:xfrm>
            <a:off x="277271" y="134430"/>
            <a:ext cx="10210270" cy="572828"/>
          </a:xfrm>
          <a:prstGeom prst="rect">
            <a:avLst/>
          </a:prstGeom>
        </p:spPr>
        <p:txBody>
          <a:bodyPr>
            <a:normAutofit/>
          </a:bodyPr>
          <a:lstStyle>
            <a:lvl1pPr marL="0" indent="0" algn="l" defTabSz="914400" rtl="0" eaLnBrk="1" latinLnBrk="0" hangingPunct="1">
              <a:lnSpc>
                <a:spcPct val="100000"/>
              </a:lnSpc>
              <a:spcBef>
                <a:spcPts val="0"/>
              </a:spcBef>
              <a:buFont typeface="Arial" panose="020B0604020202020204" pitchFamily="34" charset="0"/>
              <a:buNone/>
              <a:defRPr sz="3200" b="1" kern="1200" baseline="0">
                <a:solidFill>
                  <a:srgbClr val="323232"/>
                </a:solidFill>
                <a:latin typeface="Verdana" panose="020B0604030504040204" charset="0"/>
                <a:ea typeface="Microsoft YaHei" panose="020B0503020204020204" pitchFamily="34" charset="-122"/>
                <a:cs typeface="Verdana" panose="020B060403050404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sz="2800" dirty="0"/>
              <a:t>要件定義支援</a:t>
            </a:r>
            <a:r>
              <a:rPr lang="ja-JP" altLang="en-US" sz="2700" dirty="0">
                <a:latin typeface="Meiryo UI" panose="020B0604030504040204" pitchFamily="50" charset="-128"/>
                <a:ea typeface="Meiryo UI" panose="020B0604030504040204" pitchFamily="50" charset="-128"/>
                <a:sym typeface="+mn-ea"/>
              </a:rPr>
              <a:t>の</a:t>
            </a:r>
            <a:r>
              <a:rPr lang="en-US" altLang="ja-JP" sz="2700" dirty="0">
                <a:latin typeface="Meiryo UI" panose="020B0604030504040204" pitchFamily="50" charset="-128"/>
                <a:ea typeface="Meiryo UI" panose="020B0604030504040204" pitchFamily="50" charset="-128"/>
                <a:sym typeface="+mn-ea"/>
              </a:rPr>
              <a:t>PR</a:t>
            </a:r>
            <a:r>
              <a:rPr lang="ja-JP" altLang="en-US" sz="2700" dirty="0">
                <a:latin typeface="Meiryo UI" panose="020B0604030504040204" pitchFamily="50" charset="-128"/>
                <a:ea typeface="Meiryo UI" panose="020B0604030504040204" pitchFamily="50" charset="-128"/>
                <a:sym typeface="+mn-ea"/>
              </a:rPr>
              <a:t>確認</a:t>
            </a:r>
            <a:r>
              <a:rPr lang="zh-CN" altLang="en-US" sz="2700" dirty="0">
                <a:latin typeface="Meiryo UI" panose="020B0604030504040204" pitchFamily="50" charset="-128"/>
                <a:ea typeface="Meiryo UI" panose="020B0604030504040204" pitchFamily="50" charset="-128"/>
              </a:rPr>
              <a:t>状態（</a:t>
            </a:r>
            <a:r>
              <a:rPr lang="en-US" altLang="zh-CN" sz="2700" dirty="0">
                <a:latin typeface="Meiryo UI" panose="020B0604030504040204" pitchFamily="50" charset="-128"/>
                <a:ea typeface="Meiryo UI" panose="020B0604030504040204" pitchFamily="50" charset="-128"/>
              </a:rPr>
              <a:t>6/29</a:t>
            </a:r>
            <a:r>
              <a:rPr lang="zh-CN" altLang="en-US" sz="2700" dirty="0">
                <a:latin typeface="Meiryo UI" panose="020B0604030504040204" pitchFamily="50" charset="-128"/>
                <a:ea typeface="Meiryo UI" panose="020B0604030504040204" pitchFamily="50" charset="-128"/>
              </a:rPr>
              <a:t>）</a:t>
            </a:r>
            <a:endParaRPr lang="zh-CN" altLang="en-US" sz="2700" dirty="0">
              <a:latin typeface="Meiryo UI" panose="020B0604030504040204" pitchFamily="50" charset="-128"/>
              <a:ea typeface="Meiryo UI" panose="020B0604030504040204" pitchFamily="50" charset="-128"/>
            </a:endParaRPr>
          </a:p>
        </p:txBody>
      </p:sp>
      <p:graphicFrame>
        <p:nvGraphicFramePr>
          <p:cNvPr id="3" name="表格 2"/>
          <p:cNvGraphicFramePr/>
          <p:nvPr>
            <p:custDataLst>
              <p:tags r:id="rId1"/>
            </p:custDataLst>
          </p:nvPr>
        </p:nvGraphicFramePr>
        <p:xfrm>
          <a:off x="277269" y="831211"/>
          <a:ext cx="10596200" cy="701040"/>
        </p:xfrm>
        <a:graphic>
          <a:graphicData uri="http://schemas.openxmlformats.org/drawingml/2006/table">
            <a:tbl>
              <a:tblPr firstRow="1" bandRow="1">
                <a:tableStyleId>{5C22544A-7EE6-4342-B048-85BDC9FD1C3A}</a:tableStyleId>
              </a:tblPr>
              <a:tblGrid>
                <a:gridCol w="960981"/>
                <a:gridCol w="578216"/>
                <a:gridCol w="1198664"/>
                <a:gridCol w="1973965"/>
                <a:gridCol w="1228443"/>
                <a:gridCol w="4655931"/>
              </a:tblGrid>
              <a:tr h="247650">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ja-JP" altLang="en-US" sz="1200" b="0" dirty="0">
                          <a:solidFill>
                            <a:schemeClr val="bg1"/>
                          </a:solidFill>
                          <a:effectLst/>
                          <a:latin typeface="Meiryo UI" panose="020B0604030504040204" pitchFamily="50" charset="-128"/>
                          <a:ea typeface="Meiryo UI" panose="020B0604030504040204" pitchFamily="50" charset="-128"/>
                          <a:sym typeface="+mn-ea"/>
                        </a:rPr>
                        <a:t>モジュール</a:t>
                      </a:r>
                      <a:endParaRPr lang="zh-CN" altLang="en-US" sz="1200" b="0" dirty="0">
                        <a:solidFill>
                          <a:schemeClr val="bg1"/>
                        </a:solidFill>
                        <a:effectLst/>
                        <a:latin typeface="Meiryo UI" panose="020B0604030504040204" pitchFamily="50" charset="-128"/>
                        <a:ea typeface="Meiryo UI" panose="020B0604030504040204" pitchFamily="50" charset="-128"/>
                        <a:sym typeface="+mn-ea"/>
                      </a:endParaRPr>
                    </a:p>
                    <a:p>
                      <a:pPr algn="ctr" fontAlgn="ctr">
                        <a:buClrTx/>
                        <a:buSzTx/>
                        <a:buFontTx/>
                        <a:buNone/>
                      </a:pPr>
                      <a:endParaRPr lang="zh-CN" altLang="en-US" sz="1200" b="0" dirty="0">
                        <a:solidFill>
                          <a:schemeClr val="bg1"/>
                        </a:solidFill>
                        <a:effectLst/>
                        <a:latin typeface="Meiryo UI" panose="020B0604030504040204" pitchFamily="50" charset="-128"/>
                        <a:ea typeface="Meiryo UI" panose="020B0604030504040204" pitchFamily="50" charset="-128"/>
                        <a:sym typeface="+mn-ea"/>
                      </a:endParaRPr>
                    </a:p>
                  </a:txBody>
                  <a:tcPr>
                    <a:solidFill>
                      <a:srgbClr val="005BAC"/>
                    </a:solidFill>
                  </a:tcPr>
                </a:tc>
                <a:tc>
                  <a:txBody>
                    <a:bodyPr/>
                    <a:lstStyle/>
                    <a:p>
                      <a:pPr algn="ctr" fontAlgn="ctr">
                        <a:buClrTx/>
                        <a:buSzTx/>
                        <a:buFontTx/>
                        <a:buNone/>
                      </a:pPr>
                      <a:r>
                        <a:rPr lang="en-US" altLang="zh-CN" sz="1200" b="0">
                          <a:solidFill>
                            <a:schemeClr val="bg1"/>
                          </a:solidFill>
                          <a:effectLst/>
                          <a:latin typeface="Meiryo UI" panose="020B0604030504040204" pitchFamily="50" charset="-128"/>
                          <a:ea typeface="Meiryo UI" panose="020B0604030504040204" pitchFamily="50" charset="-128"/>
                          <a:sym typeface="+mn-ea"/>
                        </a:rPr>
                        <a:t>PR</a:t>
                      </a:r>
                      <a:endParaRPr lang="zh-CN" altLang="en-US" sz="1200" b="0" dirty="0">
                        <a:solidFill>
                          <a:schemeClr val="bg1"/>
                        </a:solidFill>
                        <a:effectLst/>
                        <a:latin typeface="Meiryo UI" panose="020B0604030504040204" pitchFamily="50" charset="-128"/>
                        <a:ea typeface="Meiryo UI" panose="020B0604030504040204" pitchFamily="50" charset="-128"/>
                        <a:sym typeface="+mn-ea"/>
                      </a:endParaRPr>
                    </a:p>
                  </a:txBody>
                  <a:tcPr>
                    <a:solidFill>
                      <a:srgbClr val="005BAC"/>
                    </a:solidFill>
                  </a:tcPr>
                </a:tc>
                <a:tc>
                  <a:txBody>
                    <a:bodyPr/>
                    <a:lstStyle/>
                    <a:p>
                      <a:pPr algn="ctr" fontAlgn="ctr">
                        <a:buClrTx/>
                        <a:buSzTx/>
                        <a:buFontTx/>
                        <a:buNone/>
                      </a:pPr>
                      <a:r>
                        <a:rPr lang="ja-JP" altLang="en-US" sz="1200" b="0">
                          <a:solidFill>
                            <a:schemeClr val="bg1"/>
                          </a:solidFill>
                          <a:effectLst/>
                          <a:latin typeface="Meiryo UI" panose="020B0604030504040204" pitchFamily="50" charset="-128"/>
                          <a:ea typeface="Meiryo UI" panose="020B0604030504040204" pitchFamily="50" charset="-128"/>
                        </a:rPr>
                        <a:t>画面</a:t>
                      </a:r>
                      <a:r>
                        <a:rPr lang="en-US" altLang="ja-JP" sz="1200" b="0">
                          <a:solidFill>
                            <a:schemeClr val="bg1"/>
                          </a:solidFill>
                          <a:effectLst/>
                          <a:latin typeface="Meiryo UI" panose="020B0604030504040204" pitchFamily="50" charset="-128"/>
                          <a:ea typeface="Meiryo UI" panose="020B0604030504040204" pitchFamily="50" charset="-128"/>
                        </a:rPr>
                        <a:t>ID</a:t>
                      </a:r>
                      <a:r>
                        <a:rPr lang="ja-JP" altLang="en-US" sz="1200" b="0">
                          <a:solidFill>
                            <a:schemeClr val="bg1"/>
                          </a:solidFill>
                          <a:effectLst/>
                          <a:latin typeface="Meiryo UI" panose="020B0604030504040204" pitchFamily="50" charset="-128"/>
                          <a:ea typeface="Meiryo UI" panose="020B0604030504040204" pitchFamily="50" charset="-128"/>
                        </a:rPr>
                        <a:t>に</a:t>
                      </a:r>
                      <a:r>
                        <a:rPr lang="ja-JP" altLang="ja-JP" sz="1200" b="0">
                          <a:solidFill>
                            <a:schemeClr val="bg1"/>
                          </a:solidFill>
                          <a:effectLst/>
                          <a:latin typeface="Meiryo UI" panose="020B0604030504040204" pitchFamily="50" charset="-128"/>
                          <a:ea typeface="Meiryo UI" panose="020B0604030504040204" pitchFamily="50" charset="-128"/>
                        </a:rPr>
                        <a:t>関連</a:t>
                      </a:r>
                      <a:endParaRPr lang="ja-JP" altLang="ja-JP" sz="1200" b="0" dirty="0">
                        <a:solidFill>
                          <a:schemeClr val="bg1"/>
                        </a:solidFill>
                        <a:effectLst/>
                        <a:latin typeface="Meiryo UI" panose="020B0604030504040204" pitchFamily="50" charset="-128"/>
                        <a:ea typeface="Meiryo UI" panose="020B0604030504040204" pitchFamily="50" charset="-128"/>
                      </a:endParaRPr>
                    </a:p>
                  </a:txBody>
                  <a:tcPr>
                    <a:solidFill>
                      <a:srgbClr val="005BAC"/>
                    </a:solidFill>
                  </a:tcPr>
                </a:tc>
                <a:tc>
                  <a:txBody>
                    <a:bodyPr/>
                    <a:lstStyle/>
                    <a:p>
                      <a:pPr algn="ctr" fontAlgn="ctr">
                        <a:buClrTx/>
                        <a:buSzTx/>
                        <a:buFontTx/>
                        <a:buNone/>
                      </a:pPr>
                      <a:r>
                        <a:rPr lang="en-US" altLang="zh-CN" sz="1200" b="0" dirty="0">
                          <a:solidFill>
                            <a:schemeClr val="bg1"/>
                          </a:solidFill>
                          <a:effectLst/>
                          <a:latin typeface="Meiryo UI" panose="020B0604030504040204" pitchFamily="50" charset="-128"/>
                          <a:ea typeface="Meiryo UI" panose="020B0604030504040204" pitchFamily="50" charset="-128"/>
                          <a:sym typeface="+mn-ea"/>
                        </a:rPr>
                        <a:t>JIRA</a:t>
                      </a:r>
                      <a:endParaRPr lang="zh-CN" altLang="en-US" sz="1200" b="0" dirty="0">
                        <a:solidFill>
                          <a:schemeClr val="bg1"/>
                        </a:solidFill>
                        <a:effectLst/>
                        <a:latin typeface="Meiryo UI" panose="020B0604030504040204" pitchFamily="50" charset="-128"/>
                        <a:ea typeface="Meiryo UI" panose="020B0604030504040204" pitchFamily="50" charset="-128"/>
                        <a:sym typeface="+mn-ea"/>
                      </a:endParaRPr>
                    </a:p>
                  </a:txBody>
                  <a:tcPr>
                    <a:solidFill>
                      <a:srgbClr val="005BAC"/>
                    </a:solidFill>
                  </a:tcPr>
                </a:tc>
                <a:tc>
                  <a:txBody>
                    <a:bodyPr/>
                    <a:lstStyle/>
                    <a:p>
                      <a:pPr algn="ctr" fontAlgn="ctr">
                        <a:buClrTx/>
                        <a:buSzTx/>
                        <a:buFontTx/>
                        <a:buNone/>
                      </a:pPr>
                      <a:r>
                        <a:rPr lang="zh-CN" altLang="en-US" sz="1200" b="0" dirty="0">
                          <a:solidFill>
                            <a:schemeClr val="bg1"/>
                          </a:solidFill>
                          <a:effectLst/>
                          <a:latin typeface="Meiryo UI" panose="020B0604030504040204" pitchFamily="50" charset="-128"/>
                          <a:ea typeface="Meiryo UI" panose="020B0604030504040204" pitchFamily="50" charset="-128"/>
                        </a:rPr>
                        <a:t>状態</a:t>
                      </a:r>
                      <a:endParaRPr lang="zh-CN" altLang="en-US" sz="1200" b="0" dirty="0">
                        <a:solidFill>
                          <a:schemeClr val="bg1"/>
                        </a:solidFill>
                        <a:effectLst/>
                        <a:latin typeface="Meiryo UI" panose="020B0604030504040204" pitchFamily="50" charset="-128"/>
                        <a:ea typeface="Meiryo UI" panose="020B0604030504040204" pitchFamily="50" charset="-128"/>
                      </a:endParaRPr>
                    </a:p>
                  </a:txBody>
                  <a:tcPr>
                    <a:solidFill>
                      <a:srgbClr val="005BAC"/>
                    </a:solidFill>
                  </a:tcPr>
                </a:tc>
                <a:tc>
                  <a:txBody>
                    <a:bodyPr/>
                    <a:lstStyle/>
                    <a:p>
                      <a:pPr algn="ctr" fontAlgn="ctr">
                        <a:buClrTx/>
                        <a:buSzTx/>
                        <a:buFontTx/>
                        <a:buNone/>
                      </a:pPr>
                      <a:r>
                        <a:rPr lang="zh-CN" altLang="en-US" sz="1200" b="0" dirty="0">
                          <a:solidFill>
                            <a:schemeClr val="bg1"/>
                          </a:solidFill>
                          <a:effectLst/>
                          <a:latin typeface="Meiryo UI" panose="020B0604030504040204" pitchFamily="50" charset="-128"/>
                          <a:ea typeface="Meiryo UI" panose="020B0604030504040204" pitchFamily="50" charset="-128"/>
                          <a:sym typeface="+mn-ea"/>
                        </a:rPr>
                        <a:t>説明</a:t>
                      </a:r>
                      <a:endParaRPr lang="zh-CN" altLang="en-US" sz="1200" b="0" dirty="0">
                        <a:solidFill>
                          <a:schemeClr val="bg1"/>
                        </a:solidFill>
                        <a:effectLst/>
                        <a:latin typeface="Meiryo UI" panose="020B0604030504040204" pitchFamily="50" charset="-128"/>
                        <a:ea typeface="Meiryo UI" panose="020B0604030504040204" pitchFamily="50" charset="-128"/>
                        <a:sym typeface="+mn-ea"/>
                      </a:endParaRPr>
                    </a:p>
                  </a:txBody>
                  <a:tcPr>
                    <a:solidFill>
                      <a:srgbClr val="005BAC"/>
                    </a:solidFill>
                  </a:tcPr>
                </a:tc>
              </a:tr>
              <a:tr h="185655">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Update</a:t>
                      </a:r>
                      <a:endPar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1000" b="0" i="0" kern="1200" dirty="0">
                          <a:solidFill>
                            <a:schemeClr val="tx1"/>
                          </a:solidFill>
                          <a:effectLst/>
                          <a:latin typeface="Meiryo UI" panose="020B0604030504040204" pitchFamily="50" charset="-128"/>
                          <a:ea typeface="Meiryo UI" panose="020B0604030504040204" pitchFamily="50" charset="-128"/>
                          <a:cs typeface="+mn-cs"/>
                          <a:hlinkClick r:id="rId2"/>
                        </a:rPr>
                        <a:t>#74</a:t>
                      </a:r>
                      <a:endParaRPr kumimoji="1" lang="en-US" altLang="ja-JP" sz="1000" b="0" i="0" kern="1200" dirty="0">
                        <a:solidFill>
                          <a:schemeClr val="tx1"/>
                        </a:solidFill>
                        <a:effectLst/>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kumimoji="1" lang="en-US" altLang="zh-CN" sz="1000" kern="1200" dirty="0">
                          <a:solidFill>
                            <a:schemeClr val="tx1"/>
                          </a:solidFill>
                          <a:latin typeface="Meiryo UI" panose="020B0604030504040204" pitchFamily="50" charset="-128"/>
                          <a:ea typeface="Meiryo UI" panose="020B0604030504040204" pitchFamily="50" charset="-128"/>
                          <a:cs typeface="+mn-cs"/>
                        </a:rPr>
                        <a:t>SR-DLG-408001</a:t>
                      </a:r>
                      <a:endParaRPr kumimoji="1" lang="en-US" altLang="zh-CN" sz="1000" kern="1200" dirty="0">
                        <a:solidFill>
                          <a:schemeClr val="tx1"/>
                        </a:solidFill>
                        <a:latin typeface="Meiryo UI" panose="020B0604030504040204" pitchFamily="50" charset="-128"/>
                        <a:ea typeface="Meiryo UI" panose="020B0604030504040204" pitchFamily="50" charset="-128"/>
                        <a:cs typeface="+mn-cs"/>
                      </a:endParaRPr>
                    </a:p>
                  </a:txBody>
                  <a:tcPr anchor="ct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kumimoji="1" lang="en-US" altLang="zh-CN" sz="1000" kern="1200" dirty="0">
                          <a:solidFill>
                            <a:schemeClr val="dk1"/>
                          </a:solidFill>
                          <a:effectLst/>
                          <a:latin typeface="Meiryo UI" panose="020B0604030504040204" pitchFamily="50" charset="-128"/>
                          <a:ea typeface="Meiryo UI" panose="020B0604030504040204" pitchFamily="50" charset="-128"/>
                          <a:cs typeface="+mn-cs"/>
                        </a:rPr>
                        <a:t>ETUBEPROJECTSDK-1127</a:t>
                      </a:r>
                      <a:endParaRPr kumimoji="1" lang="en-US" altLang="zh-CN" sz="1000" kern="1200" dirty="0">
                        <a:solidFill>
                          <a:schemeClr val="dk1"/>
                        </a:solidFill>
                        <a:effectLst/>
                        <a:latin typeface="Meiryo UI" panose="020B0604030504040204" pitchFamily="50" charset="-128"/>
                        <a:ea typeface="Meiryo UI" panose="020B0604030504040204" pitchFamily="50" charset="-128"/>
                        <a:cs typeface="+mn-cs"/>
                      </a:endParaRPr>
                    </a:p>
                  </a:txBody>
                  <a:tcPr anchor="ct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lang="en-US" altLang="zh-CN" sz="1000" dirty="0">
                          <a:solidFill>
                            <a:srgbClr val="C00000"/>
                          </a:solidFill>
                          <a:effectLst/>
                          <a:latin typeface="Meiryo UI" panose="020B0604030504040204" pitchFamily="50" charset="-128"/>
                          <a:ea typeface="Meiryo UI" panose="020B0604030504040204" pitchFamily="50" charset="-128"/>
                          <a:sym typeface="+mn-ea"/>
                        </a:rPr>
                        <a:t>ごレビュー中</a:t>
                      </a:r>
                      <a:endParaRPr lang="en-US" altLang="zh-CN" sz="1000" dirty="0">
                        <a:solidFill>
                          <a:srgbClr val="C00000"/>
                        </a:solidFill>
                        <a:effectLst/>
                        <a:latin typeface="Meiryo UI" panose="020B0604030504040204" pitchFamily="50" charset="-128"/>
                        <a:ea typeface="Meiryo UI" panose="020B0604030504040204" pitchFamily="50" charset="-128"/>
                        <a:sym typeface="+mn-ea"/>
                      </a:endParaRPr>
                    </a:p>
                  </a:txBody>
                  <a:tcPr anchor="ctr"/>
                </a:tc>
                <a:tc>
                  <a:txBody>
                    <a:bodyPr/>
                    <a:lstStyle/>
                    <a:p>
                      <a:pPr algn="l">
                        <a:buNone/>
                      </a:pPr>
                      <a:endParaRPr lang="zh-CN" altLang="en-US" sz="1000" dirty="0">
                        <a:solidFill>
                          <a:srgbClr val="C00000"/>
                        </a:solidFill>
                        <a:latin typeface="Meiryo UI" panose="020B0604030504040204" pitchFamily="50" charset="-128"/>
                        <a:ea typeface="Meiryo UI" panose="020B0604030504040204" pitchFamily="50" charset="-128"/>
                        <a:sym typeface="+mn-ea"/>
                      </a:endParaRPr>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占位符 1"/>
          <p:cNvSpPr txBox="1"/>
          <p:nvPr/>
        </p:nvSpPr>
        <p:spPr>
          <a:xfrm>
            <a:off x="356011" y="169990"/>
            <a:ext cx="10210270" cy="572828"/>
          </a:xfrm>
          <a:prstGeom prst="rect">
            <a:avLst/>
          </a:prstGeom>
        </p:spPr>
        <p:txBody>
          <a:bodyPr>
            <a:normAutofit/>
          </a:bodyPr>
          <a:lstStyle>
            <a:lvl1pPr marL="0" indent="0" algn="l" defTabSz="914400" rtl="0" eaLnBrk="1" latinLnBrk="0" hangingPunct="1">
              <a:lnSpc>
                <a:spcPct val="100000"/>
              </a:lnSpc>
              <a:spcBef>
                <a:spcPts val="0"/>
              </a:spcBef>
              <a:buFont typeface="Arial" panose="020B0604020202020204" pitchFamily="34" charset="0"/>
              <a:buNone/>
              <a:defRPr sz="3200" b="1" kern="1200" baseline="0">
                <a:solidFill>
                  <a:srgbClr val="323232"/>
                </a:solidFill>
                <a:latin typeface="Verdana" panose="020B0604030504040204" charset="0"/>
                <a:ea typeface="Microsoft YaHei" panose="020B0503020204020204" pitchFamily="34" charset="-122"/>
                <a:cs typeface="Verdana" panose="020B060403050404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zh-CN" altLang="en-US" sz="2700" dirty="0">
                <a:latin typeface="Meiryo UI" panose="020B0604030504040204" pitchFamily="50" charset="-128"/>
                <a:ea typeface="Meiryo UI" panose="020B0604030504040204" pitchFamily="50" charset="-128"/>
              </a:rPr>
              <a:t>実装進捗（</a:t>
            </a:r>
            <a:r>
              <a:rPr lang="en-US" altLang="zh-CN" sz="2700" dirty="0">
                <a:latin typeface="Meiryo UI" panose="020B0604030504040204" pitchFamily="50" charset="-128"/>
                <a:ea typeface="Meiryo UI" panose="020B0604030504040204" pitchFamily="50" charset="-128"/>
              </a:rPr>
              <a:t>6/29</a:t>
            </a:r>
            <a:r>
              <a:rPr lang="zh-CN" altLang="en-US" sz="2700" dirty="0">
                <a:latin typeface="Meiryo UI" panose="020B0604030504040204" pitchFamily="50" charset="-128"/>
                <a:ea typeface="Meiryo UI" panose="020B0604030504040204" pitchFamily="50" charset="-128"/>
              </a:rPr>
              <a:t>）</a:t>
            </a:r>
            <a:endParaRPr lang="ja-JP" altLang="en-US" sz="2700" dirty="0">
              <a:latin typeface="Meiryo UI" panose="020B0604030504040204" pitchFamily="50" charset="-128"/>
              <a:ea typeface="Meiryo UI" panose="020B0604030504040204" pitchFamily="50" charset="-128"/>
            </a:endParaRPr>
          </a:p>
        </p:txBody>
      </p:sp>
      <p:graphicFrame>
        <p:nvGraphicFramePr>
          <p:cNvPr id="4" name="表格 3"/>
          <p:cNvGraphicFramePr/>
          <p:nvPr>
            <p:custDataLst>
              <p:tags r:id="rId1"/>
            </p:custDataLst>
          </p:nvPr>
        </p:nvGraphicFramePr>
        <p:xfrm>
          <a:off x="356011" y="656774"/>
          <a:ext cx="11253176" cy="2628900"/>
        </p:xfrm>
        <a:graphic>
          <a:graphicData uri="http://schemas.openxmlformats.org/drawingml/2006/table">
            <a:tbl>
              <a:tblPr firstRow="1" bandRow="1">
                <a:tableStyleId>{5C22544A-7EE6-4342-B048-85BDC9FD1C3A}</a:tableStyleId>
              </a:tblPr>
              <a:tblGrid>
                <a:gridCol w="983505"/>
                <a:gridCol w="1068124"/>
                <a:gridCol w="830510"/>
                <a:gridCol w="781621"/>
                <a:gridCol w="921345"/>
                <a:gridCol w="796954"/>
                <a:gridCol w="1107347"/>
                <a:gridCol w="4763770"/>
              </a:tblGrid>
              <a:tr h="244475">
                <a:tc>
                  <a:txBody>
                    <a:bodyPr/>
                    <a:lstStyle/>
                    <a:p>
                      <a:pPr algn="ctr" fontAlgn="ctr">
                        <a:buClrTx/>
                        <a:buSzTx/>
                        <a:buFontTx/>
                        <a:buNone/>
                      </a:pPr>
                      <a:r>
                        <a:rPr lang="zh-CN" altLang="en-US" sz="1200" b="0" dirty="0">
                          <a:solidFill>
                            <a:schemeClr val="bg1"/>
                          </a:solidFill>
                          <a:effectLst/>
                          <a:latin typeface="Meiryo UI" panose="020B0604030504040204" pitchFamily="50" charset="-128"/>
                          <a:ea typeface="Meiryo UI" panose="020B0604030504040204" pitchFamily="50" charset="-128"/>
                          <a:sym typeface="+mn-ea"/>
                        </a:rPr>
                        <a:t>モジュール</a:t>
                      </a:r>
                      <a:endParaRPr lang="zh-CN" altLang="en-US" sz="1200" b="0" dirty="0">
                        <a:solidFill>
                          <a:schemeClr val="bg1"/>
                        </a:solidFill>
                        <a:effectLst/>
                        <a:latin typeface="Meiryo UI" panose="020B0604030504040204" pitchFamily="50" charset="-128"/>
                        <a:ea typeface="Meiryo UI" panose="020B0604030504040204" pitchFamily="50" charset="-128"/>
                        <a:sym typeface="+mn-ea"/>
                      </a:endParaRPr>
                    </a:p>
                  </a:txBody>
                  <a:tcPr>
                    <a:solidFill>
                      <a:srgbClr val="005BAC"/>
                    </a:solidFill>
                  </a:tcPr>
                </a:tc>
                <a:tc>
                  <a:txBody>
                    <a:bodyPr/>
                    <a:lstStyle/>
                    <a:p>
                      <a:pPr algn="ctr" fontAlgn="ctr">
                        <a:buClrTx/>
                        <a:buSzTx/>
                        <a:buFontTx/>
                        <a:buNone/>
                      </a:pPr>
                      <a:r>
                        <a:rPr lang="en-US" altLang="zh-CN" sz="1200" b="0" dirty="0" err="1">
                          <a:solidFill>
                            <a:schemeClr val="bg1"/>
                          </a:solidFill>
                          <a:effectLst/>
                          <a:latin typeface="Meiryo UI" panose="020B0604030504040204" pitchFamily="50" charset="-128"/>
                          <a:ea typeface="Meiryo UI" panose="020B0604030504040204" pitchFamily="50" charset="-128"/>
                        </a:rPr>
                        <a:t>Api</a:t>
                      </a:r>
                      <a:r>
                        <a:rPr lang="en-US" altLang="zh-CN" sz="1200" b="0" dirty="0">
                          <a:solidFill>
                            <a:schemeClr val="bg1"/>
                          </a:solidFill>
                          <a:effectLst/>
                          <a:latin typeface="Meiryo UI" panose="020B0604030504040204" pitchFamily="50" charset="-128"/>
                          <a:ea typeface="Meiryo UI" panose="020B0604030504040204" pitchFamily="50" charset="-128"/>
                        </a:rPr>
                        <a:t>/</a:t>
                      </a:r>
                      <a:r>
                        <a:rPr kumimoji="1" lang="zh-CN" altLang="en-US" sz="1200" b="0" kern="1200" dirty="0">
                          <a:solidFill>
                            <a:schemeClr val="bg1"/>
                          </a:solidFill>
                          <a:effectLst/>
                          <a:latin typeface="Meiryo UI" panose="020B0604030504040204" pitchFamily="50" charset="-128"/>
                          <a:ea typeface="Meiryo UI" panose="020B0604030504040204" pitchFamily="50" charset="-128"/>
                          <a:cs typeface="+mn-cs"/>
                        </a:rPr>
                        <a:t>機能</a:t>
                      </a:r>
                      <a:endParaRPr kumimoji="1" lang="en-US" altLang="zh-CN" sz="1200" b="0" kern="1200" dirty="0">
                        <a:solidFill>
                          <a:schemeClr val="bg1"/>
                        </a:solidFill>
                        <a:effectLst/>
                        <a:latin typeface="Meiryo UI" panose="020B0604030504040204" pitchFamily="50" charset="-128"/>
                        <a:ea typeface="Meiryo UI" panose="020B0604030504040204" pitchFamily="50" charset="-128"/>
                        <a:cs typeface="+mn-cs"/>
                      </a:endParaRPr>
                    </a:p>
                  </a:txBody>
                  <a:tcPr>
                    <a:solidFill>
                      <a:srgbClr val="005BAC"/>
                    </a:solidFill>
                  </a:tcPr>
                </a:tc>
                <a:tc gridSpan="2">
                  <a:txBody>
                    <a:bodyPr/>
                    <a:lstStyle/>
                    <a:p>
                      <a:pPr algn="ctr" fontAlgn="ctr">
                        <a:buClrTx/>
                        <a:buSzTx/>
                        <a:buFontTx/>
                      </a:pPr>
                      <a:r>
                        <a:rPr lang="en-US" altLang="zh-CN" sz="1200" b="0" dirty="0" err="1">
                          <a:solidFill>
                            <a:schemeClr val="bg1"/>
                          </a:solidFill>
                          <a:effectLst/>
                          <a:latin typeface="Meiryo UI" panose="020B0604030504040204" pitchFamily="50" charset="-128"/>
                          <a:ea typeface="Meiryo UI" panose="020B0604030504040204" pitchFamily="50" charset="-128"/>
                        </a:rPr>
                        <a:t>提出済み</a:t>
                      </a:r>
                      <a:endParaRPr lang="en-US" altLang="zh-CN" sz="1200" b="0" dirty="0" err="1">
                        <a:solidFill>
                          <a:schemeClr val="bg1"/>
                        </a:solidFill>
                        <a:effectLst/>
                        <a:latin typeface="Meiryo UI" panose="020B0604030504040204" pitchFamily="50" charset="-128"/>
                        <a:ea typeface="Meiryo UI" panose="020B0604030504040204" pitchFamily="50" charset="-128"/>
                      </a:endParaRPr>
                    </a:p>
                  </a:txBody>
                  <a:tcPr>
                    <a:solidFill>
                      <a:srgbClr val="005BAC"/>
                    </a:solidFill>
                  </a:tcPr>
                </a:tc>
                <a:tc hMerge="1">
                  <a:tcPr>
                    <a:solidFill>
                      <a:srgbClr val="005BAC"/>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zh-CN" sz="1200" dirty="0">
                          <a:latin typeface="Meiryo UI" panose="020B0604030504040204" pitchFamily="50" charset="-128"/>
                          <a:ea typeface="Meiryo UI" panose="020B0604030504040204" pitchFamily="50" charset="-128"/>
                          <a:sym typeface="+mn-ea"/>
                        </a:rPr>
                        <a:t>対応中</a:t>
                      </a:r>
                      <a:endParaRPr lang="ja-JP" altLang="zh-CN" sz="1200" dirty="0">
                        <a:latin typeface="Meiryo UI" panose="020B0604030504040204" pitchFamily="50" charset="-128"/>
                        <a:ea typeface="Meiryo UI" panose="020B0604030504040204" pitchFamily="50" charset="-128"/>
                        <a:sym typeface="+mn-ea"/>
                      </a:endParaRPr>
                    </a:p>
                  </a:txBody>
                  <a:tcPr>
                    <a:solidFill>
                      <a:srgbClr val="005BAC"/>
                    </a:solidFill>
                  </a:tcPr>
                </a:tc>
                <a:tc hMerge="1">
                  <a:tcPr>
                    <a:solidFill>
                      <a:srgbClr val="005BAC"/>
                    </a:solidFill>
                  </a:tcPr>
                </a:tc>
                <a:tc>
                  <a:txBody>
                    <a:bodyPr/>
                    <a:lstStyle/>
                    <a:p>
                      <a:pPr algn="ctr" fontAlgn="ctr">
                        <a:buClrTx/>
                        <a:buSzTx/>
                        <a:buFontTx/>
                        <a:buNone/>
                      </a:pPr>
                      <a:r>
                        <a:rPr lang="zh-CN" altLang="en-US" sz="1200" b="0" dirty="0">
                          <a:solidFill>
                            <a:schemeClr val="bg1"/>
                          </a:solidFill>
                          <a:effectLst/>
                          <a:latin typeface="Meiryo UI" panose="020B0604030504040204" pitchFamily="50" charset="-128"/>
                          <a:ea typeface="Meiryo UI" panose="020B0604030504040204" pitchFamily="50" charset="-128"/>
                        </a:rPr>
                        <a:t>状態</a:t>
                      </a:r>
                      <a:endParaRPr lang="zh-CN" altLang="en-US" sz="1200" b="0" dirty="0">
                        <a:solidFill>
                          <a:schemeClr val="bg1"/>
                        </a:solidFill>
                        <a:effectLst/>
                        <a:latin typeface="Meiryo UI" panose="020B0604030504040204" pitchFamily="50" charset="-128"/>
                        <a:ea typeface="Meiryo UI" panose="020B0604030504040204" pitchFamily="50" charset="-128"/>
                      </a:endParaRPr>
                    </a:p>
                  </a:txBody>
                  <a:tcPr>
                    <a:solidFill>
                      <a:srgbClr val="005BAC"/>
                    </a:solidFill>
                  </a:tcPr>
                </a:tc>
                <a:tc>
                  <a:txBody>
                    <a:bodyPr/>
                    <a:lstStyle/>
                    <a:p>
                      <a:pPr algn="ctr" fontAlgn="ctr">
                        <a:buClrTx/>
                        <a:buSzTx/>
                        <a:buFontTx/>
                        <a:buNone/>
                      </a:pPr>
                      <a:r>
                        <a:rPr lang="zh-CN" altLang="en-US" sz="1200" b="0" dirty="0">
                          <a:solidFill>
                            <a:schemeClr val="bg1"/>
                          </a:solidFill>
                          <a:effectLst/>
                          <a:latin typeface="Meiryo UI" panose="020B0604030504040204" pitchFamily="50" charset="-128"/>
                          <a:ea typeface="Meiryo UI" panose="020B0604030504040204" pitchFamily="50" charset="-128"/>
                          <a:sym typeface="+mn-ea"/>
                        </a:rPr>
                        <a:t>説明</a:t>
                      </a:r>
                      <a:endParaRPr lang="zh-CN" altLang="en-US" sz="1200" b="0" dirty="0">
                        <a:solidFill>
                          <a:schemeClr val="bg1"/>
                        </a:solidFill>
                        <a:effectLst/>
                        <a:latin typeface="Meiryo UI" panose="020B0604030504040204" pitchFamily="50" charset="-128"/>
                        <a:ea typeface="Meiryo UI" panose="020B0604030504040204" pitchFamily="50" charset="-128"/>
                        <a:sym typeface="+mn-ea"/>
                      </a:endParaRPr>
                    </a:p>
                  </a:txBody>
                  <a:tcPr>
                    <a:solidFill>
                      <a:srgbClr val="005BAC"/>
                    </a:solidFill>
                  </a:tcPr>
                </a:tc>
              </a:tr>
              <a:tr h="0">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Connection</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kumimoji="1" lang="en-US" altLang="zh-CN" sz="10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14</a:t>
                      </a:r>
                      <a:endParaRPr kumimoji="1" lang="en-US" altLang="zh-CN" sz="10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14</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マージ済み</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c>
                  <a:txBody>
                    <a:bodyPr/>
                    <a:lstStyle/>
                    <a:p>
                      <a:pPr algn="l">
                        <a:buClrTx/>
                        <a:buSzTx/>
                        <a:buFontTx/>
                        <a:buNone/>
                      </a:pP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0">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Customize</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kumimoji="1" lang="en-US" altLang="zh-CN" sz="10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108</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108</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kumimoji="1" lang="en-US" altLang="zh-CN" sz="10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kumimoji="1" lang="en-US" altLang="zh-CN" sz="1000"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マージ済み</a:t>
                      </a:r>
                      <a:endParaRPr lang="ja-JP"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ja-JP" altLang="en-US"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エミュレータ制限</a:t>
                      </a:r>
                      <a:r>
                        <a:rPr lang="ja-JP" altLang="en-US"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なので、テスト不可</a:t>
                      </a:r>
                      <a:r>
                        <a:rPr lang="en-US" altLang="ja-JP"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(QA SDK-1692)</a:t>
                      </a:r>
                      <a:endParaRPr lang="en-US" altLang="zh-CN"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ja-JP" altLang="en-US"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　①</a:t>
                      </a:r>
                      <a:r>
                        <a:rPr lang="en-US" altLang="zh-CN" sz="9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setAssistModeActive</a:t>
                      </a:r>
                      <a:endParaRPr lang="en-US" altLang="zh-CN" sz="9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r>
              <a:tr h="0">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MyBike</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31</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31</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マージ済み</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エミュレータ制限</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なので</a:t>
                      </a:r>
                      <a:r>
                        <a:rPr lang="ja-JP" altLang="en-US" sz="800" dirty="0">
                          <a:solidFill>
                            <a:schemeClr val="tx1"/>
                          </a:solidFill>
                          <a:latin typeface="Meiryo UI" panose="020B0604030504040204" pitchFamily="50" charset="-128"/>
                          <a:ea typeface="SimSun" panose="02010600030101010101" pitchFamily="2" charset="-122"/>
                          <a:cs typeface="Meiryo UI" panose="020B0604030504040204" pitchFamily="50" charset="-128"/>
                          <a:sym typeface="+mn-ea"/>
                        </a:rPr>
                        <a:t>、</a:t>
                      </a: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BikeCableConnectionListener</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をテスト対象外になる</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r>
              <a:tr h="281940">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UserSetting</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32</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32</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マージ済み</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ja-JP"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ja-JP"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0">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Activity</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17</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17</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マージ済み</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zh-CN"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0">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Maintenance</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11</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11</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マージ済み</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zh-CN"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0">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Update</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12</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12</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マージ済み</a:t>
                      </a:r>
                      <a:endParaRPr lang="ja-JP"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ja-JP" altLang="en-US"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エミュレータ制限</a:t>
                      </a:r>
                      <a:r>
                        <a:rPr lang="ja-JP" altLang="en-US"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なので、テスト不可</a:t>
                      </a:r>
                      <a:endParaRPr lang="ja-JP" altLang="en-US"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0">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Auth</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22</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22</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マージ済み</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endParaRPr lang="en-US" altLang="zh-CN"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0">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Riding</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15</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15</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100%</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マージ済み</a:t>
                      </a:r>
                      <a:endParaRPr lang="ja-JP"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bl>
          </a:graphicData>
        </a:graphic>
      </p:graphicFrame>
      <p:sp>
        <p:nvSpPr>
          <p:cNvPr id="2" name="文本框 1"/>
          <p:cNvSpPr txBox="1"/>
          <p:nvPr/>
        </p:nvSpPr>
        <p:spPr>
          <a:xfrm>
            <a:off x="356011" y="3537944"/>
            <a:ext cx="6756400" cy="737235"/>
          </a:xfrm>
          <a:prstGeom prst="rect">
            <a:avLst/>
          </a:prstGeom>
          <a:noFill/>
        </p:spPr>
        <p:txBody>
          <a:bodyPr wrap="square" rtlCol="0">
            <a:spAutoFit/>
          </a:bodyPr>
          <a:lstStyle/>
          <a:p>
            <a:r>
              <a:rPr lang="en-US" altLang="zh-CN" sz="1400" dirty="0"/>
              <a:t>API</a:t>
            </a:r>
            <a:r>
              <a:rPr lang="ja-JP" altLang="en-US" sz="1400" dirty="0"/>
              <a:t>合計</a:t>
            </a:r>
            <a:r>
              <a:rPr lang="en-US" altLang="ja-JP" sz="1400" dirty="0"/>
              <a:t>   : 262</a:t>
            </a:r>
            <a:r>
              <a:rPr lang="ja-JP" altLang="en-US" sz="1400" dirty="0"/>
              <a:t>件</a:t>
            </a:r>
            <a:endParaRPr lang="ja-JP" altLang="en-US" sz="1400" dirty="0"/>
          </a:p>
          <a:p>
            <a:r>
              <a:rPr lang="ja-JP" altLang="en-US" sz="1400" dirty="0"/>
              <a:t>実装済み：</a:t>
            </a:r>
            <a:r>
              <a:rPr lang="en-US" altLang="ja-JP" sz="1400" dirty="0"/>
              <a:t>262</a:t>
            </a:r>
            <a:r>
              <a:rPr lang="ja-JP" altLang="ja-JP" sz="1400" dirty="0"/>
              <a:t>件</a:t>
            </a:r>
            <a:endParaRPr lang="ja-JP" altLang="en-US" sz="1400" dirty="0"/>
          </a:p>
          <a:p>
            <a:r>
              <a:rPr lang="ja-JP" altLang="ja-JP" sz="1400" dirty="0"/>
              <a:t>テスト中：</a:t>
            </a:r>
            <a:r>
              <a:rPr lang="en-US" altLang="ja-JP" sz="1400" dirty="0"/>
              <a:t>253</a:t>
            </a:r>
            <a:r>
              <a:rPr lang="ja-JP" altLang="en-US" sz="1400" dirty="0"/>
              <a:t>件</a:t>
            </a:r>
            <a:r>
              <a:rPr lang="en-US" altLang="ja-JP" sz="1400" dirty="0"/>
              <a:t>(</a:t>
            </a:r>
            <a:r>
              <a:rPr lang="en-US" altLang="ja-JP" sz="1400" dirty="0" err="1">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エミュレータ制限</a:t>
            </a:r>
            <a:r>
              <a:rPr lang="ja-JP" altLang="ja-JP" sz="1400" dirty="0" err="1">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と</a:t>
            </a:r>
            <a:r>
              <a:rPr lang="ja-JP" altLang="en-US" sz="14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なので、一部の</a:t>
            </a:r>
            <a:r>
              <a:rPr lang="en-US" altLang="ja-JP" sz="14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API</a:t>
            </a:r>
            <a:r>
              <a:rPr lang="ja-JP" altLang="en-US" sz="14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がテスト不可</a:t>
            </a:r>
            <a:r>
              <a:rPr lang="en-US" altLang="ja-JP" sz="1400" dirty="0"/>
              <a:t>)</a:t>
            </a:r>
            <a:endParaRPr lang="en-US" altLang="ja-JP"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占位符 1"/>
          <p:cNvSpPr txBox="1"/>
          <p:nvPr/>
        </p:nvSpPr>
        <p:spPr>
          <a:xfrm>
            <a:off x="294416" y="116650"/>
            <a:ext cx="10210270" cy="572828"/>
          </a:xfrm>
          <a:prstGeom prst="rect">
            <a:avLst/>
          </a:prstGeom>
        </p:spPr>
        <p:txBody>
          <a:bodyPr>
            <a:normAutofit/>
          </a:bodyPr>
          <a:lstStyle>
            <a:lvl1pPr marL="0" indent="0" algn="l" defTabSz="914400" rtl="0" eaLnBrk="1" latinLnBrk="0" hangingPunct="1">
              <a:lnSpc>
                <a:spcPct val="100000"/>
              </a:lnSpc>
              <a:spcBef>
                <a:spcPts val="0"/>
              </a:spcBef>
              <a:buFont typeface="Arial" panose="020B0604020202020204" pitchFamily="34" charset="0"/>
              <a:buNone/>
              <a:defRPr sz="3200" b="1" kern="1200" baseline="0">
                <a:solidFill>
                  <a:srgbClr val="323232"/>
                </a:solidFill>
                <a:latin typeface="Verdana" panose="020B0604030504040204" charset="0"/>
                <a:ea typeface="Microsoft YaHei" panose="020B0503020204020204" pitchFamily="34" charset="-122"/>
                <a:cs typeface="Verdana" panose="020B060403050404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ja-JP" sz="2700" dirty="0">
                <a:latin typeface="Meiryo UI" panose="020B0604030504040204" pitchFamily="50" charset="-128"/>
                <a:ea typeface="Meiryo UI" panose="020B0604030504040204" pitchFamily="50" charset="-128"/>
              </a:rPr>
              <a:t>リスク</a:t>
            </a:r>
            <a:endParaRPr lang="ja-JP" sz="2700" dirty="0">
              <a:latin typeface="Meiryo UI" panose="020B0604030504040204" pitchFamily="50" charset="-128"/>
              <a:ea typeface="Meiryo UI" panose="020B0604030504040204" pitchFamily="50" charset="-128"/>
            </a:endParaRPr>
          </a:p>
        </p:txBody>
      </p:sp>
      <p:graphicFrame>
        <p:nvGraphicFramePr>
          <p:cNvPr id="4" name="表格 3"/>
          <p:cNvGraphicFramePr/>
          <p:nvPr>
            <p:custDataLst>
              <p:tags r:id="rId1"/>
            </p:custDataLst>
          </p:nvPr>
        </p:nvGraphicFramePr>
        <p:xfrm>
          <a:off x="356235" y="595630"/>
          <a:ext cx="11311890" cy="5739765"/>
        </p:xfrm>
        <a:graphic>
          <a:graphicData uri="http://schemas.openxmlformats.org/drawingml/2006/table">
            <a:tbl>
              <a:tblPr firstRow="1" bandRow="1">
                <a:tableStyleId>{5C22544A-7EE6-4342-B048-85BDC9FD1C3A}</a:tableStyleId>
              </a:tblPr>
              <a:tblGrid>
                <a:gridCol w="599440"/>
                <a:gridCol w="2277745"/>
                <a:gridCol w="2741295"/>
                <a:gridCol w="5693410"/>
              </a:tblGrid>
              <a:tr h="280035">
                <a:tc>
                  <a:txBody>
                    <a:bodyPr/>
                    <a:lstStyle/>
                    <a:p>
                      <a:pPr algn="ctr" fontAlgn="ctr">
                        <a:buClrTx/>
                        <a:buSzTx/>
                        <a:buFontTx/>
                        <a:buNone/>
                      </a:pPr>
                      <a:r>
                        <a:rPr lang="en-US" altLang="zh-CN" sz="1200" b="0" dirty="0">
                          <a:solidFill>
                            <a:schemeClr val="bg1"/>
                          </a:solidFill>
                          <a:effectLst/>
                          <a:latin typeface="Meiryo UI" panose="020B0604030504040204" pitchFamily="50" charset="-128"/>
                          <a:ea typeface="Meiryo UI" panose="020B0604030504040204" pitchFamily="50" charset="-128"/>
                          <a:sym typeface="+mn-ea"/>
                        </a:rPr>
                        <a:t>No</a:t>
                      </a:r>
                      <a:endParaRPr lang="en-US" altLang="zh-CN" sz="1200" b="0" dirty="0">
                        <a:solidFill>
                          <a:schemeClr val="bg1"/>
                        </a:solidFill>
                        <a:effectLst/>
                        <a:latin typeface="Meiryo UI" panose="020B0604030504040204" pitchFamily="50" charset="-128"/>
                        <a:ea typeface="Meiryo UI" panose="020B0604030504040204" pitchFamily="50" charset="-128"/>
                        <a:sym typeface="+mn-ea"/>
                      </a:endParaRPr>
                    </a:p>
                  </a:txBody>
                  <a:tcPr>
                    <a:solidFill>
                      <a:srgbClr val="005BAC"/>
                    </a:solidFill>
                  </a:tcPr>
                </a:tc>
                <a:tc>
                  <a:txBody>
                    <a:bodyPr/>
                    <a:lstStyle/>
                    <a:p>
                      <a:pPr algn="ctr" fontAlgn="ctr">
                        <a:buClrTx/>
                        <a:buSzTx/>
                        <a:buFontTx/>
                        <a:buNone/>
                      </a:pPr>
                      <a:r>
                        <a:rPr lang="ja-JP" sz="1200" dirty="0">
                          <a:latin typeface="Meiryo UI" panose="020B0604030504040204" pitchFamily="50" charset="-128"/>
                          <a:ea typeface="Meiryo UI" panose="020B0604030504040204" pitchFamily="50" charset="-128"/>
                          <a:sym typeface="+mn-ea"/>
                        </a:rPr>
                        <a:t>リスク点</a:t>
                      </a:r>
                      <a:endParaRPr lang="ja-JP" sz="1200" dirty="0">
                        <a:latin typeface="Meiryo UI" panose="020B0604030504040204" pitchFamily="50" charset="-128"/>
                        <a:ea typeface="Meiryo UI" panose="020B0604030504040204" pitchFamily="50" charset="-128"/>
                        <a:sym typeface="+mn-ea"/>
                      </a:endParaRPr>
                    </a:p>
                  </a:txBody>
                  <a:tcPr>
                    <a:solidFill>
                      <a:srgbClr val="005BAC"/>
                    </a:solidFill>
                  </a:tcPr>
                </a:tc>
                <a:tc>
                  <a:txBody>
                    <a:bodyPr/>
                    <a:lstStyle/>
                    <a:p>
                      <a:pPr algn="ctr" fontAlgn="ctr">
                        <a:buClrTx/>
                        <a:buSzTx/>
                        <a:buFontTx/>
                        <a:buNone/>
                      </a:pPr>
                      <a:r>
                        <a:rPr lang="ja-JP" altLang="zh-CN" sz="1200" b="0" dirty="0">
                          <a:solidFill>
                            <a:schemeClr val="bg1"/>
                          </a:solidFill>
                          <a:effectLst/>
                          <a:latin typeface="Meiryo UI" panose="020B0604030504040204" pitchFamily="50" charset="-128"/>
                          <a:ea typeface="Meiryo UI" panose="020B0604030504040204" pitchFamily="50" charset="-128"/>
                        </a:rPr>
                        <a:t>影響範囲</a:t>
                      </a:r>
                      <a:endParaRPr lang="ja-JP" altLang="zh-CN" sz="1200" b="0" dirty="0">
                        <a:solidFill>
                          <a:schemeClr val="bg1"/>
                        </a:solidFill>
                        <a:effectLst/>
                        <a:latin typeface="Meiryo UI" panose="020B0604030504040204" pitchFamily="50" charset="-128"/>
                        <a:ea typeface="Meiryo UI" panose="020B0604030504040204" pitchFamily="50" charset="-128"/>
                      </a:endParaRPr>
                    </a:p>
                  </a:txBody>
                  <a:tcPr>
                    <a:solidFill>
                      <a:srgbClr val="005BAC"/>
                    </a:solidFill>
                  </a:tcPr>
                </a:tc>
                <a:tc>
                  <a:txBody>
                    <a:bodyPr/>
                    <a:lstStyle/>
                    <a:p>
                      <a:pPr algn="ctr" fontAlgn="ctr">
                        <a:buClrTx/>
                        <a:buSzTx/>
                        <a:buFontTx/>
                        <a:buNone/>
                      </a:pPr>
                      <a:r>
                        <a:rPr lang="zh-CN" altLang="en-US" sz="1200" b="0" dirty="0">
                          <a:solidFill>
                            <a:schemeClr val="bg1"/>
                          </a:solidFill>
                          <a:effectLst/>
                          <a:latin typeface="Meiryo UI" panose="020B0604030504040204" pitchFamily="50" charset="-128"/>
                          <a:ea typeface="Meiryo UI" panose="020B0604030504040204" pitchFamily="50" charset="-128"/>
                          <a:sym typeface="+mn-ea"/>
                        </a:rPr>
                        <a:t>説明</a:t>
                      </a:r>
                      <a:endParaRPr lang="zh-CN" altLang="en-US" sz="1200" b="0" dirty="0">
                        <a:solidFill>
                          <a:schemeClr val="bg1"/>
                        </a:solidFill>
                        <a:effectLst/>
                        <a:latin typeface="Meiryo UI" panose="020B0604030504040204" pitchFamily="50" charset="-128"/>
                        <a:ea typeface="Meiryo UI" panose="020B0604030504040204" pitchFamily="50" charset="-128"/>
                        <a:sym typeface="+mn-ea"/>
                      </a:endParaRPr>
                    </a:p>
                  </a:txBody>
                  <a:tcPr>
                    <a:solidFill>
                      <a:srgbClr val="005BAC"/>
                    </a:solidFill>
                  </a:tcPr>
                </a:tc>
              </a:tr>
              <a:tr h="1510030">
                <a:tc>
                  <a:txBody>
                    <a:bodyPr/>
                    <a:lstStyle/>
                    <a:p>
                      <a:pPr algn="l">
                        <a:buClrTx/>
                        <a:buSzTx/>
                        <a:buFontTx/>
                        <a:buNone/>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a:t>
                      </a:r>
                      <a:endPar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エミュレータのご提供について</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C</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onnectに関連する</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API</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Debug</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確認</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lvl="0" algn="l" defTabSz="914400" rtl="0" eaLnBrk="1" fontAlgn="auto" latinLnBrk="0" hangingPunct="1">
                        <a:lnSpc>
                          <a:spcPct val="100000"/>
                        </a:lnSpc>
                        <a:spcBef>
                          <a:spcPts val="0"/>
                        </a:spcBef>
                        <a:buClrTx/>
                        <a:buSzTx/>
                        <a:buFontTx/>
                        <a:buNone/>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C</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onnectに関連する</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API</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の単機能テスト</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C</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onnectに関連するAPIの単機能テストを実施する前に、開発側で対象</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API</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に対して、</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Debug</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確認を行う必要がある（</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SBSS</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認証など処理に対して、</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Debug</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確認は時間がかかる）</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&gt;</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本週内に展開していただけますか</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en-US"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&gt;</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提供</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できない</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場合、</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C</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onnectに関連する</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API</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の単機能テストの日程に</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影響</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を</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与</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える</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⇒最新のエミュレータにより、adv情報に新製品のservice idがない。</a:t>
                      </a:r>
                      <a:endPar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　 最新のエミュレータに、上記の問題とSBSS認証処理問題があるため、</a:t>
                      </a:r>
                      <a:endPar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ja-JP"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　</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 </a:t>
                      </a:r>
                      <a:r>
                        <a:rPr lang="ja-JP" altLang="zh-CN"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①</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単機能対応の日程を調整した（</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月</a:t>
                      </a:r>
                      <a:r>
                        <a:rPr lang="en-US" altLang="ja-JP"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→2</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月）</a:t>
                      </a:r>
                      <a:endPar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　 </a:t>
                      </a: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②</a:t>
                      </a: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他のモジュールAPIをテストするために、中間版としてConnectに関連するAPIは、提出済み。</a:t>
                      </a:r>
                      <a:endPar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　 ・MaintenanceのAPI，テスト中</a:t>
                      </a:r>
                      <a:endPar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　 ・CustomieのAPI，テスト中</a:t>
                      </a:r>
                      <a:endPar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   ・MybikeのAPI，テスト中</a:t>
                      </a:r>
                      <a:endPar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　 ・AuthのAPI,テスト中</a:t>
                      </a:r>
                      <a:endParaRPr lang="zh-CN"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エミュレータの制限は、修正されていないなので、Debugと単機能テストの進度に影響を与えた</a:t>
                      </a:r>
                      <a:endParaRPr lang="ja-JP" altLang="en-US" sz="8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1314450">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2</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DB API の仕様について</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・DB API に関連する</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API</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の実装</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lvl="0" algn="l" defTabSz="914400" rtl="0" eaLnBrk="1" fontAlgn="auto" latinLnBrk="0" hangingPunct="1">
                        <a:lnSpc>
                          <a:spcPct val="100000"/>
                        </a:lnSpc>
                        <a:spcBef>
                          <a:spcPts val="0"/>
                        </a:spcBef>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C</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onnectに関連する</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API</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の単機能テストと対応</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DB API の仕様は、fixしていないので、下記のモジュールの実装に影響を与える</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ja-JP" altLang="zh-CN" sz="1000" dirty="0">
                          <a:solidFill>
                            <a:schemeClr val="tx1"/>
                          </a:solidFill>
                          <a:latin typeface="Meiryo UI" panose="020B0604030504040204" pitchFamily="50" charset="-128"/>
                          <a:ea typeface="SimSun" panose="02010600030101010101" pitchFamily="2" charset="-122"/>
                          <a:cs typeface="Meiryo UI" panose="020B0604030504040204" pitchFamily="50" charset="-128"/>
                          <a:sym typeface="+mn-ea"/>
                        </a:rPr>
                        <a:t>・</a:t>
                      </a:r>
                      <a:r>
                        <a:rPr lang="en-US" altLang="ja-JP" sz="1000" dirty="0">
                          <a:solidFill>
                            <a:schemeClr val="tx1"/>
                          </a:solidFill>
                          <a:latin typeface="Meiryo UI" panose="020B0604030504040204" pitchFamily="50" charset="-128"/>
                          <a:ea typeface="SimSun" panose="02010600030101010101" pitchFamily="2" charset="-122"/>
                          <a:cs typeface="Meiryo UI" panose="020B0604030504040204" pitchFamily="50" charset="-128"/>
                          <a:sym typeface="+mn-ea"/>
                        </a:rPr>
                        <a:t>Setting</a:t>
                      </a:r>
                      <a:endParaRPr lang="en-US" altLang="ja-JP" sz="1000" dirty="0">
                        <a:solidFill>
                          <a:schemeClr val="tx1"/>
                        </a:solidFill>
                        <a:latin typeface="Meiryo UI" panose="020B0604030504040204" pitchFamily="50" charset="-128"/>
                        <a:ea typeface="SimSun" panose="02010600030101010101" pitchFamily="2" charset="-122"/>
                        <a:cs typeface="Meiryo UI" panose="020B0604030504040204" pitchFamily="50" charset="-128"/>
                        <a:sym typeface="+mn-ea"/>
                      </a:endParaRPr>
                    </a:p>
                    <a:p>
                      <a:pPr algn="l">
                        <a:buClrTx/>
                        <a:buSzTx/>
                        <a:buFontTx/>
                        <a:buNone/>
                      </a:pPr>
                      <a:r>
                        <a:rPr lang="ja-JP" altLang="en-US" sz="1000" dirty="0">
                          <a:solidFill>
                            <a:schemeClr val="tx1"/>
                          </a:solidFill>
                          <a:latin typeface="Meiryo UI" panose="020B0604030504040204" pitchFamily="50" charset="-128"/>
                          <a:ea typeface="SimSun" panose="02010600030101010101" pitchFamily="2" charset="-122"/>
                          <a:cs typeface="Meiryo UI" panose="020B0604030504040204" pitchFamily="50" charset="-128"/>
                          <a:sym typeface="+mn-ea"/>
                        </a:rPr>
                        <a:t>・</a:t>
                      </a:r>
                      <a:r>
                        <a:rPr lang="en-US" altLang="ja-JP" sz="1000" dirty="0">
                          <a:solidFill>
                            <a:schemeClr val="tx1"/>
                          </a:solidFill>
                          <a:latin typeface="Meiryo UI" panose="020B0604030504040204" pitchFamily="50" charset="-128"/>
                          <a:ea typeface="SimSun" panose="02010600030101010101" pitchFamily="2" charset="-122"/>
                          <a:cs typeface="Meiryo UI" panose="020B0604030504040204" pitchFamily="50" charset="-128"/>
                          <a:sym typeface="+mn-ea"/>
                        </a:rPr>
                        <a:t>Actvity</a:t>
                      </a:r>
                      <a:endParaRPr lang="en-US" altLang="ja-JP" sz="1000" dirty="0">
                        <a:solidFill>
                          <a:schemeClr val="tx1"/>
                        </a:solidFill>
                        <a:latin typeface="Meiryo UI" panose="020B0604030504040204" pitchFamily="50" charset="-128"/>
                        <a:ea typeface="SimSun" panose="02010600030101010101" pitchFamily="2" charset="-122"/>
                        <a:cs typeface="Meiryo UI" panose="020B0604030504040204" pitchFamily="50" charset="-128"/>
                        <a:sym typeface="+mn-ea"/>
                      </a:endParaRPr>
                    </a:p>
                    <a:p>
                      <a:pPr algn="l">
                        <a:buClrTx/>
                        <a:buSzTx/>
                        <a:buFontTx/>
                        <a:buNone/>
                      </a:pPr>
                      <a:r>
                        <a:rPr lang="ja-JP" altLang="en-US" sz="1000" dirty="0">
                          <a:solidFill>
                            <a:schemeClr val="tx1"/>
                          </a:solidFill>
                          <a:latin typeface="Meiryo UI" panose="020B0604030504040204" pitchFamily="50" charset="-128"/>
                          <a:ea typeface="SimSun" panose="02010600030101010101" pitchFamily="2" charset="-122"/>
                          <a:cs typeface="Meiryo UI" panose="020B0604030504040204" pitchFamily="50" charset="-128"/>
                          <a:sym typeface="+mn-ea"/>
                        </a:rPr>
                        <a:t>・</a:t>
                      </a:r>
                      <a:r>
                        <a:rPr lang="en-US" altLang="ja-JP" sz="1000" dirty="0">
                          <a:solidFill>
                            <a:schemeClr val="tx1"/>
                          </a:solidFill>
                          <a:latin typeface="Meiryo UI" panose="020B0604030504040204" pitchFamily="50" charset="-128"/>
                          <a:ea typeface="SimSun" panose="02010600030101010101" pitchFamily="2" charset="-122"/>
                          <a:cs typeface="Meiryo UI" panose="020B0604030504040204" pitchFamily="50" charset="-128"/>
                          <a:sym typeface="+mn-ea"/>
                        </a:rPr>
                        <a:t>Mybike</a:t>
                      </a:r>
                      <a:endParaRPr lang="en-US" altLang="ja-JP" sz="1000" dirty="0">
                        <a:solidFill>
                          <a:schemeClr val="tx1"/>
                        </a:solidFill>
                        <a:latin typeface="Meiryo UI" panose="020B0604030504040204" pitchFamily="50" charset="-128"/>
                        <a:ea typeface="SimSun" panose="02010600030101010101" pitchFamily="2" charset="-122"/>
                        <a:cs typeface="Meiryo UI" panose="020B0604030504040204" pitchFamily="50" charset="-128"/>
                        <a:sym typeface="+mn-ea"/>
                      </a:endParaRPr>
                    </a:p>
                    <a:p>
                      <a:pPr algn="l">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19日までに、DB API の仕様は、fixされるので、可能でしょうか。</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仕様が</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F</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ixされないので、</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12</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月内に上記のソースが実装完了できない</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⇒DB </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APIの</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変更なので</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、下記のAPI</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が修正済み</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　　①</a:t>
                      </a:r>
                      <a:r>
                        <a:rPr lang="en-US" altLang="zh-CN" sz="10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updateMyBikeUnitsWithConnectedUnits</a:t>
                      </a:r>
                      <a:endParaRPr lang="en-US" altLang="zh-CN" sz="1000" dirty="0" err="1">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48920">
                <a:tc>
                  <a:txBody>
                    <a:bodyPr/>
                    <a:lstStyle/>
                    <a:p>
                      <a:pPr algn="l">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３</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Update</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の仕様について</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Update</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に関連する</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API</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の実装</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lvl="0" algn="l" defTabSz="914400" rtl="0" eaLnBrk="1" fontAlgn="auto" latinLnBrk="0" hangingPunct="1">
                        <a:lnSpc>
                          <a:spcPct val="100000"/>
                        </a:lnSpc>
                        <a:spcBef>
                          <a:spcPts val="0"/>
                        </a:spcBef>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Update</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に関連する</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API</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の単機能テストと対応</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正</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しい</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仕様</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がないため</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Update API </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実装</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に</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影響</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が</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出</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ています</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完全</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な</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仕様</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をご</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提供</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いただけますか</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Seq</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変更：</a:t>
                      </a:r>
                      <a:endPar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FWUP</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認証</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&gt;FW</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転送</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&gt;STRICT</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モード</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切</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り</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替</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え</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&gt;</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ハートビート</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停止</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&gt;</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書</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き</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込</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み</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開始</a:t>
                      </a:r>
                      <a:endPar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⇒PC</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側の</a:t>
                      </a: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Seq</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を参照し、</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提出済</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み</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48920">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4</a:t>
                      </a:r>
                      <a:endPar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難読化について</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システムテスト対応・SDK取り込みテスト対応</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現在</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単機能</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テストは</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非難読化</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SDK</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を</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利用</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したため</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システムテスト</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対応</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/SDK</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取</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り</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込</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みテスト</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対応</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で</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難読化</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SDK</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を</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利用</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すれば</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予期</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しない</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問題</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が</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発生</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する</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可能性</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があり</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、進捗</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に</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影響</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を</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与</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えるリスクが</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存在</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します</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48920">
                <a:tc>
                  <a:txBody>
                    <a:bodyPr/>
                    <a:lstStyle/>
                    <a:p>
                      <a:pPr algn="l">
                        <a:buClrTx/>
                        <a:buSzTx/>
                        <a:buFontTx/>
                        <a:buNone/>
                      </a:pPr>
                      <a:r>
                        <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5</a:t>
                      </a:r>
                      <a:endParaRPr lang="en-US" altLang="ja-JP"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単機能テスト対応について</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単機能テストの不具合対応</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単機能</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テストケースは</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3</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月末</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までに</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実施完了</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する</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可能性</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がありますが</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3</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月末</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に</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発生</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する</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不具合</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は</a:t>
                      </a: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 4 </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月初旬</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までに</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修正</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する</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必要</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があるかもしれません</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r h="248920">
                <a:tc>
                  <a:txBody>
                    <a:bodyPr/>
                    <a:lstStyle/>
                    <a:p>
                      <a:pPr algn="l">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6</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取り込みテストについて</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marL="0" marR="0" lvl="0" algn="l" defTabSz="914400" rtl="0" eaLnBrk="1" fontAlgn="auto" latinLnBrk="0" hangingPunct="1">
                        <a:lnSpc>
                          <a:spcPct val="100000"/>
                        </a:lnSpc>
                        <a:spcBef>
                          <a:spcPts val="0"/>
                        </a:spcBef>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取り込みテスト対応</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a:txBody>
                    <a:bodyPr/>
                    <a:lstStyle/>
                    <a:p>
                      <a:pPr algn="l">
                        <a:buClrTx/>
                        <a:buSzTx/>
                        <a:buFontTx/>
                        <a:buNone/>
                      </a:pPr>
                      <a:r>
                        <a:rPr lang="en-US"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UI</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側機能</a:t>
                      </a:r>
                      <a:r>
                        <a:rPr lang="ja-JP" altLang="zh-CN"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の</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完成度</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が</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低</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いため、6</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月末</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までに取り込みテスト対応を</a:t>
                      </a:r>
                      <a:r>
                        <a:rPr lang="zh-CN"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完了</a:t>
                      </a: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するのはリスクがあります。</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spcBef>
                          <a:spcPts val="0"/>
                        </a:spcBef>
                        <a:buClrTx/>
                        <a:buSzTx/>
                        <a:buFontTx/>
                        <a:buNone/>
                      </a:pPr>
                      <a:r>
                        <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⇒一部の不具合が７月に対応する予定</a:t>
                      </a:r>
                      <a:endParaRPr lang="ja-JP" altLang="en-US" sz="10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spcBef>
                          <a:spcPts val="0"/>
                        </a:spcBef>
                        <a:buClrTx/>
                        <a:buSzTx/>
                        <a:buFontTx/>
                        <a:buNone/>
                      </a:pPr>
                      <a:r>
                        <a:rPr lang="en-US" altLang="ja-JP"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ja-JP" altLang="en-US"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取り込みテストの開始時間が未確定なので、</a:t>
                      </a:r>
                      <a:r>
                        <a:rPr lang="en-US" altLang="ja-JP"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7</a:t>
                      </a:r>
                      <a:r>
                        <a:rPr lang="ja-JP" altLang="en-US"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月の取り込みテスト対応日程は、リスクがあります。</a:t>
                      </a:r>
                      <a:endParaRPr lang="ja-JP" altLang="en-US" sz="10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占位符 1"/>
          <p:cNvSpPr txBox="1"/>
          <p:nvPr/>
        </p:nvSpPr>
        <p:spPr>
          <a:xfrm>
            <a:off x="356011" y="414465"/>
            <a:ext cx="10210270" cy="572828"/>
          </a:xfrm>
          <a:prstGeom prst="rect">
            <a:avLst/>
          </a:prstGeom>
        </p:spPr>
        <p:txBody>
          <a:bodyPr>
            <a:normAutofit/>
          </a:bodyPr>
          <a:lstStyle>
            <a:lvl1pPr marL="0" indent="0" algn="l" defTabSz="914400" rtl="0" eaLnBrk="1" latinLnBrk="0" hangingPunct="1">
              <a:lnSpc>
                <a:spcPct val="100000"/>
              </a:lnSpc>
              <a:spcBef>
                <a:spcPts val="0"/>
              </a:spcBef>
              <a:buFont typeface="Arial" panose="020B0604020202020204" pitchFamily="34" charset="0"/>
              <a:buNone/>
              <a:defRPr sz="3200" b="1" kern="1200" baseline="0">
                <a:solidFill>
                  <a:srgbClr val="323232"/>
                </a:solidFill>
                <a:latin typeface="Verdana" panose="020B0604030504040204" charset="0"/>
                <a:ea typeface="Microsoft YaHei" panose="020B0503020204020204" pitchFamily="34" charset="-122"/>
                <a:cs typeface="Verdana" panose="020B060403050404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ja-JP" altLang="ja-JP" sz="2700" dirty="0" err="1">
                <a:latin typeface="Meiryo UI" panose="020B0604030504040204" pitchFamily="50" charset="-128"/>
                <a:ea typeface="Meiryo UI" panose="020B0604030504040204" pitchFamily="50" charset="-128"/>
              </a:rPr>
              <a:t>仕様</a:t>
            </a:r>
            <a:r>
              <a:rPr lang="en-US" altLang="ja-JP" sz="2700" dirty="0" err="1">
                <a:latin typeface="Meiryo UI" panose="020B0604030504040204" pitchFamily="50" charset="-128"/>
                <a:ea typeface="Meiryo UI" panose="020B0604030504040204" pitchFamily="50" charset="-128"/>
              </a:rPr>
              <a:t>Fix</a:t>
            </a:r>
            <a:r>
              <a:rPr lang="ja-JP" altLang="en-US" sz="2700" dirty="0" err="1">
                <a:latin typeface="Meiryo UI" panose="020B0604030504040204" pitchFamily="50" charset="-128"/>
                <a:ea typeface="Meiryo UI" panose="020B0604030504040204" pitchFamily="50" charset="-128"/>
              </a:rPr>
              <a:t>　状況</a:t>
            </a:r>
            <a:endParaRPr lang="ja-JP" altLang="en-US" sz="2700" dirty="0" err="1">
              <a:latin typeface="Meiryo UI" panose="020B0604030504040204" pitchFamily="50" charset="-128"/>
              <a:ea typeface="Meiryo UI" panose="020B0604030504040204" pitchFamily="50" charset="-128"/>
            </a:endParaRPr>
          </a:p>
        </p:txBody>
      </p:sp>
      <p:graphicFrame>
        <p:nvGraphicFramePr>
          <p:cNvPr id="2" name="表格 1"/>
          <p:cNvGraphicFramePr/>
          <p:nvPr>
            <p:custDataLst>
              <p:tags r:id="rId1"/>
            </p:custDataLst>
          </p:nvPr>
        </p:nvGraphicFramePr>
        <p:xfrm>
          <a:off x="458470" y="1527175"/>
          <a:ext cx="9805035" cy="4425315"/>
        </p:xfrm>
        <a:graphic>
          <a:graphicData uri="http://schemas.openxmlformats.org/drawingml/2006/table">
            <a:tbl>
              <a:tblPr firstRow="1" bandRow="1">
                <a:tableStyleId>{5C22544A-7EE6-4342-B048-85BDC9FD1C3A}</a:tableStyleId>
              </a:tblPr>
              <a:tblGrid>
                <a:gridCol w="5621020"/>
                <a:gridCol w="4184015"/>
              </a:tblGrid>
              <a:tr h="375285">
                <a:tc>
                  <a:txBody>
                    <a:bodyPr/>
                    <a:lstStyle/>
                    <a:p>
                      <a:pPr algn="l">
                        <a:buNone/>
                      </a:pPr>
                      <a:r>
                        <a:rPr lang="ja-JP" altLang="en-US" sz="1400">
                          <a:latin typeface="Meiryo UI" panose="020B0604030504040204" pitchFamily="50" charset="-128"/>
                          <a:ea typeface="Meiryo UI" panose="020B0604030504040204" pitchFamily="50" charset="-128"/>
                          <a:sym typeface="+mn-ea"/>
                        </a:rPr>
                        <a:t>仕様資料</a:t>
                      </a:r>
                      <a:endParaRPr lang="ja-JP" altLang="en-US" sz="1400">
                        <a:latin typeface="Meiryo UI" panose="020B0604030504040204" pitchFamily="50" charset="-128"/>
                        <a:ea typeface="Meiryo UI" panose="020B0604030504040204" pitchFamily="50" charset="-128"/>
                        <a:sym typeface="+mn-ea"/>
                      </a:endParaRPr>
                    </a:p>
                  </a:txBody>
                  <a:tcPr/>
                </a:tc>
                <a:tc>
                  <a:txBody>
                    <a:bodyPr/>
                    <a:lstStyle/>
                    <a:p>
                      <a:pPr algn="l">
                        <a:buClrTx/>
                        <a:buSzTx/>
                        <a:buFontTx/>
                        <a:buNone/>
                      </a:pPr>
                      <a:r>
                        <a:rPr lang="ja-JP" altLang="en-US" sz="1400">
                          <a:latin typeface="Meiryo UI" panose="020B0604030504040204" pitchFamily="50" charset="-128"/>
                          <a:ea typeface="Meiryo UI" panose="020B0604030504040204" pitchFamily="50" charset="-128"/>
                        </a:rPr>
                        <a:t>説明</a:t>
                      </a:r>
                      <a:endParaRPr lang="ja-JP" altLang="en-US" sz="1400">
                        <a:latin typeface="Meiryo UI" panose="020B0604030504040204" pitchFamily="50" charset="-128"/>
                        <a:ea typeface="Meiryo UI" panose="020B0604030504040204" pitchFamily="50" charset="-128"/>
                      </a:endParaRPr>
                    </a:p>
                  </a:txBody>
                  <a:tcPr/>
                </a:tc>
              </a:tr>
              <a:tr h="1188720">
                <a:tc>
                  <a:txBody>
                    <a:bodyPr/>
                    <a:lstStyle/>
                    <a:p>
                      <a:pPr algn="l">
                        <a:buNone/>
                      </a:pP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ユニット仕様書</a:t>
                      </a:r>
                      <a:endPar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・ユニット仕様書_TOP.xlsx</a:t>
                      </a:r>
                      <a:r>
                        <a:rPr lang="ja-JP"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提供されたことがある</a:t>
                      </a:r>
                      <a:r>
                        <a:rPr lang="ja-JP"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・ユニット仕様書_データの設定と取得.xlsx（提供されたことがある）</a:t>
                      </a:r>
                      <a:endPar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・ユニット仕様書_メンテナンス.xlsx（提供されたことがある）</a:t>
                      </a:r>
                      <a:endPar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None/>
                      </a:pPr>
                      <a:endPar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None/>
                      </a:pPr>
                      <a:endPar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rowSpan="7">
                  <a:txBody>
                    <a:bodyPr/>
                    <a:lstStyle/>
                    <a:p>
                      <a:pPr algn="l">
                        <a:buNone/>
                      </a:pP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仕様</a:t>
                      </a:r>
                      <a:r>
                        <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書</a:t>
                      </a:r>
                      <a:r>
                        <a:rPr lang="ja-JP"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は、</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Fix</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状態とするのでしょうか。</a:t>
                      </a:r>
                      <a:endPar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None/>
                      </a:pPr>
                      <a:endPar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r>
              <a:tr h="457200">
                <a:tc>
                  <a:txBody>
                    <a:bodyPr/>
                    <a:lstStyle/>
                    <a:p>
                      <a:pPr algn="l">
                        <a:buNone/>
                      </a:pPr>
                      <a:r>
                        <a:rPr lang="en-US" altLang="ja-JP" sz="1200" dirty="0">
                          <a:latin typeface="Meiryo UI" panose="020B0604030504040204" pitchFamily="50" charset="-128"/>
                          <a:ea typeface="Meiryo UI" panose="020B0604030504040204" pitchFamily="50" charset="-128"/>
                          <a:cs typeface="Meiryo UI" panose="020B0604030504040204" pitchFamily="50" charset="-128"/>
                        </a:rPr>
                        <a:t>SDK</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機能仕様</a:t>
                      </a:r>
                      <a:endParaRPr lang="ja-JP" altLang="en-US" sz="1200" dirty="0">
                        <a:latin typeface="Meiryo UI" panose="020B0604030504040204" pitchFamily="50" charset="-128"/>
                        <a:ea typeface="Meiryo UI" panose="020B0604030504040204" pitchFamily="50" charset="-128"/>
                        <a:cs typeface="Meiryo UI" panose="020B0604030504040204" pitchFamily="50" charset="-128"/>
                      </a:endParaRPr>
                    </a:p>
                    <a:p>
                      <a:pPr algn="l">
                        <a:buNone/>
                      </a:pPr>
                      <a:r>
                        <a:rPr lang="ja-JP" altLang="zh-CN" sz="1200" dirty="0">
                          <a:latin typeface="Meiryo UI" panose="020B0604030504040204" pitchFamily="50" charset="-128"/>
                          <a:ea typeface="Meiryo UI" panose="020B0604030504040204" pitchFamily="50" charset="-128"/>
                          <a:cs typeface="Meiryo UI" panose="020B0604030504040204" pitchFamily="50" charset="-128"/>
                        </a:rPr>
                        <a:t>・</a:t>
                      </a:r>
                      <a:r>
                        <a:rPr lang="zh-CN" altLang="en-US" sz="1200" dirty="0">
                          <a:latin typeface="Meiryo UI" panose="020B0604030504040204" pitchFamily="50" charset="-128"/>
                          <a:ea typeface="Meiryo UI" panose="020B0604030504040204" pitchFamily="50" charset="-128"/>
                          <a:cs typeface="Meiryo UI" panose="020B0604030504040204" pitchFamily="50" charset="-128"/>
                        </a:rPr>
                        <a:t>仕様変更管理書</a:t>
                      </a:r>
                      <a:r>
                        <a:rPr lang="en-US" altLang="zh-CN" sz="1200" dirty="0">
                          <a:latin typeface="Meiryo UI" panose="020B0604030504040204" pitchFamily="50" charset="-128"/>
                          <a:ea typeface="Meiryo UI" panose="020B0604030504040204" pitchFamily="50" charset="-128"/>
                          <a:cs typeface="Meiryo UI" panose="020B0604030504040204" pitchFamily="50" charset="-128"/>
                        </a:rPr>
                        <a:t>_SHIMANO CONNECT_ver.1.0.0.xlsx</a:t>
                      </a:r>
                      <a:r>
                        <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（提供されたことがある）</a:t>
                      </a:r>
                      <a:endParaRPr lang="ja-JP" altLang="en-US" sz="1200" dirty="0">
                        <a:latin typeface="Meiryo UI" panose="020B0604030504040204" pitchFamily="50" charset="-128"/>
                        <a:ea typeface="Meiryo UI" panose="020B0604030504040204" pitchFamily="50" charset="-128"/>
                        <a:cs typeface="Meiryo UI" panose="020B0604030504040204" pitchFamily="50" charset="-128"/>
                      </a:endParaRPr>
                    </a:p>
                  </a:txBody>
                  <a:tcPr anchor="ctr"/>
                </a:tc>
                <a:tc vMerge="1">
                  <a:tcPr anchor="ctr"/>
                </a:tc>
              </a:tr>
              <a:tr h="457200">
                <a:tc>
                  <a:txBody>
                    <a:bodyPr/>
                    <a:lstStyle/>
                    <a:p>
                      <a:pPr algn="l">
                        <a:buNone/>
                      </a:pP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・コマンド</a:t>
                      </a:r>
                      <a:r>
                        <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仕様書</a:t>
                      </a:r>
                      <a:r>
                        <a:rPr lang="en-US"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_DCC</a:t>
                      </a:r>
                      <a:r>
                        <a:rPr lang="ja-JP"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毎週金曜日更新する</a:t>
                      </a:r>
                      <a:r>
                        <a:rPr lang="ja-JP"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lang="ja-JP"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buNone/>
                      </a:pP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CSV</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ファイル</a:t>
                      </a:r>
                      <a:r>
                        <a:rPr lang="ja-JP"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提供されたことがある</a:t>
                      </a:r>
                      <a:r>
                        <a:rPr lang="ja-JP"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vMerge="1">
                  <a:tcPr anchor="ctr"/>
                </a:tc>
              </a:tr>
              <a:tr h="457200">
                <a:tc>
                  <a:txBody>
                    <a:bodyPr/>
                    <a:lstStyle/>
                    <a:p>
                      <a:pPr algn="l">
                        <a:buNone/>
                      </a:pP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・コマンド</a:t>
                      </a:r>
                      <a:r>
                        <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仕様書</a:t>
                      </a:r>
                      <a:r>
                        <a:rPr lang="en-US"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_SBI</a:t>
                      </a:r>
                      <a:r>
                        <a:rPr lang="ja-JP"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提供されたことがある</a:t>
                      </a:r>
                      <a:r>
                        <a:rPr lang="ja-JP"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ja-JP"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None/>
                      </a:pP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JsonTool</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で</a:t>
                      </a:r>
                      <a:r>
                        <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直接</a:t>
                      </a:r>
                      <a:r>
                        <a:rPr lang="en-US"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PDF </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ファイルを</a:t>
                      </a:r>
                      <a:r>
                        <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解析</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する</a:t>
                      </a:r>
                      <a:endPar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tc>
                <a:tc vMerge="1">
                  <a:tcPr anchor="ctr"/>
                </a:tc>
              </a:tr>
              <a:tr h="457200">
                <a:tc>
                  <a:txBody>
                    <a:bodyPr/>
                    <a:lstStyle/>
                    <a:p>
                      <a:pPr algn="l">
                        <a:buNone/>
                      </a:pP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・コマンド</a:t>
                      </a:r>
                      <a:r>
                        <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仕様書</a:t>
                      </a:r>
                      <a:r>
                        <a:rPr lang="en-US"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_PCE</a:t>
                      </a:r>
                      <a:r>
                        <a:rPr lang="ja-JP"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提供されたことがある</a:t>
                      </a:r>
                      <a:r>
                        <a:rPr lang="ja-JP"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p>
                      <a:pPr algn="l">
                        <a:buNone/>
                      </a:pP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CSV</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ファイル（弊社で作成する予定）</a:t>
                      </a:r>
                      <a:endPar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vMerge="1">
                  <a:tcPr anchor="ctr"/>
                </a:tc>
              </a:tr>
              <a:tr h="344170">
                <a:tc>
                  <a:txBody>
                    <a:bodyPr/>
                    <a:lstStyle/>
                    <a:p>
                      <a:pPr algn="l">
                        <a:buNone/>
                      </a:pPr>
                      <a:r>
                        <a:rPr lang="en-US"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FW UP sequence</a:t>
                      </a:r>
                      <a:r>
                        <a:rPr lang="ja-JP"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zh-CN"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提供されたことがある</a:t>
                      </a:r>
                      <a:r>
                        <a:rPr lang="ja-JP" altLang="zh-CN"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rPr>
                        <a:t>（更新があります）</a:t>
                      </a:r>
                      <a:endPar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vMerge="1">
                  <a:tcPr anchor="ctr"/>
                </a:tc>
              </a:tr>
              <a:tr h="344170">
                <a:tc>
                  <a:txBody>
                    <a:bodyPr/>
                    <a:lstStyle/>
                    <a:p>
                      <a:pPr algn="l">
                        <a:buNone/>
                      </a:pPr>
                      <a:r>
                        <a:rPr lang="ja-JP" altLang="zh-CN" sz="1200" dirty="0">
                          <a:latin typeface="Meiryo UI" panose="020B0604030504040204" pitchFamily="50" charset="-128"/>
                          <a:ea typeface="Meiryo UI" panose="020B0604030504040204" pitchFamily="50" charset="-128"/>
                          <a:cs typeface="Meiryo UI" panose="020B0604030504040204" pitchFamily="50" charset="-128"/>
                        </a:rPr>
                        <a:t>接続に関連する</a:t>
                      </a:r>
                      <a:r>
                        <a:rPr lang="en-US" altLang="zh-CN" sz="1200" dirty="0">
                          <a:latin typeface="Meiryo UI" panose="020B0604030504040204" pitchFamily="50" charset="-128"/>
                          <a:ea typeface="Meiryo UI" panose="020B0604030504040204" pitchFamily="50" charset="-128"/>
                          <a:cs typeface="Meiryo UI" panose="020B0604030504040204" pitchFamily="50" charset="-128"/>
                          <a:sym typeface="+mn-ea"/>
                        </a:rPr>
                        <a:t>sequence</a:t>
                      </a:r>
                      <a:r>
                        <a:rPr lang="ja-JP" altLang="en-US" sz="1200" dirty="0">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1200" dirty="0">
                          <a:latin typeface="Meiryo UI" panose="020B0604030504040204" pitchFamily="50" charset="-128"/>
                          <a:ea typeface="Meiryo UI" panose="020B0604030504040204" pitchFamily="50" charset="-128"/>
                          <a:cs typeface="Meiryo UI" panose="020B0604030504040204" pitchFamily="50" charset="-128"/>
                          <a:sym typeface="+mn-ea"/>
                        </a:rPr>
                        <a:t>8/3 </a:t>
                      </a:r>
                      <a:r>
                        <a:rPr lang="ja-JP" altLang="en-US" sz="1200" dirty="0">
                          <a:latin typeface="Meiryo UI" panose="020B0604030504040204" pitchFamily="50" charset="-128"/>
                          <a:ea typeface="Meiryo UI" panose="020B0604030504040204" pitchFamily="50" charset="-128"/>
                          <a:cs typeface="Meiryo UI" panose="020B0604030504040204" pitchFamily="50" charset="-128"/>
                          <a:sym typeface="+mn-ea"/>
                        </a:rPr>
                        <a:t>提出した）</a:t>
                      </a:r>
                      <a:endParaRPr lang="ja-JP" altLang="en-US" sz="1200" dirty="0">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tc>
                <a:tc vMerge="1">
                  <a:tcPr/>
                </a:tc>
              </a:tr>
              <a:tr h="344170">
                <a:tc>
                  <a:txBody>
                    <a:bodyPr/>
                    <a:lstStyle/>
                    <a:p>
                      <a:pPr algn="l">
                        <a:buNone/>
                      </a:pPr>
                      <a:r>
                        <a:rPr lang="ja-JP" altLang="zh-CN" sz="1200" strike="sngStrike" dirty="0">
                          <a:latin typeface="Meiryo UI" panose="020B0604030504040204" pitchFamily="50" charset="-128"/>
                          <a:ea typeface="Meiryo UI" panose="020B0604030504040204" pitchFamily="50" charset="-128"/>
                          <a:cs typeface="Meiryo UI" panose="020B0604030504040204" pitchFamily="50" charset="-128"/>
                        </a:rPr>
                        <a:t>Authに関連する</a:t>
                      </a:r>
                      <a:r>
                        <a:rPr lang="ja-JP" altLang="zh-CN" sz="1200" strike="sngStrike" dirty="0">
                          <a:latin typeface="Meiryo UI" panose="020B0604030504040204" pitchFamily="50" charset="-128"/>
                          <a:ea typeface="Meiryo UI" panose="020B0604030504040204" pitchFamily="50" charset="-128"/>
                          <a:cs typeface="Meiryo UI" panose="020B0604030504040204" pitchFamily="50" charset="-128"/>
                          <a:sym typeface="+mn-ea"/>
                        </a:rPr>
                        <a:t>sequence</a:t>
                      </a:r>
                      <a:r>
                        <a:rPr lang="ja-JP" altLang="en-US" sz="1200" strike="sngStrike" dirty="0">
                          <a:latin typeface="Meiryo UI" panose="020B0604030504040204" pitchFamily="50" charset="-128"/>
                          <a:ea typeface="Meiryo UI" panose="020B0604030504040204" pitchFamily="50" charset="-128"/>
                          <a:cs typeface="Meiryo UI" panose="020B0604030504040204" pitchFamily="50" charset="-128"/>
                          <a:sym typeface="+mn-ea"/>
                        </a:rPr>
                        <a:t>（</a:t>
                      </a:r>
                      <a:r>
                        <a:rPr lang="en-US" altLang="ja-JP" sz="1200" strike="sngStrike" dirty="0">
                          <a:latin typeface="Meiryo UI" panose="020B0604030504040204" pitchFamily="50" charset="-128"/>
                          <a:ea typeface="Meiryo UI" panose="020B0604030504040204" pitchFamily="50" charset="-128"/>
                          <a:cs typeface="Meiryo UI" panose="020B0604030504040204" pitchFamily="50" charset="-128"/>
                          <a:sym typeface="+mn-ea"/>
                        </a:rPr>
                        <a:t>7</a:t>
                      </a:r>
                      <a:r>
                        <a:rPr lang="ja-JP" altLang="en-US" sz="1200" strike="sngStrike" dirty="0">
                          <a:latin typeface="Meiryo UI" panose="020B0604030504040204" pitchFamily="50" charset="-128"/>
                          <a:ea typeface="Meiryo UI" panose="020B0604030504040204" pitchFamily="50" charset="-128"/>
                          <a:cs typeface="Meiryo UI" panose="020B0604030504040204" pitchFamily="50" charset="-128"/>
                          <a:sym typeface="+mn-ea"/>
                        </a:rPr>
                        <a:t>月末予定）</a:t>
                      </a:r>
                      <a:endParaRPr lang="ja-JP" altLang="zh-CN" sz="1200" strike="sngStrike" dirty="0">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algn="l">
                        <a:buNone/>
                      </a:pPr>
                      <a:r>
                        <a:rPr lang="en-US" altLang="ja-JP" sz="12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a:t>
                      </a:r>
                      <a:endParaRPr lang="en-US" altLang="ja-JP" sz="12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tc>
              </a:tr>
            </a:tbl>
          </a:graphicData>
        </a:graphic>
      </p:graphicFrame>
      <p:sp>
        <p:nvSpPr>
          <p:cNvPr id="6" name="文本框 5"/>
          <p:cNvSpPr txBox="1"/>
          <p:nvPr/>
        </p:nvSpPr>
        <p:spPr>
          <a:xfrm>
            <a:off x="356235" y="1073150"/>
            <a:ext cx="11196955" cy="368300"/>
          </a:xfrm>
          <a:prstGeom prst="rect">
            <a:avLst/>
          </a:prstGeom>
          <a:noFill/>
        </p:spPr>
        <p:txBody>
          <a:bodyPr wrap="square" rtlCol="0">
            <a:spAutoFit/>
          </a:bodyPr>
          <a:lstStyle/>
          <a:p>
            <a:r>
              <a:rPr lang="en-US" altLang="zh-CN"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ja-JP" altLang="es-ES" dirty="0">
                <a:solidFill>
                  <a:schemeClr val="tx1"/>
                </a:solidFill>
              </a:rPr>
              <a:t> 下記の仕様を迅速に修正できない場合、</a:t>
            </a:r>
            <a:r>
              <a:rPr lang="es-ES" altLang="ja-JP" dirty="0">
                <a:solidFill>
                  <a:schemeClr val="tx1"/>
                </a:solidFill>
              </a:rPr>
              <a:t>SDK</a:t>
            </a:r>
            <a:r>
              <a:rPr lang="ja-JP" altLang="es-ES" dirty="0">
                <a:solidFill>
                  <a:schemeClr val="tx1"/>
                </a:solidFill>
              </a:rPr>
              <a:t>の設計および開発に遅れが生じる可能性があります</a:t>
            </a:r>
            <a:endParaRPr lang="ja-JP" altLang="es-ES"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占位符 1"/>
          <p:cNvSpPr txBox="1"/>
          <p:nvPr/>
        </p:nvSpPr>
        <p:spPr>
          <a:xfrm>
            <a:off x="356011" y="414465"/>
            <a:ext cx="10210270" cy="572828"/>
          </a:xfrm>
          <a:prstGeom prst="rect">
            <a:avLst/>
          </a:prstGeom>
        </p:spPr>
        <p:txBody>
          <a:bodyPr>
            <a:normAutofit/>
          </a:bodyPr>
          <a:lstStyle>
            <a:lvl1pPr marL="0" indent="0" algn="l" defTabSz="914400" rtl="0" eaLnBrk="1" latinLnBrk="0" hangingPunct="1">
              <a:lnSpc>
                <a:spcPct val="100000"/>
              </a:lnSpc>
              <a:spcBef>
                <a:spcPts val="0"/>
              </a:spcBef>
              <a:buFont typeface="Arial" panose="020B0604020202020204" pitchFamily="34" charset="0"/>
              <a:buNone/>
              <a:defRPr sz="3200" b="1" kern="1200" baseline="0">
                <a:solidFill>
                  <a:srgbClr val="323232"/>
                </a:solidFill>
                <a:latin typeface="Verdana" panose="020B0604030504040204" charset="0"/>
                <a:ea typeface="Microsoft YaHei" panose="020B0503020204020204" pitchFamily="34" charset="-122"/>
                <a:cs typeface="Verdana" panose="020B060403050404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ja-JP" sz="2700" dirty="0" err="1">
                <a:latin typeface="Meiryo UI" panose="020B0604030504040204" pitchFamily="50" charset="-128"/>
                <a:ea typeface="Meiryo UI" panose="020B0604030504040204" pitchFamily="50" charset="-128"/>
              </a:rPr>
              <a:t>Q&amp;A </a:t>
            </a:r>
            <a:r>
              <a:rPr lang="ja-JP" altLang="en-US" sz="2700" dirty="0">
                <a:latin typeface="Meiryo UI" panose="020B0604030504040204" pitchFamily="50" charset="-128"/>
                <a:ea typeface="Meiryo UI" panose="020B0604030504040204" pitchFamily="50" charset="-128"/>
              </a:rPr>
              <a:t>状態</a:t>
            </a:r>
            <a:endParaRPr lang="ja-JP" altLang="en-US" sz="2700" dirty="0">
              <a:latin typeface="Meiryo UI" panose="020B0604030504040204" pitchFamily="50" charset="-128"/>
              <a:ea typeface="Meiryo UI" panose="020B0604030504040204" pitchFamily="50" charset="-128"/>
            </a:endParaRPr>
          </a:p>
        </p:txBody>
      </p:sp>
      <p:graphicFrame>
        <p:nvGraphicFramePr>
          <p:cNvPr id="2" name="表格 1"/>
          <p:cNvGraphicFramePr/>
          <p:nvPr>
            <p:custDataLst>
              <p:tags r:id="rId1"/>
            </p:custDataLst>
          </p:nvPr>
        </p:nvGraphicFramePr>
        <p:xfrm>
          <a:off x="393700" y="908050"/>
          <a:ext cx="11077575" cy="3395345"/>
        </p:xfrm>
        <a:graphic>
          <a:graphicData uri="http://schemas.openxmlformats.org/drawingml/2006/table">
            <a:tbl>
              <a:tblPr firstRow="1" bandRow="1">
                <a:tableStyleId>{5C22544A-7EE6-4342-B048-85BDC9FD1C3A}</a:tableStyleId>
              </a:tblPr>
              <a:tblGrid>
                <a:gridCol w="2034540"/>
                <a:gridCol w="710565"/>
                <a:gridCol w="8332470"/>
              </a:tblGrid>
              <a:tr h="423545">
                <a:tc>
                  <a:txBody>
                    <a:bodyPr/>
                    <a:lstStyle/>
                    <a:p>
                      <a:pPr algn="l">
                        <a:buNone/>
                      </a:pPr>
                      <a:r>
                        <a:rPr lang="en-US" altLang="ja-JP" sz="1400">
                          <a:latin typeface="Meiryo UI" panose="020B0604030504040204" pitchFamily="50" charset="-128"/>
                          <a:ea typeface="Meiryo UI" panose="020B0604030504040204" pitchFamily="50" charset="-128"/>
                          <a:sym typeface="+mn-ea"/>
                        </a:rPr>
                        <a:t>JIRA</a:t>
                      </a:r>
                      <a:endParaRPr lang="en-US" altLang="ja-JP" sz="1400">
                        <a:latin typeface="Meiryo UI" panose="020B0604030504040204" pitchFamily="50" charset="-128"/>
                        <a:ea typeface="Meiryo UI" panose="020B0604030504040204" pitchFamily="50" charset="-128"/>
                        <a:sym typeface="+mn-ea"/>
                      </a:endParaRPr>
                    </a:p>
                  </a:txBody>
                  <a:tcPr/>
                </a:tc>
                <a:tc>
                  <a:txBody>
                    <a:bodyPr/>
                    <a:lstStyle/>
                    <a:p>
                      <a:pPr algn="l">
                        <a:buClrTx/>
                        <a:buSzTx/>
                        <a:buFontTx/>
                        <a:buNone/>
                      </a:pPr>
                      <a:r>
                        <a:rPr lang="ja-JP" altLang="ja-JP" sz="1400">
                          <a:latin typeface="Meiryo UI" panose="020B0604030504040204" pitchFamily="50" charset="-128"/>
                          <a:ea typeface="Meiryo UI" panose="020B0604030504040204" pitchFamily="50" charset="-128"/>
                        </a:rPr>
                        <a:t>状態</a:t>
                      </a:r>
                      <a:endParaRPr lang="ja-JP" altLang="ja-JP" sz="1400">
                        <a:latin typeface="Meiryo UI" panose="020B0604030504040204" pitchFamily="50" charset="-128"/>
                        <a:ea typeface="Meiryo UI" panose="020B0604030504040204" pitchFamily="50" charset="-128"/>
                      </a:endParaRPr>
                    </a:p>
                  </a:txBody>
                  <a:tcPr/>
                </a:tc>
                <a:tc>
                  <a:txBody>
                    <a:bodyPr/>
                    <a:lstStyle/>
                    <a:p>
                      <a:pPr algn="l">
                        <a:buClrTx/>
                        <a:buSzTx/>
                        <a:buFontTx/>
                        <a:buNone/>
                      </a:pPr>
                      <a:r>
                        <a:rPr lang="ja-JP" altLang="en-US" sz="1400" dirty="0">
                          <a:latin typeface="Meiryo UI" panose="020B0604030504040204" pitchFamily="50" charset="-128"/>
                          <a:ea typeface="Meiryo UI" panose="020B0604030504040204" pitchFamily="50" charset="-128"/>
                        </a:rPr>
                        <a:t>説明</a:t>
                      </a:r>
                      <a:endParaRPr lang="ja-JP" altLang="en-US" sz="1400" dirty="0">
                        <a:latin typeface="Meiryo UI" panose="020B0604030504040204" pitchFamily="50" charset="-128"/>
                        <a:ea typeface="Meiryo UI" panose="020B0604030504040204" pitchFamily="50" charset="-128"/>
                      </a:endParaRPr>
                    </a:p>
                  </a:txBody>
                  <a:tcPr/>
                </a:tc>
              </a:tr>
              <a:tr h="192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kern="1200" dirty="0">
                          <a:solidFill>
                            <a:schemeClr val="dk1"/>
                          </a:solidFill>
                          <a:latin typeface="Meiryo UI" panose="020B0604030504040204" pitchFamily="50" charset="-128"/>
                          <a:ea typeface="Meiryo UI" panose="020B0604030504040204" pitchFamily="50" charset="-128"/>
                          <a:cs typeface="+mn-cs"/>
                        </a:rPr>
                        <a:t>ETUBEPROJECTSDK-1229</a:t>
                      </a:r>
                      <a:endParaRPr kumimoji="1" lang="en-US" altLang="zh-CN" sz="900" kern="1200" dirty="0">
                        <a:solidFill>
                          <a:schemeClr val="dk1"/>
                        </a:solidFill>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latin typeface="Meiryo UI" panose="020B0604030504040204" pitchFamily="50" charset="-128"/>
                          <a:ea typeface="Meiryo UI" panose="020B0604030504040204" pitchFamily="50" charset="-128"/>
                          <a:sym typeface="+mn-ea"/>
                        </a:rPr>
                        <a:t>OPEN</a:t>
                      </a:r>
                      <a:endParaRPr lang="en-US" altLang="ja-JP" sz="900" dirty="0">
                        <a:latin typeface="Meiryo UI" panose="020B0604030504040204" pitchFamily="50" charset="-128"/>
                        <a:ea typeface="Meiryo UI"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900" kern="1200" dirty="0">
                          <a:solidFill>
                            <a:srgbClr val="C00000"/>
                          </a:solidFill>
                          <a:latin typeface="Meiryo UI" panose="020B0604030504040204" pitchFamily="50" charset="-128"/>
                          <a:ea typeface="Meiryo UI" panose="020B0604030504040204" pitchFamily="50" charset="-128"/>
                          <a:cs typeface="+mn-cs"/>
                        </a:rPr>
                        <a:t>並列で </a:t>
                      </a:r>
                      <a:r>
                        <a:rPr kumimoji="1" lang="en-US" altLang="ja-JP" sz="900" kern="1200" dirty="0">
                          <a:solidFill>
                            <a:srgbClr val="C00000"/>
                          </a:solidFill>
                          <a:latin typeface="Meiryo UI" panose="020B0604030504040204" pitchFamily="50" charset="-128"/>
                          <a:ea typeface="Meiryo UI" panose="020B0604030504040204" pitchFamily="50" charset="-128"/>
                          <a:cs typeface="+mn-cs"/>
                        </a:rPr>
                        <a:t>CMD </a:t>
                      </a:r>
                      <a:r>
                        <a:rPr kumimoji="1" lang="ja-JP" altLang="en-US" sz="900" kern="1200" dirty="0">
                          <a:solidFill>
                            <a:srgbClr val="C00000"/>
                          </a:solidFill>
                          <a:latin typeface="Meiryo UI" panose="020B0604030504040204" pitchFamily="50" charset="-128"/>
                          <a:ea typeface="Meiryo UI" panose="020B0604030504040204" pitchFamily="50" charset="-128"/>
                          <a:cs typeface="+mn-cs"/>
                        </a:rPr>
                        <a:t>を送信した際に実機からごく一部の応答しか返ってこない問題について</a:t>
                      </a:r>
                      <a:endParaRPr kumimoji="1" lang="ja-JP" altLang="en-US" sz="900" kern="1200" dirty="0">
                        <a:solidFill>
                          <a:srgbClr val="C00000"/>
                        </a:solidFill>
                        <a:latin typeface="Meiryo UI" panose="020B0604030504040204" pitchFamily="50" charset="-128"/>
                        <a:ea typeface="Meiryo UI" panose="020B0604030504040204" pitchFamily="50" charset="-128"/>
                        <a:cs typeface="+mn-cs"/>
                      </a:endParaRPr>
                    </a:p>
                  </a:txBody>
                  <a:tcPr/>
                </a:tc>
              </a:tr>
              <a:tr h="192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kern="1200" dirty="0">
                          <a:solidFill>
                            <a:schemeClr val="dk1"/>
                          </a:solidFill>
                          <a:latin typeface="Meiryo UI" panose="020B0604030504040204" pitchFamily="50" charset="-128"/>
                          <a:ea typeface="Meiryo UI" panose="020B0604030504040204" pitchFamily="50" charset="-128"/>
                          <a:cs typeface="+mn-cs"/>
                        </a:rPr>
                        <a:t>SMN_00108-1296</a:t>
                      </a:r>
                      <a:endParaRPr kumimoji="1" lang="en-US" altLang="zh-CN" sz="900" kern="1200" dirty="0">
                        <a:solidFill>
                          <a:schemeClr val="dk1"/>
                        </a:solidFill>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latin typeface="Meiryo UI" panose="020B0604030504040204" pitchFamily="50" charset="-128"/>
                          <a:ea typeface="Meiryo UI" panose="020B0604030504040204" pitchFamily="50" charset="-128"/>
                          <a:sym typeface="+mn-ea"/>
                        </a:rPr>
                        <a:t>OPEN</a:t>
                      </a:r>
                      <a:endParaRPr lang="en-US" altLang="ja-JP" sz="900" dirty="0">
                        <a:latin typeface="Meiryo UI" panose="020B0604030504040204" pitchFamily="50" charset="-128"/>
                        <a:ea typeface="Meiryo UI"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900" kern="1200" dirty="0">
                          <a:solidFill>
                            <a:srgbClr val="C00000"/>
                          </a:solidFill>
                          <a:latin typeface="Meiryo UI" panose="020B0604030504040204" pitchFamily="50" charset="-128"/>
                          <a:ea typeface="Meiryo UI" panose="020B0604030504040204" pitchFamily="50" charset="-128"/>
                          <a:cs typeface="+mn-cs"/>
                        </a:rPr>
                        <a:t>「トークンの暗号化」について</a:t>
                      </a:r>
                      <a:endParaRPr kumimoji="1" lang="ja-JP" altLang="en-US" sz="900" kern="1200" dirty="0">
                        <a:solidFill>
                          <a:srgbClr val="C00000"/>
                        </a:solidFill>
                        <a:latin typeface="Meiryo UI" panose="020B0604030504040204" pitchFamily="50" charset="-128"/>
                        <a:ea typeface="Meiryo UI" panose="020B0604030504040204" pitchFamily="50" charset="-128"/>
                        <a:cs typeface="+mn-cs"/>
                      </a:endParaRPr>
                    </a:p>
                  </a:txBody>
                  <a:tcPr/>
                </a:tc>
              </a:tr>
              <a:tr h="192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kern="1200" dirty="0">
                          <a:solidFill>
                            <a:schemeClr val="dk1"/>
                          </a:solidFill>
                          <a:latin typeface="Meiryo UI" panose="020B0604030504040204" pitchFamily="50" charset="-128"/>
                          <a:ea typeface="Meiryo UI" panose="020B0604030504040204" pitchFamily="50" charset="-128"/>
                          <a:cs typeface="+mn-cs"/>
                        </a:rPr>
                        <a:t>SMN_00108-1431</a:t>
                      </a:r>
                      <a:endParaRPr kumimoji="1" lang="en-US" altLang="zh-CN" sz="900" kern="1200" dirty="0">
                        <a:solidFill>
                          <a:schemeClr val="dk1"/>
                        </a:solidFill>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latin typeface="Meiryo UI" panose="020B0604030504040204" pitchFamily="50" charset="-128"/>
                          <a:ea typeface="Meiryo UI" panose="020B0604030504040204" pitchFamily="50" charset="-128"/>
                          <a:sym typeface="+mn-ea"/>
                        </a:rPr>
                        <a:t>OPEN</a:t>
                      </a:r>
                      <a:endParaRPr lang="en-US" altLang="ja-JP" sz="900" dirty="0">
                        <a:latin typeface="Meiryo UI" panose="020B0604030504040204" pitchFamily="50" charset="-128"/>
                        <a:ea typeface="Meiryo UI"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900" kern="1200" dirty="0">
                          <a:solidFill>
                            <a:srgbClr val="C00000"/>
                          </a:solidFill>
                          <a:latin typeface="Meiryo UI" panose="020B0604030504040204" pitchFamily="50" charset="-128"/>
                          <a:ea typeface="Meiryo UI" panose="020B0604030504040204" pitchFamily="50" charset="-128"/>
                          <a:cs typeface="+mn-cs"/>
                        </a:rPr>
                        <a:t>「</a:t>
                      </a:r>
                      <a:r>
                        <a:rPr kumimoji="1" lang="en-US" altLang="ja-JP" sz="900" kern="1200" dirty="0" err="1">
                          <a:solidFill>
                            <a:srgbClr val="C00000"/>
                          </a:solidFill>
                          <a:latin typeface="Meiryo UI" panose="020B0604030504040204" pitchFamily="50" charset="-128"/>
                          <a:ea typeface="Meiryo UI" panose="020B0604030504040204" pitchFamily="50" charset="-128"/>
                          <a:cs typeface="+mn-cs"/>
                        </a:rPr>
                        <a:t>Oem</a:t>
                      </a:r>
                      <a:r>
                        <a:rPr kumimoji="1" lang="ja-JP" altLang="en-US" sz="900" kern="1200" dirty="0">
                          <a:solidFill>
                            <a:srgbClr val="C00000"/>
                          </a:solidFill>
                          <a:latin typeface="Meiryo UI" panose="020B0604030504040204" pitchFamily="50" charset="-128"/>
                          <a:ea typeface="Meiryo UI" panose="020B0604030504040204" pitchFamily="50" charset="-128"/>
                          <a:cs typeface="+mn-cs"/>
                        </a:rPr>
                        <a:t>の</a:t>
                      </a:r>
                      <a:r>
                        <a:rPr kumimoji="1" lang="en-US" altLang="ja-JP" sz="900" kern="1200" dirty="0" err="1">
                          <a:solidFill>
                            <a:srgbClr val="C00000"/>
                          </a:solidFill>
                          <a:latin typeface="Meiryo UI" panose="020B0604030504040204" pitchFamily="50" charset="-128"/>
                          <a:ea typeface="Meiryo UI" panose="020B0604030504040204" pitchFamily="50" charset="-128"/>
                          <a:cs typeface="+mn-cs"/>
                        </a:rPr>
                        <a:t>getUserInfo</a:t>
                      </a:r>
                      <a:r>
                        <a:rPr kumimoji="1" lang="ja-JP" altLang="en-US" sz="900" kern="1200" dirty="0">
                          <a:solidFill>
                            <a:srgbClr val="C00000"/>
                          </a:solidFill>
                          <a:latin typeface="Meiryo UI" panose="020B0604030504040204" pitchFamily="50" charset="-128"/>
                          <a:ea typeface="Meiryo UI" panose="020B0604030504040204" pitchFamily="50" charset="-128"/>
                          <a:cs typeface="+mn-cs"/>
                        </a:rPr>
                        <a:t>」について</a:t>
                      </a:r>
                      <a:endParaRPr kumimoji="1" lang="ja-JP" altLang="en-US" sz="900" kern="1200" dirty="0">
                        <a:solidFill>
                          <a:srgbClr val="C00000"/>
                        </a:solidFill>
                        <a:latin typeface="Meiryo UI" panose="020B0604030504040204" pitchFamily="50" charset="-128"/>
                        <a:ea typeface="Meiryo UI" panose="020B0604030504040204" pitchFamily="50" charset="-128"/>
                        <a:cs typeface="+mn-cs"/>
                      </a:endParaRPr>
                    </a:p>
                  </a:txBody>
                  <a:tcPr/>
                </a:tc>
              </a:tr>
              <a:tr h="192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kern="1200" dirty="0">
                          <a:solidFill>
                            <a:schemeClr val="dk1"/>
                          </a:solidFill>
                          <a:latin typeface="Meiryo UI" panose="020B0604030504040204" pitchFamily="50" charset="-128"/>
                          <a:ea typeface="Meiryo UI" panose="020B0604030504040204" pitchFamily="50" charset="-128"/>
                          <a:cs typeface="+mn-cs"/>
                        </a:rPr>
                        <a:t>SMN_00108-771</a:t>
                      </a:r>
                      <a:endParaRPr kumimoji="1" lang="en-US" altLang="zh-CN" sz="900" kern="1200" dirty="0">
                        <a:solidFill>
                          <a:schemeClr val="dk1"/>
                        </a:solidFill>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latin typeface="Meiryo UI" panose="020B0604030504040204" pitchFamily="50" charset="-128"/>
                          <a:ea typeface="Meiryo UI" panose="020B0604030504040204" pitchFamily="50" charset="-128"/>
                          <a:sym typeface="+mn-ea"/>
                        </a:rPr>
                        <a:t>OPEN</a:t>
                      </a:r>
                      <a:endParaRPr lang="ja-JP" altLang="en-US" sz="900" dirty="0">
                        <a:latin typeface="Meiryo UI" panose="020B0604030504040204" pitchFamily="50" charset="-128"/>
                        <a:ea typeface="Meiryo UI"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kern="1200" dirty="0" err="1">
                          <a:solidFill>
                            <a:srgbClr val="C00000"/>
                          </a:solidFill>
                          <a:latin typeface="Meiryo UI" panose="020B0604030504040204" pitchFamily="50" charset="-128"/>
                          <a:ea typeface="Meiryo UI" panose="020B0604030504040204" pitchFamily="50" charset="-128"/>
                          <a:cs typeface="+mn-cs"/>
                        </a:rPr>
                        <a:t>Q&amp;A45「トークンrefreshメカニズム」について</a:t>
                      </a:r>
                      <a:endParaRPr kumimoji="1" lang="en-US" altLang="ja-JP" sz="900" kern="1200" dirty="0" err="1">
                        <a:solidFill>
                          <a:srgbClr val="C00000"/>
                        </a:solidFill>
                        <a:latin typeface="Meiryo UI" panose="020B0604030504040204" pitchFamily="50" charset="-128"/>
                        <a:ea typeface="Meiryo UI" panose="020B0604030504040204" pitchFamily="50" charset="-128"/>
                        <a:cs typeface="+mn-cs"/>
                      </a:endParaRPr>
                    </a:p>
                  </a:txBody>
                  <a:tcPr/>
                </a:tc>
              </a:tr>
              <a:tr h="192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kern="1200" dirty="0">
                          <a:solidFill>
                            <a:schemeClr val="dk1"/>
                          </a:solidFill>
                          <a:latin typeface="Meiryo UI" panose="020B0604030504040204" pitchFamily="50" charset="-128"/>
                          <a:ea typeface="Meiryo UI" panose="020B0604030504040204" pitchFamily="50" charset="-128"/>
                          <a:cs typeface="+mn-cs"/>
                        </a:rPr>
                        <a:t>SMN_00108-1311</a:t>
                      </a:r>
                      <a:endParaRPr kumimoji="1" lang="en-US" altLang="zh-CN" sz="900" kern="1200" dirty="0">
                        <a:solidFill>
                          <a:schemeClr val="dk1"/>
                        </a:solidFill>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latin typeface="Meiryo UI" panose="020B0604030504040204" pitchFamily="50" charset="-128"/>
                          <a:ea typeface="Meiryo UI" panose="020B0604030504040204" pitchFamily="50" charset="-128"/>
                        </a:rPr>
                        <a:t>OPEN</a:t>
                      </a:r>
                      <a:endParaRPr lang="en-US" altLang="ja-JP" sz="900" dirty="0">
                        <a:latin typeface="Meiryo UI" panose="020B0604030504040204" pitchFamily="50" charset="-128"/>
                        <a:ea typeface="Meiryo UI"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900" kern="1200" dirty="0">
                          <a:solidFill>
                            <a:srgbClr val="C00000"/>
                          </a:solidFill>
                          <a:latin typeface="Meiryo UI" panose="020B0604030504040204" pitchFamily="50" charset="-128"/>
                          <a:ea typeface="Meiryo UI" panose="020B0604030504040204" pitchFamily="50" charset="-128"/>
                          <a:cs typeface="+mn-cs"/>
                        </a:rPr>
                        <a:t>Q&amp;A75「UserEndpoint から返却される情報」について</a:t>
                      </a:r>
                      <a:endParaRPr kumimoji="1" lang="ja-JP" altLang="en-US" sz="900" kern="1200" dirty="0">
                        <a:solidFill>
                          <a:srgbClr val="C00000"/>
                        </a:solidFill>
                        <a:latin typeface="Meiryo UI" panose="020B0604030504040204" pitchFamily="50" charset="-128"/>
                        <a:ea typeface="Meiryo UI" panose="020B0604030504040204" pitchFamily="50" charset="-128"/>
                        <a:cs typeface="+mn-cs"/>
                      </a:endParaRPr>
                    </a:p>
                  </a:txBody>
                  <a:tcPr/>
                </a:tc>
              </a:tr>
              <a:tr h="192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kern="1200" dirty="0">
                          <a:solidFill>
                            <a:schemeClr val="dk1"/>
                          </a:solidFill>
                          <a:latin typeface="Meiryo UI" panose="020B0604030504040204" pitchFamily="50" charset="-128"/>
                          <a:ea typeface="Meiryo UI" panose="020B0604030504040204" pitchFamily="50" charset="-128"/>
                          <a:cs typeface="+mn-cs"/>
                        </a:rPr>
                        <a:t>SMN_00108-1580</a:t>
                      </a:r>
                      <a:endParaRPr kumimoji="1" lang="en-US" altLang="zh-CN" sz="900" kern="1200" dirty="0">
                        <a:solidFill>
                          <a:schemeClr val="dk1"/>
                        </a:solidFill>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latin typeface="Meiryo UI" panose="020B0604030504040204" pitchFamily="50" charset="-128"/>
                          <a:ea typeface="Meiryo UI" panose="020B0604030504040204" pitchFamily="50" charset="-128"/>
                        </a:rPr>
                        <a:t>OPEN</a:t>
                      </a:r>
                      <a:endParaRPr lang="en-US" altLang="ja-JP" sz="900" dirty="0">
                        <a:latin typeface="Meiryo UI" panose="020B0604030504040204" pitchFamily="50" charset="-128"/>
                        <a:ea typeface="Meiryo UI"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kern="1200" dirty="0">
                          <a:solidFill>
                            <a:srgbClr val="C00000"/>
                          </a:solidFill>
                          <a:latin typeface="Meiryo UI" panose="020B0604030504040204" pitchFamily="50" charset="-128"/>
                          <a:ea typeface="Meiryo UI" panose="020B0604030504040204" pitchFamily="50" charset="-128"/>
                          <a:cs typeface="+mn-cs"/>
                        </a:rPr>
                        <a:t>Q&amp;A93 </a:t>
                      </a:r>
                      <a:r>
                        <a:rPr kumimoji="1" lang="ja-JP" altLang="en-US" sz="900" kern="1200" dirty="0">
                          <a:solidFill>
                            <a:srgbClr val="C00000"/>
                          </a:solidFill>
                          <a:latin typeface="Meiryo UI" panose="020B0604030504040204" pitchFamily="50" charset="-128"/>
                          <a:ea typeface="Meiryo UI" panose="020B0604030504040204" pitchFamily="50" charset="-128"/>
                          <a:cs typeface="+mn-cs"/>
                        </a:rPr>
                        <a:t>アップデート実行時のパラメータについて</a:t>
                      </a:r>
                      <a:endParaRPr kumimoji="1" lang="ja-JP" altLang="en-US" sz="900" kern="1200" dirty="0">
                        <a:solidFill>
                          <a:srgbClr val="C00000"/>
                        </a:solidFill>
                        <a:latin typeface="Meiryo UI" panose="020B0604030504040204" pitchFamily="50" charset="-128"/>
                        <a:ea typeface="Meiryo UI" panose="020B0604030504040204" pitchFamily="50" charset="-128"/>
                        <a:cs typeface="+mn-cs"/>
                      </a:endParaRPr>
                    </a:p>
                  </a:txBody>
                  <a:tcPr/>
                </a:tc>
              </a:tr>
              <a:tr h="192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kern="1200" dirty="0">
                          <a:solidFill>
                            <a:schemeClr val="dk1"/>
                          </a:solidFill>
                          <a:latin typeface="Meiryo UI" panose="020B0604030504040204" pitchFamily="50" charset="-128"/>
                          <a:ea typeface="Meiryo UI" panose="020B0604030504040204" pitchFamily="50" charset="-128"/>
                          <a:cs typeface="+mn-cs"/>
                        </a:rPr>
                        <a:t>SMN_00108-1745</a:t>
                      </a:r>
                      <a:endParaRPr kumimoji="1" lang="en-US" altLang="zh-CN" sz="900" kern="1200" dirty="0">
                        <a:solidFill>
                          <a:schemeClr val="dk1"/>
                        </a:solidFill>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latin typeface="Meiryo UI" panose="020B0604030504040204" pitchFamily="50" charset="-128"/>
                          <a:ea typeface="Meiryo UI" panose="020B0604030504040204" pitchFamily="50" charset="-128"/>
                          <a:sym typeface="+mn-ea"/>
                        </a:rPr>
                        <a:t>OPEN</a:t>
                      </a:r>
                      <a:endParaRPr lang="en-US" altLang="ja-JP" sz="900" dirty="0">
                        <a:latin typeface="Meiryo UI" panose="020B0604030504040204" pitchFamily="50" charset="-128"/>
                        <a:ea typeface="Meiryo UI"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kern="1200" dirty="0">
                          <a:solidFill>
                            <a:srgbClr val="C00000"/>
                          </a:solidFill>
                          <a:latin typeface="Meiryo UI" panose="020B0604030504040204" pitchFamily="50" charset="-128"/>
                          <a:ea typeface="Meiryo UI" panose="020B0604030504040204" pitchFamily="50" charset="-128"/>
                          <a:cs typeface="+mn-cs"/>
                        </a:rPr>
                        <a:t>Q&amp;A101</a:t>
                      </a:r>
                      <a:r>
                        <a:rPr kumimoji="1" lang="ja-JP" altLang="en-US" sz="900" kern="1200" dirty="0">
                          <a:solidFill>
                            <a:srgbClr val="C00000"/>
                          </a:solidFill>
                          <a:latin typeface="Meiryo UI" panose="020B0604030504040204" pitchFamily="50" charset="-128"/>
                          <a:ea typeface="Meiryo UI" panose="020B0604030504040204" pitchFamily="50" charset="-128"/>
                          <a:cs typeface="+mn-cs"/>
                        </a:rPr>
                        <a:t>「走行データ」について</a:t>
                      </a:r>
                      <a:endParaRPr kumimoji="1" lang="ja-JP" altLang="en-US" sz="900" kern="1200" dirty="0">
                        <a:solidFill>
                          <a:srgbClr val="C00000"/>
                        </a:solidFill>
                        <a:latin typeface="Meiryo UI" panose="020B0604030504040204" pitchFamily="50" charset="-128"/>
                        <a:ea typeface="Meiryo UI" panose="020B0604030504040204" pitchFamily="50" charset="-128"/>
                        <a:cs typeface="+mn-cs"/>
                      </a:endParaRPr>
                    </a:p>
                  </a:txBody>
                  <a:tcPr/>
                </a:tc>
              </a:tr>
              <a:tr h="192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kern="1200" dirty="0">
                          <a:solidFill>
                            <a:schemeClr val="dk1"/>
                          </a:solidFill>
                          <a:latin typeface="Meiryo UI" panose="020B0604030504040204" pitchFamily="50" charset="-128"/>
                          <a:ea typeface="Meiryo UI" panose="020B0604030504040204" pitchFamily="50" charset="-128"/>
                          <a:cs typeface="+mn-cs"/>
                        </a:rPr>
                        <a:t>SMN_00108-1767</a:t>
                      </a:r>
                      <a:endParaRPr kumimoji="1" lang="en-US" altLang="zh-CN" sz="900" kern="1200" dirty="0">
                        <a:solidFill>
                          <a:schemeClr val="dk1"/>
                        </a:solidFill>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latin typeface="Meiryo UI" panose="020B0604030504040204" pitchFamily="50" charset="-128"/>
                          <a:ea typeface="Meiryo UI" panose="020B0604030504040204" pitchFamily="50" charset="-128"/>
                          <a:sym typeface="+mn-ea"/>
                        </a:rPr>
                        <a:t>OPEN</a:t>
                      </a:r>
                      <a:endParaRPr lang="en-US" altLang="ja-JP" sz="900" dirty="0">
                        <a:latin typeface="Meiryo UI" panose="020B0604030504040204" pitchFamily="50" charset="-128"/>
                        <a:ea typeface="Meiryo UI"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kern="1200" dirty="0">
                          <a:solidFill>
                            <a:srgbClr val="C00000"/>
                          </a:solidFill>
                          <a:latin typeface="Meiryo UI" panose="020B0604030504040204" pitchFamily="50" charset="-128"/>
                          <a:ea typeface="Meiryo UI" panose="020B0604030504040204" pitchFamily="50" charset="-128"/>
                          <a:cs typeface="+mn-cs"/>
                        </a:rPr>
                        <a:t>ID Portal</a:t>
                      </a:r>
                      <a:r>
                        <a:rPr kumimoji="1" lang="ja-JP" altLang="en-US" sz="900" kern="1200" dirty="0">
                          <a:solidFill>
                            <a:srgbClr val="C00000"/>
                          </a:solidFill>
                          <a:latin typeface="Meiryo UI" panose="020B0604030504040204" pitchFamily="50" charset="-128"/>
                          <a:ea typeface="Meiryo UI" panose="020B0604030504040204" pitchFamily="50" charset="-128"/>
                          <a:cs typeface="+mn-cs"/>
                        </a:rPr>
                        <a:t>のスケジュールによる取り込み試験対策</a:t>
                      </a:r>
                      <a:endParaRPr kumimoji="1" lang="ja-JP" altLang="en-US" sz="900" kern="1200" dirty="0">
                        <a:solidFill>
                          <a:srgbClr val="C00000"/>
                        </a:solidFill>
                        <a:latin typeface="Meiryo UI" panose="020B0604030504040204" pitchFamily="50" charset="-128"/>
                        <a:ea typeface="Meiryo UI" panose="020B0604030504040204" pitchFamily="50" charset="-128"/>
                        <a:cs typeface="+mn-cs"/>
                      </a:endParaRPr>
                    </a:p>
                  </a:txBody>
                  <a:tcPr/>
                </a:tc>
              </a:tr>
              <a:tr h="192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kern="1200" dirty="0">
                          <a:solidFill>
                            <a:schemeClr val="dk1"/>
                          </a:solidFill>
                          <a:latin typeface="Meiryo UI" panose="020B0604030504040204" pitchFamily="50" charset="-128"/>
                          <a:ea typeface="Meiryo UI" panose="020B0604030504040204" pitchFamily="50" charset="-128"/>
                          <a:cs typeface="+mn-cs"/>
                        </a:rPr>
                        <a:t>ETUBEPROJECTSDK-1761</a:t>
                      </a:r>
                      <a:endParaRPr kumimoji="1" lang="en-US" altLang="zh-CN" sz="900" kern="1200" dirty="0">
                        <a:solidFill>
                          <a:schemeClr val="dk1"/>
                        </a:solidFill>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latin typeface="Meiryo UI" panose="020B0604030504040204" pitchFamily="50" charset="-128"/>
                          <a:ea typeface="Meiryo UI" panose="020B0604030504040204" pitchFamily="50" charset="-128"/>
                          <a:sym typeface="+mn-ea"/>
                        </a:rPr>
                        <a:t>OPEN</a:t>
                      </a:r>
                      <a:endParaRPr lang="en-US" altLang="ja-JP" sz="900" dirty="0">
                        <a:latin typeface="Meiryo UI" panose="020B0604030504040204" pitchFamily="50" charset="-128"/>
                        <a:ea typeface="Meiryo UI"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kern="1200" dirty="0" err="1">
                          <a:solidFill>
                            <a:srgbClr val="C00000"/>
                          </a:solidFill>
                          <a:latin typeface="Meiryo UI" panose="020B0604030504040204" pitchFamily="50" charset="-128"/>
                          <a:ea typeface="Meiryo UI" panose="020B0604030504040204" pitchFamily="50" charset="-128"/>
                          <a:cs typeface="+mn-cs"/>
                        </a:rPr>
                        <a:t>getReports</a:t>
                      </a:r>
                      <a:r>
                        <a:rPr kumimoji="1" lang="en-US" altLang="ja-JP" sz="900" kern="1200" dirty="0">
                          <a:solidFill>
                            <a:srgbClr val="C00000"/>
                          </a:solidFill>
                          <a:latin typeface="Meiryo UI" panose="020B0604030504040204" pitchFamily="50" charset="-128"/>
                          <a:ea typeface="Meiryo UI" panose="020B0604030504040204" pitchFamily="50" charset="-128"/>
                          <a:cs typeface="+mn-cs"/>
                        </a:rPr>
                        <a:t> </a:t>
                      </a:r>
                      <a:r>
                        <a:rPr kumimoji="1" lang="ja-JP" altLang="en-US" sz="900" kern="1200" dirty="0">
                          <a:solidFill>
                            <a:srgbClr val="C00000"/>
                          </a:solidFill>
                          <a:latin typeface="Meiryo UI" panose="020B0604030504040204" pitchFamily="50" charset="-128"/>
                          <a:ea typeface="Meiryo UI" panose="020B0604030504040204" pitchFamily="50" charset="-128"/>
                          <a:cs typeface="+mn-cs"/>
                        </a:rPr>
                        <a:t>インターフェースの最大同時接続数について</a:t>
                      </a:r>
                      <a:endParaRPr kumimoji="1" lang="ja-JP" altLang="en-US" sz="900" kern="1200" dirty="0">
                        <a:solidFill>
                          <a:srgbClr val="C00000"/>
                        </a:solidFill>
                        <a:latin typeface="Meiryo UI" panose="020B0604030504040204" pitchFamily="50" charset="-128"/>
                        <a:ea typeface="Meiryo UI" panose="020B0604030504040204" pitchFamily="50" charset="-128"/>
                        <a:cs typeface="+mn-cs"/>
                      </a:endParaRPr>
                    </a:p>
                  </a:txBody>
                  <a:tcPr/>
                </a:tc>
              </a:tr>
              <a:tr h="192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kern="1200" dirty="0">
                          <a:solidFill>
                            <a:schemeClr val="dk1"/>
                          </a:solidFill>
                          <a:latin typeface="Meiryo UI" panose="020B0604030504040204" pitchFamily="50" charset="-128"/>
                          <a:ea typeface="Meiryo UI" panose="020B0604030504040204" pitchFamily="50" charset="-128"/>
                          <a:cs typeface="+mn-cs"/>
                        </a:rPr>
                        <a:t>ETUBEPROJECTSDK-1779</a:t>
                      </a:r>
                      <a:endParaRPr kumimoji="1" lang="en-US" altLang="zh-CN" sz="900" kern="1200" dirty="0">
                        <a:solidFill>
                          <a:schemeClr val="dk1"/>
                        </a:solidFill>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latin typeface="Meiryo UI" panose="020B0604030504040204" pitchFamily="50" charset="-128"/>
                          <a:ea typeface="Meiryo UI" panose="020B0604030504040204" pitchFamily="50" charset="-128"/>
                          <a:sym typeface="+mn-ea"/>
                        </a:rPr>
                        <a:t>OPEN</a:t>
                      </a:r>
                      <a:endParaRPr lang="en-US" altLang="ja-JP" sz="900" dirty="0">
                        <a:latin typeface="Meiryo UI" panose="020B0604030504040204" pitchFamily="50" charset="-128"/>
                        <a:ea typeface="Meiryo UI"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900" kern="1200" dirty="0">
                          <a:solidFill>
                            <a:srgbClr val="C00000"/>
                          </a:solidFill>
                          <a:latin typeface="Meiryo UI" panose="020B0604030504040204" pitchFamily="50" charset="-128"/>
                          <a:ea typeface="Meiryo UI" panose="020B0604030504040204" pitchFamily="50" charset="-128"/>
                          <a:cs typeface="+mn-cs"/>
                        </a:rPr>
                        <a:t>バッテリー残量情報アップロード用 </a:t>
                      </a:r>
                      <a:r>
                        <a:rPr kumimoji="1" lang="en-US" altLang="ja-JP" sz="900" kern="1200" dirty="0" err="1">
                          <a:solidFill>
                            <a:srgbClr val="C00000"/>
                          </a:solidFill>
                          <a:latin typeface="Meiryo UI" panose="020B0604030504040204" pitchFamily="50" charset="-128"/>
                          <a:ea typeface="Meiryo UI" panose="020B0604030504040204" pitchFamily="50" charset="-128"/>
                          <a:cs typeface="+mn-cs"/>
                        </a:rPr>
                        <a:t>DBApi</a:t>
                      </a:r>
                      <a:endParaRPr kumimoji="1" lang="en-US" altLang="ja-JP" sz="900" kern="1200" dirty="0">
                        <a:solidFill>
                          <a:srgbClr val="C00000"/>
                        </a:solidFill>
                        <a:latin typeface="Meiryo UI" panose="020B0604030504040204" pitchFamily="50" charset="-128"/>
                        <a:ea typeface="Meiryo UI" panose="020B0604030504040204" pitchFamily="50" charset="-128"/>
                        <a:cs typeface="+mn-cs"/>
                      </a:endParaRPr>
                    </a:p>
                  </a:txBody>
                  <a:tcPr/>
                </a:tc>
              </a:tr>
              <a:tr h="192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kern="1200" dirty="0">
                          <a:solidFill>
                            <a:schemeClr val="dk1"/>
                          </a:solidFill>
                          <a:latin typeface="Meiryo UI" panose="020B0604030504040204" pitchFamily="50" charset="-128"/>
                          <a:ea typeface="Meiryo UI" panose="020B0604030504040204" pitchFamily="50" charset="-128"/>
                          <a:cs typeface="+mn-cs"/>
                        </a:rPr>
                        <a:t>ETUBEPROJECTSDK-1781</a:t>
                      </a:r>
                      <a:endParaRPr kumimoji="1" lang="en-US" altLang="zh-CN" sz="900" kern="1200" dirty="0">
                        <a:solidFill>
                          <a:schemeClr val="dk1"/>
                        </a:solidFill>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latin typeface="Meiryo UI" panose="020B0604030504040204" pitchFamily="50" charset="-128"/>
                          <a:ea typeface="Meiryo UI" panose="020B0604030504040204" pitchFamily="50" charset="-128"/>
                          <a:sym typeface="+mn-ea"/>
                        </a:rPr>
                        <a:t>OPEN</a:t>
                      </a:r>
                      <a:endParaRPr lang="en-US" altLang="ja-JP" sz="900" dirty="0">
                        <a:latin typeface="Meiryo UI" panose="020B0604030504040204" pitchFamily="50" charset="-128"/>
                        <a:ea typeface="Meiryo UI"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kern="1200" dirty="0" err="1">
                          <a:solidFill>
                            <a:srgbClr val="C00000"/>
                          </a:solidFill>
                          <a:latin typeface="Meiryo UI" panose="020B0604030504040204" pitchFamily="50" charset="-128"/>
                          <a:ea typeface="Meiryo UI" panose="020B0604030504040204" pitchFamily="50" charset="-128"/>
                          <a:cs typeface="+mn-cs"/>
                        </a:rPr>
                        <a:t>sendFeedback</a:t>
                      </a:r>
                      <a:r>
                        <a:rPr kumimoji="1" lang="en-US" altLang="ja-JP" sz="900" kern="1200" dirty="0">
                          <a:solidFill>
                            <a:srgbClr val="C00000"/>
                          </a:solidFill>
                          <a:latin typeface="Meiryo UI" panose="020B0604030504040204" pitchFamily="50" charset="-128"/>
                          <a:ea typeface="Meiryo UI" panose="020B0604030504040204" pitchFamily="50" charset="-128"/>
                          <a:cs typeface="+mn-cs"/>
                        </a:rPr>
                        <a:t> </a:t>
                      </a:r>
                      <a:r>
                        <a:rPr kumimoji="1" lang="ja-JP" altLang="en-US" sz="900" kern="1200" dirty="0">
                          <a:solidFill>
                            <a:srgbClr val="C00000"/>
                          </a:solidFill>
                          <a:latin typeface="Meiryo UI" panose="020B0604030504040204" pitchFamily="50" charset="-128"/>
                          <a:ea typeface="Meiryo UI" panose="020B0604030504040204" pitchFamily="50" charset="-128"/>
                          <a:cs typeface="+mn-cs"/>
                        </a:rPr>
                        <a:t>実行時エラーについて</a:t>
                      </a:r>
                      <a:endParaRPr kumimoji="1" lang="ja-JP" altLang="en-US" sz="900" kern="1200" dirty="0">
                        <a:solidFill>
                          <a:srgbClr val="C00000"/>
                        </a:solidFill>
                        <a:latin typeface="Meiryo UI" panose="020B0604030504040204" pitchFamily="50" charset="-128"/>
                        <a:ea typeface="Meiryo UI" panose="020B0604030504040204" pitchFamily="50" charset="-128"/>
                        <a:cs typeface="+mn-cs"/>
                      </a:endParaRPr>
                    </a:p>
                  </a:txBody>
                  <a:tcPr/>
                </a:tc>
              </a:tr>
              <a:tr h="192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kern="1200" dirty="0">
                          <a:solidFill>
                            <a:schemeClr val="dk1"/>
                          </a:solidFill>
                          <a:latin typeface="Meiryo UI" panose="020B0604030504040204" pitchFamily="50" charset="-128"/>
                          <a:ea typeface="Meiryo UI" panose="020B0604030504040204" pitchFamily="50" charset="-128"/>
                          <a:cs typeface="+mn-cs"/>
                        </a:rPr>
                        <a:t>ETUBEPROJECTSDK-1790</a:t>
                      </a:r>
                      <a:endParaRPr kumimoji="1" lang="en-US" altLang="zh-CN" sz="900" kern="1200" dirty="0">
                        <a:solidFill>
                          <a:schemeClr val="dk1"/>
                        </a:solidFill>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latin typeface="Meiryo UI" panose="020B0604030504040204" pitchFamily="50" charset="-128"/>
                          <a:ea typeface="Meiryo UI" panose="020B0604030504040204" pitchFamily="50" charset="-128"/>
                          <a:sym typeface="+mn-ea"/>
                        </a:rPr>
                        <a:t>OPEN</a:t>
                      </a:r>
                      <a:endParaRPr lang="en-US" altLang="ja-JP" sz="900" dirty="0">
                        <a:latin typeface="Meiryo UI" panose="020B0604030504040204" pitchFamily="50" charset="-128"/>
                        <a:ea typeface="Meiryo UI"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kern="1200" dirty="0">
                          <a:solidFill>
                            <a:srgbClr val="C00000"/>
                          </a:solidFill>
                          <a:latin typeface="Meiryo UI" panose="020B0604030504040204" pitchFamily="50" charset="-128"/>
                          <a:ea typeface="Meiryo UI" panose="020B0604030504040204" pitchFamily="50" charset="-128"/>
                          <a:cs typeface="+mn-cs"/>
                        </a:rPr>
                        <a:t>Lab </a:t>
                      </a:r>
                      <a:r>
                        <a:rPr kumimoji="1" lang="ja-JP" altLang="en-US" sz="900" kern="1200" dirty="0">
                          <a:solidFill>
                            <a:srgbClr val="C00000"/>
                          </a:solidFill>
                          <a:latin typeface="Meiryo UI" panose="020B0604030504040204" pitchFamily="50" charset="-128"/>
                          <a:ea typeface="Meiryo UI" panose="020B0604030504040204" pitchFamily="50" charset="-128"/>
                          <a:cs typeface="+mn-cs"/>
                        </a:rPr>
                        <a:t>へアップロードした </a:t>
                      </a:r>
                      <a:r>
                        <a:rPr kumimoji="1" lang="en-US" altLang="ja-JP" sz="900" kern="1200" dirty="0">
                          <a:solidFill>
                            <a:srgbClr val="C00000"/>
                          </a:solidFill>
                          <a:latin typeface="Meiryo UI" panose="020B0604030504040204" pitchFamily="50" charset="-128"/>
                          <a:ea typeface="Meiryo UI" panose="020B0604030504040204" pitchFamily="50" charset="-128"/>
                          <a:cs typeface="+mn-cs"/>
                        </a:rPr>
                        <a:t>Fit </a:t>
                      </a:r>
                      <a:r>
                        <a:rPr kumimoji="1" lang="ja-JP" altLang="en-US" sz="900" kern="1200" dirty="0">
                          <a:solidFill>
                            <a:srgbClr val="C00000"/>
                          </a:solidFill>
                          <a:latin typeface="Meiryo UI" panose="020B0604030504040204" pitchFamily="50" charset="-128"/>
                          <a:ea typeface="Meiryo UI" panose="020B0604030504040204" pitchFamily="50" charset="-128"/>
                          <a:cs typeface="+mn-cs"/>
                        </a:rPr>
                        <a:t>ファイルの解析について</a:t>
                      </a:r>
                      <a:endParaRPr kumimoji="1" lang="ja-JP" altLang="en-US" sz="900" kern="1200" dirty="0">
                        <a:solidFill>
                          <a:srgbClr val="C00000"/>
                        </a:solidFill>
                        <a:latin typeface="Meiryo UI" panose="020B0604030504040204" pitchFamily="50" charset="-128"/>
                        <a:ea typeface="Meiryo UI" panose="020B0604030504040204" pitchFamily="50" charset="-128"/>
                        <a:cs typeface="+mn-cs"/>
                      </a:endParaRPr>
                    </a:p>
                  </a:txBody>
                  <a:tcPr/>
                </a:tc>
              </a:tr>
              <a:tr h="1928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kern="1200" dirty="0">
                          <a:solidFill>
                            <a:schemeClr val="dk1"/>
                          </a:solidFill>
                          <a:latin typeface="Meiryo UI" panose="020B0604030504040204" pitchFamily="50" charset="-128"/>
                          <a:ea typeface="Meiryo UI" panose="020B0604030504040204" pitchFamily="50" charset="-128"/>
                          <a:cs typeface="+mn-cs"/>
                        </a:rPr>
                        <a:t>ETUBEPROJECTSDK-1786</a:t>
                      </a:r>
                      <a:endParaRPr kumimoji="1" lang="en-US" altLang="zh-CN" sz="900" kern="1200" dirty="0">
                        <a:solidFill>
                          <a:schemeClr val="dk1"/>
                        </a:solidFill>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latin typeface="Meiryo UI" panose="020B0604030504040204" pitchFamily="50" charset="-128"/>
                          <a:ea typeface="Meiryo UI" panose="020B0604030504040204" pitchFamily="50" charset="-128"/>
                          <a:sym typeface="+mn-ea"/>
                        </a:rPr>
                        <a:t>OPEN</a:t>
                      </a:r>
                      <a:endParaRPr lang="en-US" altLang="ja-JP" sz="900" dirty="0">
                        <a:latin typeface="Meiryo UI" panose="020B0604030504040204" pitchFamily="50" charset="-128"/>
                        <a:ea typeface="Meiryo UI"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kern="1200" dirty="0" err="1">
                          <a:solidFill>
                            <a:srgbClr val="C00000"/>
                          </a:solidFill>
                          <a:latin typeface="Meiryo UI" panose="020B0604030504040204" pitchFamily="50" charset="-128"/>
                          <a:ea typeface="Meiryo UI" panose="020B0604030504040204" pitchFamily="50" charset="-128"/>
                          <a:cs typeface="+mn-cs"/>
                        </a:rPr>
                        <a:t>beginAt</a:t>
                      </a:r>
                      <a:r>
                        <a:rPr kumimoji="1" lang="ja-JP" altLang="en-US" sz="900" kern="1200" dirty="0">
                          <a:solidFill>
                            <a:srgbClr val="C00000"/>
                          </a:solidFill>
                          <a:latin typeface="Meiryo UI" panose="020B0604030504040204" pitchFamily="50" charset="-128"/>
                          <a:ea typeface="Meiryo UI" panose="020B0604030504040204" pitchFamily="50" charset="-128"/>
                          <a:cs typeface="+mn-cs"/>
                        </a:rPr>
                        <a:t>について</a:t>
                      </a:r>
                      <a:endParaRPr kumimoji="1" lang="ja-JP" altLang="en-US" sz="900" kern="1200" dirty="0">
                        <a:solidFill>
                          <a:srgbClr val="C00000"/>
                        </a:solidFill>
                        <a:latin typeface="Meiryo UI" panose="020B0604030504040204" pitchFamily="50" charset="-128"/>
                        <a:ea typeface="Meiryo UI" panose="020B0604030504040204" pitchFamily="50" charset="-128"/>
                        <a:cs typeface="+mn-cs"/>
                      </a:endParaRPr>
                    </a:p>
                  </a:txBody>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eaLnBrk="0" hangingPunct="0">
              <a:buClr>
                <a:srgbClr val="777777"/>
              </a:buClr>
              <a:buSzPct val="85000"/>
              <a:buFontTx/>
              <a:defRPr/>
            </a:pPr>
            <a:r>
              <a:rPr lang="ja-JP" altLang="en-US" b="0" dirty="0">
                <a:solidFill>
                  <a:schemeClr val="tx1"/>
                </a:solidFill>
                <a:latin typeface="+mn-ea"/>
                <a:ea typeface="+mn-ea"/>
              </a:rPr>
              <a:t>モバイル</a:t>
            </a:r>
            <a:r>
              <a:rPr lang="en-US" altLang="ja-JP" b="0" dirty="0">
                <a:solidFill>
                  <a:schemeClr val="tx1"/>
                </a:solidFill>
                <a:latin typeface="+mn-ea"/>
                <a:ea typeface="+mn-ea"/>
              </a:rPr>
              <a:t>SDK(V1.0.2)</a:t>
            </a:r>
            <a:r>
              <a:rPr lang="ja-JP" altLang="en-US" b="0" dirty="0">
                <a:solidFill>
                  <a:schemeClr val="tx1"/>
                </a:solidFill>
                <a:latin typeface="+mn-ea"/>
                <a:ea typeface="+mn-ea"/>
              </a:rPr>
              <a:t>対応について</a:t>
            </a:r>
            <a:endParaRPr lang="en-US" altLang="ja-JP" b="0" dirty="0">
              <a:solidFill>
                <a:schemeClr val="tx1"/>
              </a:solidFill>
              <a:latin typeface="+mn-ea"/>
              <a:ea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 name="表 54"/>
          <p:cNvGraphicFramePr/>
          <p:nvPr>
            <p:custDataLst>
              <p:tags r:id="rId1"/>
            </p:custDataLst>
          </p:nvPr>
        </p:nvGraphicFramePr>
        <p:xfrm>
          <a:off x="196215" y="478155"/>
          <a:ext cx="11120957" cy="5398135"/>
        </p:xfrm>
        <a:graphic>
          <a:graphicData uri="http://schemas.openxmlformats.org/drawingml/2006/table">
            <a:tbl>
              <a:tblPr firstRow="1" bandRow="1"/>
              <a:tblGrid>
                <a:gridCol w="923484"/>
                <a:gridCol w="242368"/>
                <a:gridCol w="242368"/>
                <a:gridCol w="242367"/>
                <a:gridCol w="242368"/>
                <a:gridCol w="242368"/>
                <a:gridCol w="242368"/>
                <a:gridCol w="242989"/>
                <a:gridCol w="242368"/>
                <a:gridCol w="242368"/>
                <a:gridCol w="256040"/>
                <a:gridCol w="242989"/>
                <a:gridCol w="242368"/>
                <a:gridCol w="242368"/>
                <a:gridCol w="242368"/>
                <a:gridCol w="242368"/>
                <a:gridCol w="242368"/>
                <a:gridCol w="242368"/>
                <a:gridCol w="242989"/>
                <a:gridCol w="242368"/>
                <a:gridCol w="242368"/>
                <a:gridCol w="242368"/>
                <a:gridCol w="242368"/>
                <a:gridCol w="242367"/>
                <a:gridCol w="242368"/>
                <a:gridCol w="242990"/>
                <a:gridCol w="242367"/>
                <a:gridCol w="242368"/>
                <a:gridCol w="242368"/>
                <a:gridCol w="242368"/>
                <a:gridCol w="242368"/>
                <a:gridCol w="242368"/>
                <a:gridCol w="242368"/>
                <a:gridCol w="242989"/>
                <a:gridCol w="242368"/>
                <a:gridCol w="242368"/>
                <a:gridCol w="242368"/>
                <a:gridCol w="242368"/>
                <a:gridCol w="242368"/>
                <a:gridCol w="242367"/>
                <a:gridCol w="242990"/>
                <a:gridCol w="242368"/>
                <a:gridCol w="242989"/>
              </a:tblGrid>
              <a:tr h="396875">
                <a:tc>
                  <a:txBody>
                    <a:bodyPr/>
                    <a:lstStyle>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1000" b="1" dirty="0">
                          <a:solidFill>
                            <a:schemeClr val="bg1"/>
                          </a:solidFill>
                        </a:rPr>
                        <a:t>2026</a:t>
                      </a:r>
                      <a:r>
                        <a:rPr lang="ja-JP" altLang="en-US" sz="1000" b="1" dirty="0">
                          <a:solidFill>
                            <a:schemeClr val="bg1"/>
                          </a:solidFill>
                        </a:rPr>
                        <a:t>年</a:t>
                      </a:r>
                      <a:r>
                        <a:rPr lang="en-US" altLang="ja-JP" sz="1000" b="1" dirty="0">
                          <a:solidFill>
                            <a:schemeClr val="bg1"/>
                          </a:solidFill>
                        </a:rPr>
                        <a:t>3</a:t>
                      </a:r>
                      <a:r>
                        <a:rPr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tcPr>
                </a:tc>
                <a:tc hMerge="1">
                  <a:tcPr/>
                </a:tc>
                <a:tc hMerge="1">
                  <a:tcP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1000" b="1" dirty="0">
                          <a:solidFill>
                            <a:schemeClr val="bg1"/>
                          </a:solidFill>
                        </a:rPr>
                        <a:t>2026</a:t>
                      </a:r>
                      <a:r>
                        <a:rPr lang="ja-JP" altLang="en-US" sz="1000" b="1" dirty="0">
                          <a:solidFill>
                            <a:schemeClr val="bg1"/>
                          </a:solidFill>
                        </a:rPr>
                        <a:t>年</a:t>
                      </a:r>
                      <a:r>
                        <a:rPr lang="en-US" altLang="ja-JP" sz="1000" b="1" dirty="0">
                          <a:solidFill>
                            <a:schemeClr val="bg1"/>
                          </a:solidFill>
                        </a:rPr>
                        <a:t>4</a:t>
                      </a:r>
                      <a:r>
                        <a:rPr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1000" b="1" dirty="0">
                          <a:solidFill>
                            <a:schemeClr val="bg1"/>
                          </a:solidFill>
                        </a:rPr>
                        <a:t>2026</a:t>
                      </a:r>
                      <a:r>
                        <a:rPr lang="ja-JP" altLang="en-US" sz="1000" b="1" dirty="0">
                          <a:solidFill>
                            <a:schemeClr val="bg1"/>
                          </a:solidFill>
                        </a:rPr>
                        <a:t>年</a:t>
                      </a:r>
                      <a:r>
                        <a:rPr lang="en-US" altLang="ja-JP" sz="1000" b="1" dirty="0">
                          <a:solidFill>
                            <a:schemeClr val="bg1"/>
                          </a:solidFill>
                        </a:rPr>
                        <a:t>5</a:t>
                      </a:r>
                      <a:r>
                        <a:rPr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1000" b="1" dirty="0">
                          <a:solidFill>
                            <a:schemeClr val="bg1"/>
                          </a:solidFill>
                        </a:rPr>
                        <a:t>2026</a:t>
                      </a:r>
                      <a:r>
                        <a:rPr lang="ja-JP" altLang="en-US" sz="1000" b="1" dirty="0">
                          <a:solidFill>
                            <a:schemeClr val="bg1"/>
                          </a:solidFill>
                        </a:rPr>
                        <a:t>年</a:t>
                      </a:r>
                      <a:r>
                        <a:rPr lang="en-US" altLang="ja-JP" sz="1000" b="1" dirty="0">
                          <a:solidFill>
                            <a:schemeClr val="bg1"/>
                          </a:solidFill>
                        </a:rPr>
                        <a:t>6</a:t>
                      </a:r>
                      <a:r>
                        <a:rPr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1000" b="1" dirty="0">
                          <a:solidFill>
                            <a:schemeClr val="bg1"/>
                          </a:solidFill>
                        </a:rPr>
                        <a:t>2026</a:t>
                      </a:r>
                      <a:r>
                        <a:rPr lang="ja-JP" altLang="en-US" sz="1000" b="1" dirty="0">
                          <a:solidFill>
                            <a:schemeClr val="bg1"/>
                          </a:solidFill>
                        </a:rPr>
                        <a:t>年</a:t>
                      </a:r>
                      <a:r>
                        <a:rPr lang="en-US" altLang="ja-JP" sz="1000" b="1" dirty="0">
                          <a:solidFill>
                            <a:schemeClr val="bg1"/>
                          </a:solidFill>
                        </a:rPr>
                        <a:t>7</a:t>
                      </a:r>
                      <a:r>
                        <a:rPr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1000" b="1" dirty="0">
                          <a:solidFill>
                            <a:schemeClr val="bg1"/>
                          </a:solidFill>
                        </a:rPr>
                        <a:t>2026</a:t>
                      </a:r>
                      <a:r>
                        <a:rPr kumimoji="1" lang="ja-JP" altLang="en-US" sz="1000" b="1" dirty="0">
                          <a:solidFill>
                            <a:schemeClr val="bg1"/>
                          </a:solidFill>
                        </a:rPr>
                        <a:t>年</a:t>
                      </a:r>
                      <a:r>
                        <a:rPr kumimoji="1" lang="en-US" altLang="ja-JP" sz="1000" b="1" dirty="0">
                          <a:solidFill>
                            <a:schemeClr val="bg1"/>
                          </a:solidFill>
                        </a:rPr>
                        <a:t>8</a:t>
                      </a:r>
                      <a:r>
                        <a:rPr kumimoji="1"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1000" b="1" dirty="0">
                          <a:solidFill>
                            <a:schemeClr val="bg1"/>
                          </a:solidFill>
                        </a:rPr>
                        <a:t>2026</a:t>
                      </a:r>
                      <a:r>
                        <a:rPr kumimoji="1" lang="ja-JP" altLang="en-US" sz="1000" b="1" dirty="0">
                          <a:solidFill>
                            <a:schemeClr val="bg1"/>
                          </a:solidFill>
                        </a:rPr>
                        <a:t>年</a:t>
                      </a:r>
                      <a:r>
                        <a:rPr kumimoji="1" lang="en-US" altLang="ja-JP" sz="1000" b="1" dirty="0">
                          <a:solidFill>
                            <a:schemeClr val="bg1"/>
                          </a:solidFill>
                        </a:rPr>
                        <a:t>9</a:t>
                      </a:r>
                      <a:r>
                        <a:rPr kumimoji="1"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1000" b="1" dirty="0">
                          <a:solidFill>
                            <a:schemeClr val="bg1"/>
                          </a:solidFill>
                        </a:rPr>
                        <a:t>2026</a:t>
                      </a:r>
                      <a:r>
                        <a:rPr kumimoji="1" lang="ja-JP" altLang="en-US" sz="1000" b="1" dirty="0">
                          <a:solidFill>
                            <a:schemeClr val="bg1"/>
                          </a:solidFill>
                        </a:rPr>
                        <a:t>年</a:t>
                      </a:r>
                      <a:r>
                        <a:rPr kumimoji="1" lang="en-US" altLang="ja-JP" sz="1000" b="1" dirty="0">
                          <a:solidFill>
                            <a:schemeClr val="bg1"/>
                          </a:solidFill>
                        </a:rPr>
                        <a:t>10</a:t>
                      </a:r>
                      <a:r>
                        <a:rPr kumimoji="1"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1000" b="1" dirty="0">
                          <a:solidFill>
                            <a:schemeClr val="bg1"/>
                          </a:solidFill>
                        </a:rPr>
                        <a:t>2026</a:t>
                      </a:r>
                      <a:r>
                        <a:rPr kumimoji="1" lang="ja-JP" altLang="en-US" sz="1000" b="1" dirty="0">
                          <a:solidFill>
                            <a:schemeClr val="bg1"/>
                          </a:solidFill>
                        </a:rPr>
                        <a:t>年</a:t>
                      </a:r>
                      <a:r>
                        <a:rPr kumimoji="1" lang="en-US" altLang="ja-JP" sz="1000" b="1" dirty="0">
                          <a:solidFill>
                            <a:schemeClr val="bg1"/>
                          </a:solidFill>
                        </a:rPr>
                        <a:t>11</a:t>
                      </a:r>
                      <a:r>
                        <a:rPr kumimoji="1"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1000" b="1" dirty="0">
                          <a:solidFill>
                            <a:schemeClr val="bg1"/>
                          </a:solidFill>
                          <a:sym typeface="+mn-ea"/>
                        </a:rPr>
                        <a:t>2026</a:t>
                      </a:r>
                      <a:r>
                        <a:rPr kumimoji="1" lang="ja-JP" altLang="en-US" sz="1000" b="1" dirty="0">
                          <a:solidFill>
                            <a:schemeClr val="bg1"/>
                          </a:solidFill>
                          <a:sym typeface="+mn-ea"/>
                        </a:rPr>
                        <a:t>年</a:t>
                      </a:r>
                      <a:r>
                        <a:rPr kumimoji="1" lang="en-US" altLang="ja-JP" sz="1000" b="1" dirty="0">
                          <a:solidFill>
                            <a:schemeClr val="bg1"/>
                          </a:solidFill>
                          <a:sym typeface="+mn-ea"/>
                        </a:rPr>
                        <a:t>12</a:t>
                      </a:r>
                      <a:r>
                        <a:rPr kumimoji="1" lang="ja-JP" altLang="en-US" sz="1000" b="1" dirty="0">
                          <a:solidFill>
                            <a:schemeClr val="bg1"/>
                          </a:solidFill>
                          <a:sym typeface="+mn-ea"/>
                        </a:rPr>
                        <a:t>月</a:t>
                      </a:r>
                      <a:endParaRPr kumimoji="1" lang="ja-JP" altLang="en-US" sz="1000" b="1" dirty="0">
                        <a:solidFill>
                          <a:schemeClr val="bg1"/>
                        </a:solidFill>
                        <a:sym typeface="+mn-ea"/>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r>
              <a:tr h="1369060">
                <a:tc>
                  <a:txBody>
                    <a:bodyPr/>
                    <a:lstStyle/>
                    <a:p>
                      <a:pPr algn="l">
                        <a:buClrTx/>
                        <a:buSzTx/>
                        <a:buNone/>
                      </a:pP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設計</a:t>
                      </a:r>
                      <a:endParaRPr lang="ja-JP" altLang="en-US" sz="1000" b="1"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r h="937260">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buClrTx/>
                        <a:buSzTx/>
                        <a:buFontTx/>
                      </a:pPr>
                      <a:r>
                        <a:rPr lang="ja-JP" altLang="en-US" sz="1000" b="1" i="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実装・UT</a:t>
                      </a:r>
                      <a:endParaRPr lang="ja-JP" altLang="en-US" sz="1000" b="1" i="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r h="648970">
                <a:tc>
                  <a:txBody>
                    <a:bodyPr/>
                    <a:lstStyle/>
                    <a:p>
                      <a:pPr algn="l">
                        <a:buClrTx/>
                        <a:buSzTx/>
                        <a:buFontTx/>
                      </a:pPr>
                      <a:r>
                        <a:rPr lang="en-US" altLang="zh-CN" sz="1000" b="1" i="0" dirty="0">
                          <a:latin typeface="Meiryo UI" panose="020B0604030504040204" pitchFamily="50" charset="-128"/>
                          <a:ea typeface="Meiryo UI" panose="020B0604030504040204" pitchFamily="50" charset="-128"/>
                          <a:cs typeface="Meiryo UI" panose="020B0604030504040204" pitchFamily="50" charset="-128"/>
                        </a:rPr>
                        <a:t>TestTool</a:t>
                      </a:r>
                      <a:endParaRPr lang="en-US" altLang="zh-CN" sz="1000" b="1" i="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r h="643890">
                <a:tc>
                  <a:txBody>
                    <a:bodyPr/>
                    <a:lstStyle/>
                    <a:p>
                      <a:pPr algn="l">
                        <a:buClrTx/>
                        <a:buSzTx/>
                        <a:buFontTx/>
                        <a:buNone/>
                      </a:pPr>
                      <a:r>
                        <a:rPr lang="ja-JP" altLang="en-US" sz="1000" b="1" dirty="0">
                          <a:latin typeface="Meiryo UI" panose="020B0604030504040204" pitchFamily="50" charset="-128"/>
                          <a:ea typeface="Meiryo UI" panose="020B0604030504040204" pitchFamily="50" charset="-128"/>
                          <a:sym typeface="+mn-ea"/>
                        </a:rPr>
                        <a:t>サンプルUI対応</a:t>
                      </a:r>
                      <a:endParaRPr lang="ja-JP" altLang="en-US" sz="1000" b="1" dirty="0">
                        <a:latin typeface="Meiryo UI" panose="020B0604030504040204" pitchFamily="50" charset="-128"/>
                        <a:ea typeface="Meiryo UI" panose="020B0604030504040204" pitchFamily="50" charset="-128"/>
                        <a:sym typeface="+mn-ea"/>
                      </a:endParaRPr>
                    </a:p>
                    <a:p>
                      <a:pPr algn="l">
                        <a:buClrTx/>
                        <a:buSzTx/>
                        <a:buFontTx/>
                        <a:buNone/>
                      </a:pPr>
                      <a:endParaRPr lang="en-US" altLang="zh-CN" sz="1000" b="0" i="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r h="582930">
                <a:tc>
                  <a:txBody>
                    <a:bodyPr/>
                    <a:lstStyle/>
                    <a:p>
                      <a:pPr algn="l">
                        <a:buClrTx/>
                        <a:buSzTx/>
                        <a:buFontTx/>
                        <a:buNone/>
                      </a:pPr>
                      <a:r>
                        <a:rPr lang="ja-JP" altLang="en-US" sz="1000" b="1" i="0" dirty="0">
                          <a:latin typeface="Meiryo UI" panose="020B0604030504040204" pitchFamily="50" charset="-128"/>
                          <a:ea typeface="Meiryo UI" panose="020B0604030504040204" pitchFamily="50" charset="-128"/>
                          <a:cs typeface="Meiryo UI" panose="020B0604030504040204" pitchFamily="50" charset="-128"/>
                        </a:rPr>
                        <a:t>マニュアル作成</a:t>
                      </a:r>
                      <a:endParaRPr lang="ja-JP" altLang="en-US" sz="1000" b="1" i="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r h="819150">
                <a:tc>
                  <a:txBody>
                    <a:bodyPr/>
                    <a:lstStyle/>
                    <a:p>
                      <a:pPr algn="l">
                        <a:buClrTx/>
                        <a:buSzTx/>
                        <a:buFontTx/>
                        <a:buNone/>
                      </a:pPr>
                      <a:r>
                        <a:rPr lang="ja-JP" altLang="en-US" sz="1000" b="1" i="0" dirty="0">
                          <a:latin typeface="Meiryo UI" panose="020B0604030504040204" pitchFamily="50" charset="-128"/>
                          <a:ea typeface="Meiryo UI" panose="020B0604030504040204" pitchFamily="50" charset="-128"/>
                          <a:cs typeface="Meiryo UI" panose="020B0604030504040204" pitchFamily="50" charset="-128"/>
                        </a:rPr>
                        <a:t>テスト</a:t>
                      </a:r>
                      <a:endParaRPr lang="ja-JP" altLang="en-US" sz="1000" b="1" i="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bl>
          </a:graphicData>
        </a:graphic>
      </p:graphicFrame>
      <p:sp>
        <p:nvSpPr>
          <p:cNvPr id="5" name="文本占位符 4"/>
          <p:cNvSpPr>
            <a:spLocks noGrp="1"/>
          </p:cNvSpPr>
          <p:nvPr>
            <p:ph type="body" sz="quarter" idx="13"/>
          </p:nvPr>
        </p:nvSpPr>
        <p:spPr>
          <a:xfrm>
            <a:off x="182880" y="58420"/>
            <a:ext cx="2570480" cy="422275"/>
          </a:xfrm>
        </p:spPr>
        <p:txBody>
          <a:bodyPr anchor="ctr">
            <a:noAutofit/>
          </a:bodyPr>
          <a:lstStyle/>
          <a:p>
            <a:pPr marL="0" lvl="1" indent="0">
              <a:buNone/>
            </a:pPr>
            <a:r>
              <a:rPr lang="ja-JP" altLang="en-US" sz="2600" b="1" dirty="0">
                <a:solidFill>
                  <a:schemeClr val="tx1">
                    <a:lumMod val="85000"/>
                    <a:lumOff val="15000"/>
                  </a:schemeClr>
                </a:solidFill>
                <a:latin typeface="Meiryo UI" panose="020B0604030504040204" pitchFamily="50" charset="-128"/>
                <a:ea typeface="Meiryo UI" panose="020B0604030504040204" pitchFamily="50" charset="-128"/>
              </a:rPr>
              <a:t>全体スケジュール</a:t>
            </a:r>
            <a:endParaRPr lang="en-US" altLang="ja-JP" sz="2600" b="1" dirty="0">
              <a:solidFill>
                <a:schemeClr val="tx1">
                  <a:lumMod val="85000"/>
                  <a:lumOff val="15000"/>
                </a:schemeClr>
              </a:solidFill>
              <a:latin typeface="Meiryo UI" panose="020B0604030504040204" pitchFamily="50" charset="-128"/>
              <a:ea typeface="Meiryo UI" panose="020B0604030504040204" pitchFamily="50" charset="-128"/>
            </a:endParaRPr>
          </a:p>
        </p:txBody>
      </p:sp>
      <p:sp>
        <p:nvSpPr>
          <p:cNvPr id="16" name="矩形标注 15"/>
          <p:cNvSpPr/>
          <p:nvPr/>
        </p:nvSpPr>
        <p:spPr>
          <a:xfrm>
            <a:off x="4760467" y="6124575"/>
            <a:ext cx="487680" cy="293370"/>
          </a:xfrm>
          <a:prstGeom prst="wedgeRectCallout">
            <a:avLst>
              <a:gd name="adj1" fmla="val 60138"/>
              <a:gd name="adj2" fmla="val -131460"/>
            </a:avLst>
          </a:prstGeom>
          <a:solidFill>
            <a:schemeClr val="accent1">
              <a:lumMod val="20000"/>
              <a:lumOff val="80000"/>
            </a:schemeClr>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1000" dirty="0">
                <a:solidFill>
                  <a:srgbClr val="0070C0"/>
                </a:solidFill>
                <a:latin typeface="Meiryo UI" panose="020B0604030504040204" pitchFamily="50" charset="-128"/>
                <a:ea typeface="Meiryo UI" panose="020B0604030504040204" pitchFamily="50" charset="-128"/>
                <a:cs typeface="Meiryo UI" panose="020B0604030504040204" pitchFamily="50" charset="-128"/>
                <a:sym typeface="+mn-ea"/>
              </a:rPr>
              <a:t>今日</a:t>
            </a:r>
            <a:endParaRPr lang="ja-JP" altLang="en-US" sz="1000" dirty="0">
              <a:solidFill>
                <a:srgbClr val="0070C0"/>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42" name="五边形 41"/>
          <p:cNvSpPr/>
          <p:nvPr/>
        </p:nvSpPr>
        <p:spPr>
          <a:xfrm>
            <a:off x="9363075" y="5639435"/>
            <a:ext cx="1953895" cy="196850"/>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700" kern="0" noProof="0" dirty="0">
                <a:ln>
                  <a:noFill/>
                </a:ln>
                <a:solidFill>
                  <a:schemeClr val="bg1"/>
                </a:solidFill>
                <a:effectLst/>
                <a:uLnTx/>
                <a:uFillTx/>
                <a:latin typeface="Meiryo UI" panose="020B0604030504040204" pitchFamily="50" charset="-128"/>
                <a:ea typeface="Meiryo UI" panose="020B0604030504040204" pitchFamily="50" charset="-128"/>
                <a:sym typeface="+mn-ea"/>
              </a:rPr>
              <a:t>HIMANO CONNECT </a:t>
            </a:r>
            <a:br>
              <a:rPr lang="ja-JP" altLang="en-US" sz="700" kern="0" noProof="0" dirty="0">
                <a:ln>
                  <a:noFill/>
                </a:ln>
                <a:solidFill>
                  <a:schemeClr val="bg1"/>
                </a:solidFill>
                <a:effectLst/>
                <a:uLnTx/>
                <a:uFillTx/>
                <a:latin typeface="Meiryo UI" panose="020B0604030504040204" pitchFamily="50" charset="-128"/>
                <a:ea typeface="Meiryo UI" panose="020B0604030504040204" pitchFamily="50" charset="-128"/>
                <a:sym typeface="+mn-ea"/>
              </a:rPr>
            </a:br>
            <a:r>
              <a:rPr lang="ja-JP" altLang="en-US" sz="700" kern="0" noProof="0" dirty="0">
                <a:ln>
                  <a:noFill/>
                </a:ln>
                <a:solidFill>
                  <a:schemeClr val="bg1"/>
                </a:solidFill>
                <a:effectLst/>
                <a:uLnTx/>
                <a:uFillTx/>
                <a:latin typeface="Meiryo UI" panose="020B0604030504040204" pitchFamily="50" charset="-128"/>
                <a:ea typeface="Meiryo UI" panose="020B0604030504040204" pitchFamily="50" charset="-128"/>
                <a:sym typeface="+mn-ea"/>
              </a:rPr>
              <a:t>SDK取り込み・テスト対応</a:t>
            </a:r>
            <a:endParaRPr kumimoji="1" lang="ja-JP" altLang="en-US" sz="700" b="1" i="0" u="none" strike="noStrike" kern="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sym typeface="+mn-ea"/>
            </a:endParaRPr>
          </a:p>
        </p:txBody>
      </p:sp>
      <p:grpSp>
        <p:nvGrpSpPr>
          <p:cNvPr id="7" name="组合 6"/>
          <p:cNvGrpSpPr/>
          <p:nvPr/>
        </p:nvGrpSpPr>
        <p:grpSpPr>
          <a:xfrm>
            <a:off x="1089759" y="899795"/>
            <a:ext cx="10227106" cy="5143500"/>
            <a:chOff x="1716" y="1417"/>
            <a:chExt cx="13934" cy="8100"/>
          </a:xfrm>
        </p:grpSpPr>
        <p:sp>
          <p:nvSpPr>
            <p:cNvPr id="22" name="五边形 12"/>
            <p:cNvSpPr/>
            <p:nvPr/>
          </p:nvSpPr>
          <p:spPr>
            <a:xfrm>
              <a:off x="1759" y="1663"/>
              <a:ext cx="995" cy="297"/>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I/F</a:t>
              </a:r>
              <a:r>
                <a:rPr kumimoji="1" lang="ja-JP" altLang="en-US"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設計</a:t>
              </a:r>
              <a:endParaRPr kumimoji="1" lang="ja-JP" altLang="en-US"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 name="五边形 12"/>
            <p:cNvSpPr/>
            <p:nvPr/>
          </p:nvSpPr>
          <p:spPr>
            <a:xfrm>
              <a:off x="1760" y="2033"/>
              <a:ext cx="2934" cy="361"/>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詳細設計</a:t>
              </a:r>
              <a:endParaRPr kumimoji="1" lang="ja-JP" altLang="en-US"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2" name="五边形 12"/>
            <p:cNvSpPr/>
            <p:nvPr/>
          </p:nvSpPr>
          <p:spPr>
            <a:xfrm>
              <a:off x="1764" y="2641"/>
              <a:ext cx="5620" cy="341"/>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UT</a:t>
              </a:r>
              <a:r>
                <a:rPr kumimoji="1" lang="ja-JP" altLang="ja-JP"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ケース設計</a:t>
              </a:r>
              <a:endParaRPr kumimoji="1" lang="ja-JP" altLang="ja-JP"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五边形 12"/>
            <p:cNvSpPr/>
            <p:nvPr/>
          </p:nvSpPr>
          <p:spPr>
            <a:xfrm>
              <a:off x="3054" y="4104"/>
              <a:ext cx="4328" cy="326"/>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ja-JP"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実装・</a:t>
              </a:r>
              <a:r>
                <a:rPr kumimoji="1" lang="en-US" altLang="ja-JP"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UT</a:t>
              </a:r>
              <a:endParaRPr kumimoji="1" lang="en-US" altLang="ja-JP"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五边形 16"/>
            <p:cNvSpPr/>
            <p:nvPr/>
          </p:nvSpPr>
          <p:spPr>
            <a:xfrm>
              <a:off x="8726" y="6455"/>
              <a:ext cx="1612" cy="310"/>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700" b="1" dirty="0">
                  <a:latin typeface="Meiryo UI" panose="020B0604030504040204" pitchFamily="50" charset="-128"/>
                  <a:ea typeface="Meiryo UI" panose="020B0604030504040204" pitchFamily="50" charset="-128"/>
                  <a:sym typeface="+mn-ea"/>
                </a:rPr>
                <a:t>サンプルUI対応</a:t>
              </a:r>
              <a:endParaRPr kumimoji="1" lang="en-US" altLang="ja-JP"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五边形 17"/>
            <p:cNvSpPr/>
            <p:nvPr/>
          </p:nvSpPr>
          <p:spPr>
            <a:xfrm>
              <a:off x="9706" y="8321"/>
              <a:ext cx="5944" cy="357"/>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700" b="1" kern="0" noProof="0" dirty="0">
                  <a:ln>
                    <a:noFill/>
                  </a:ln>
                  <a:solidFill>
                    <a:schemeClr val="bg1"/>
                  </a:solidFill>
                  <a:effectLst/>
                  <a:uLnTx/>
                  <a:uFillTx/>
                  <a:latin typeface="Meiryo UI" panose="020B0604030504040204" pitchFamily="50" charset="-128"/>
                  <a:ea typeface="Meiryo UI" panose="020B0604030504040204" pitchFamily="50" charset="-128"/>
                  <a:sym typeface="+mn-ea"/>
                </a:rPr>
                <a:t>単機能・結合テスト対応</a:t>
              </a:r>
              <a:endParaRPr kumimoji="1" lang="ja-JP" altLang="en-US" sz="700" b="1" i="0" u="none" strike="noStrike" kern="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19" name="五边形 18"/>
            <p:cNvSpPr/>
            <p:nvPr/>
          </p:nvSpPr>
          <p:spPr>
            <a:xfrm>
              <a:off x="8726" y="5335"/>
              <a:ext cx="4259" cy="310"/>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en-US" altLang="zh-CN" sz="700" b="1" dirty="0">
                  <a:latin typeface="Meiryo UI" panose="020B0604030504040204" pitchFamily="50" charset="-128"/>
                  <a:ea typeface="Meiryo UI" panose="020B0604030504040204" pitchFamily="50" charset="-128"/>
                  <a:cs typeface="Meiryo UI" panose="020B0604030504040204" pitchFamily="50" charset="-128"/>
                  <a:sym typeface="+mn-ea"/>
                </a:rPr>
                <a:t>TestTool</a:t>
              </a:r>
              <a:r>
                <a:rPr lang="ja-JP" altLang="en-US" sz="700" b="1" dirty="0">
                  <a:latin typeface="Meiryo UI" panose="020B0604030504040204" pitchFamily="50" charset="-128"/>
                  <a:ea typeface="Meiryo UI" panose="020B0604030504040204" pitchFamily="50" charset="-128"/>
                  <a:cs typeface="Meiryo UI" panose="020B0604030504040204" pitchFamily="50" charset="-128"/>
                  <a:sym typeface="+mn-ea"/>
                </a:rPr>
                <a:t>対応</a:t>
              </a:r>
              <a:endParaRPr lang="ja-JP" altLang="en-US" sz="700" b="1" dirty="0">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9" name="文本框 8"/>
            <p:cNvSpPr txBox="1"/>
            <p:nvPr/>
          </p:nvSpPr>
          <p:spPr>
            <a:xfrm>
              <a:off x="1764" y="2485"/>
              <a:ext cx="507" cy="256"/>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sp>
          <p:nvSpPr>
            <p:cNvPr id="14" name="文本框 13"/>
            <p:cNvSpPr txBox="1"/>
            <p:nvPr/>
          </p:nvSpPr>
          <p:spPr>
            <a:xfrm>
              <a:off x="3054" y="3941"/>
              <a:ext cx="507" cy="256"/>
            </a:xfrm>
            <a:prstGeom prst="rect">
              <a:avLst/>
            </a:prstGeom>
            <a:solidFill>
              <a:schemeClr val="accent1">
                <a:lumMod val="60000"/>
                <a:lumOff val="40000"/>
              </a:schemeClr>
            </a:solidFill>
          </p:spPr>
          <p:txBody>
            <a:bodyPr wrap="square" rtlCol="0">
              <a:noAutofit/>
            </a:bodyPr>
            <a:lstStyle/>
            <a:p>
              <a:pPr algn="ctr"/>
              <a:r>
                <a:rPr lang="ja-JP" altLang="en-US" sz="700" dirty="0">
                  <a:latin typeface="Meiryo UI" panose="020B0604030504040204" pitchFamily="50" charset="-128"/>
                  <a:ea typeface="Meiryo UI" panose="020B0604030504040204" pitchFamily="50" charset="-128"/>
                </a:rPr>
                <a:t>５</a:t>
              </a:r>
              <a:endParaRPr lang="ja-JP" altLang="en-US" sz="700" dirty="0">
                <a:latin typeface="Meiryo UI" panose="020B0604030504040204" pitchFamily="50" charset="-128"/>
                <a:ea typeface="Meiryo UI" panose="020B0604030504040204" pitchFamily="50" charset="-128"/>
              </a:endParaRPr>
            </a:p>
          </p:txBody>
        </p:sp>
        <p:sp>
          <p:nvSpPr>
            <p:cNvPr id="20" name="文本框 19"/>
            <p:cNvSpPr txBox="1"/>
            <p:nvPr/>
          </p:nvSpPr>
          <p:spPr>
            <a:xfrm>
              <a:off x="8726" y="6304"/>
              <a:ext cx="343" cy="256"/>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sp>
          <p:nvSpPr>
            <p:cNvPr id="32" name="文本框 31"/>
            <p:cNvSpPr txBox="1"/>
            <p:nvPr/>
          </p:nvSpPr>
          <p:spPr>
            <a:xfrm>
              <a:off x="3098" y="1919"/>
              <a:ext cx="507" cy="256"/>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5</a:t>
              </a:r>
              <a:endParaRPr lang="en-US" altLang="ja-JP" sz="700" dirty="0">
                <a:latin typeface="Meiryo UI" panose="020B0604030504040204" pitchFamily="50" charset="-128"/>
                <a:ea typeface="Meiryo UI" panose="020B0604030504040204" pitchFamily="50" charset="-128"/>
              </a:endParaRPr>
            </a:p>
          </p:txBody>
        </p:sp>
        <p:sp>
          <p:nvSpPr>
            <p:cNvPr id="3" name="文本框 2"/>
            <p:cNvSpPr txBox="1"/>
            <p:nvPr/>
          </p:nvSpPr>
          <p:spPr>
            <a:xfrm>
              <a:off x="1747" y="1518"/>
              <a:ext cx="507" cy="256"/>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3</a:t>
              </a:r>
              <a:endParaRPr lang="en-US" altLang="ja-JP" sz="700" dirty="0">
                <a:latin typeface="Meiryo UI" panose="020B0604030504040204" pitchFamily="50" charset="-128"/>
                <a:ea typeface="Meiryo UI" panose="020B0604030504040204" pitchFamily="50" charset="-128"/>
              </a:endParaRPr>
            </a:p>
          </p:txBody>
        </p:sp>
        <p:sp>
          <p:nvSpPr>
            <p:cNvPr id="40" name="文本框 39"/>
            <p:cNvSpPr txBox="1"/>
            <p:nvPr/>
          </p:nvSpPr>
          <p:spPr>
            <a:xfrm>
              <a:off x="2547" y="1935"/>
              <a:ext cx="507" cy="256"/>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11</a:t>
              </a:r>
              <a:endParaRPr lang="en-US" altLang="ja-JP" sz="700" dirty="0">
                <a:latin typeface="Meiryo UI" panose="020B0604030504040204" pitchFamily="50" charset="-128"/>
                <a:ea typeface="Meiryo UI" panose="020B0604030504040204" pitchFamily="50" charset="-128"/>
              </a:endParaRPr>
            </a:p>
          </p:txBody>
        </p:sp>
        <p:sp>
          <p:nvSpPr>
            <p:cNvPr id="2" name="文本框 1"/>
            <p:cNvSpPr txBox="1"/>
            <p:nvPr/>
          </p:nvSpPr>
          <p:spPr>
            <a:xfrm>
              <a:off x="1716" y="2001"/>
              <a:ext cx="507" cy="256"/>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8</a:t>
              </a:r>
              <a:endParaRPr lang="en-US" altLang="ja-JP" sz="700" dirty="0">
                <a:latin typeface="Meiryo UI" panose="020B0604030504040204" pitchFamily="50" charset="-128"/>
                <a:ea typeface="Meiryo UI" panose="020B0604030504040204" pitchFamily="50" charset="-128"/>
              </a:endParaRPr>
            </a:p>
          </p:txBody>
        </p:sp>
        <p:sp>
          <p:nvSpPr>
            <p:cNvPr id="10" name="文本框 9"/>
            <p:cNvSpPr txBox="1"/>
            <p:nvPr/>
          </p:nvSpPr>
          <p:spPr>
            <a:xfrm>
              <a:off x="3054" y="2485"/>
              <a:ext cx="507" cy="256"/>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30" name="五边形 12"/>
            <p:cNvSpPr/>
            <p:nvPr/>
          </p:nvSpPr>
          <p:spPr>
            <a:xfrm>
              <a:off x="3128" y="7365"/>
              <a:ext cx="1545" cy="341"/>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700" b="1" dirty="0">
                  <a:latin typeface="Meiryo UI" panose="020B0604030504040204" pitchFamily="50" charset="-128"/>
                  <a:ea typeface="Meiryo UI" panose="020B0604030504040204" pitchFamily="50" charset="-128"/>
                  <a:cs typeface="Meiryo UI" panose="020B0604030504040204" pitchFamily="50" charset="-128"/>
                  <a:sym typeface="+mn-ea"/>
                </a:rPr>
                <a:t>マニュアル作成</a:t>
              </a:r>
              <a:endParaRPr kumimoji="1" lang="ja-JP" altLang="ja-JP"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文本框 30"/>
            <p:cNvSpPr txBox="1"/>
            <p:nvPr/>
          </p:nvSpPr>
          <p:spPr>
            <a:xfrm>
              <a:off x="3098" y="7246"/>
              <a:ext cx="507" cy="256"/>
            </a:xfrm>
            <a:prstGeom prst="rect">
              <a:avLst/>
            </a:prstGeom>
            <a:solidFill>
              <a:schemeClr val="accent1">
                <a:lumMod val="60000"/>
                <a:lumOff val="40000"/>
              </a:schemeClr>
            </a:solidFill>
          </p:spPr>
          <p:txBody>
            <a:bodyPr wrap="square" rtlCol="0">
              <a:noAutofit/>
            </a:bodyPr>
            <a:lstStyle/>
            <a:p>
              <a:pPr algn="ctr"/>
              <a:r>
                <a:rPr lang="ja-JP" altLang="en-US" sz="700" dirty="0">
                  <a:latin typeface="Meiryo UI" panose="020B0604030504040204" pitchFamily="50" charset="-128"/>
                  <a:ea typeface="Meiryo UI" panose="020B0604030504040204" pitchFamily="50" charset="-128"/>
                </a:rPr>
                <a:t>１</a:t>
              </a:r>
              <a:endParaRPr lang="ja-JP" altLang="en-US" sz="700" dirty="0">
                <a:latin typeface="Meiryo UI" panose="020B0604030504040204" pitchFamily="50" charset="-128"/>
                <a:ea typeface="Meiryo UI" panose="020B0604030504040204" pitchFamily="50" charset="-128"/>
              </a:endParaRPr>
            </a:p>
          </p:txBody>
        </p:sp>
        <p:sp>
          <p:nvSpPr>
            <p:cNvPr id="6" name="文本框 5"/>
            <p:cNvSpPr txBox="1"/>
            <p:nvPr/>
          </p:nvSpPr>
          <p:spPr>
            <a:xfrm>
              <a:off x="3998" y="3941"/>
              <a:ext cx="507" cy="256"/>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3</a:t>
              </a:r>
              <a:endParaRPr lang="en-US" altLang="ja-JP" sz="700" dirty="0">
                <a:latin typeface="Meiryo UI" panose="020B0604030504040204" pitchFamily="50" charset="-128"/>
                <a:ea typeface="Meiryo UI" panose="020B0604030504040204" pitchFamily="50" charset="-128"/>
              </a:endParaRPr>
            </a:p>
          </p:txBody>
        </p:sp>
        <p:sp>
          <p:nvSpPr>
            <p:cNvPr id="34" name="文本框 33"/>
            <p:cNvSpPr txBox="1"/>
            <p:nvPr/>
          </p:nvSpPr>
          <p:spPr>
            <a:xfrm>
              <a:off x="4752" y="3939"/>
              <a:ext cx="507" cy="256"/>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5</a:t>
              </a:r>
              <a:endParaRPr lang="en-US" altLang="ja-JP" sz="700" dirty="0">
                <a:latin typeface="Meiryo UI" panose="020B0604030504040204" pitchFamily="50" charset="-128"/>
                <a:ea typeface="Meiryo UI" panose="020B0604030504040204" pitchFamily="50" charset="-128"/>
              </a:endParaRPr>
            </a:p>
          </p:txBody>
        </p:sp>
        <p:sp>
          <p:nvSpPr>
            <p:cNvPr id="35" name="五边形 34"/>
            <p:cNvSpPr/>
            <p:nvPr/>
          </p:nvSpPr>
          <p:spPr>
            <a:xfrm>
              <a:off x="3098" y="3069"/>
              <a:ext cx="2921" cy="310"/>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700" b="1" i="0" u="none" strike="noStrike" kern="1200" cap="none" spc="0" normalizeH="0" baseline="0" noProof="0" dirty="0">
                  <a:ln>
                    <a:noFill/>
                  </a:ln>
                  <a:solidFill>
                    <a:prstClr val="white"/>
                  </a:solidFill>
                  <a:effectLst/>
                  <a:uLnTx/>
                  <a:uFillTx/>
                  <a:latin typeface="Meiryo UI" panose="020B0604030504040204" pitchFamily="50" charset="-128"/>
                  <a:ea typeface="SimSun" panose="02010600030101010101" pitchFamily="2" charset="-122"/>
                  <a:cs typeface="Meiryo UI" panose="020B0604030504040204" pitchFamily="50" charset="-128"/>
                </a:rPr>
                <a:t>unit</a:t>
              </a:r>
              <a:r>
                <a:rPr kumimoji="1" lang="ja-JP" altLang="zh-CN" sz="700" b="1" i="0" u="none" strike="noStrike" kern="1200" cap="none" spc="0" normalizeH="0" baseline="0" noProof="0" dirty="0">
                  <a:ln>
                    <a:noFill/>
                  </a:ln>
                  <a:solidFill>
                    <a:prstClr val="white"/>
                  </a:solidFill>
                  <a:effectLst/>
                  <a:uLnTx/>
                  <a:uFillTx/>
                  <a:latin typeface="Meiryo UI" panose="020B0604030504040204" pitchFamily="50" charset="-128"/>
                  <a:ea typeface="SimSun" panose="02010600030101010101" pitchFamily="2" charset="-122"/>
                  <a:cs typeface="Meiryo UI" panose="020B0604030504040204" pitchFamily="50" charset="-128"/>
                </a:rPr>
                <a:t>仕様変更の対応</a:t>
              </a:r>
              <a:r>
                <a:rPr kumimoji="1" lang="en-US" altLang="ja-JP" sz="700" b="1" i="0" u="none" strike="noStrike" kern="1200" cap="none" spc="0" normalizeH="0" baseline="0" noProof="0" dirty="0">
                  <a:ln>
                    <a:noFill/>
                  </a:ln>
                  <a:solidFill>
                    <a:prstClr val="white"/>
                  </a:solidFill>
                  <a:effectLst/>
                  <a:uLnTx/>
                  <a:uFillTx/>
                  <a:latin typeface="Meiryo UI" panose="020B0604030504040204" pitchFamily="50" charset="-128"/>
                  <a:ea typeface="SimSun" panose="02010600030101010101" pitchFamily="2" charset="-122"/>
                  <a:cs typeface="Meiryo UI" panose="020B0604030504040204" pitchFamily="50" charset="-128"/>
                </a:rPr>
                <a:t>/API</a:t>
              </a:r>
              <a:r>
                <a:rPr kumimoji="1" lang="ja-JP" altLang="en-US" sz="700" b="1" i="0" u="none" strike="noStrike" kern="1200" cap="none" spc="0" normalizeH="0" baseline="0" noProof="0" dirty="0">
                  <a:ln>
                    <a:noFill/>
                  </a:ln>
                  <a:solidFill>
                    <a:prstClr val="white"/>
                  </a:solidFill>
                  <a:effectLst/>
                  <a:uLnTx/>
                  <a:uFillTx/>
                  <a:latin typeface="Meiryo UI" panose="020B0604030504040204" pitchFamily="50" charset="-128"/>
                  <a:ea typeface="SimSun" panose="02010600030101010101" pitchFamily="2" charset="-122"/>
                  <a:cs typeface="Meiryo UI" panose="020B0604030504040204" pitchFamily="50" charset="-128"/>
                </a:rPr>
                <a:t>設計</a:t>
              </a:r>
              <a:endParaRPr kumimoji="1" lang="ja-JP" altLang="en-US" sz="700" b="1" i="0" u="none" strike="noStrike" kern="1200" cap="none" spc="0" normalizeH="0" baseline="0" noProof="0" dirty="0">
                <a:ln>
                  <a:noFill/>
                </a:ln>
                <a:solidFill>
                  <a:prstClr val="white"/>
                </a:solidFill>
                <a:effectLst/>
                <a:uLnTx/>
                <a:uFillTx/>
                <a:latin typeface="Meiryo UI" panose="020B0604030504040204" pitchFamily="50" charset="-128"/>
                <a:ea typeface="SimSun" panose="02010600030101010101" pitchFamily="2" charset="-122"/>
                <a:cs typeface="Meiryo UI" panose="020B0604030504040204" pitchFamily="50" charset="-128"/>
              </a:endParaRPr>
            </a:p>
          </p:txBody>
        </p:sp>
        <p:sp>
          <p:nvSpPr>
            <p:cNvPr id="37" name="文本框 36"/>
            <p:cNvSpPr txBox="1"/>
            <p:nvPr/>
          </p:nvSpPr>
          <p:spPr>
            <a:xfrm>
              <a:off x="2972" y="3280"/>
              <a:ext cx="507" cy="256"/>
            </a:xfrm>
            <a:prstGeom prst="rect">
              <a:avLst/>
            </a:prstGeom>
            <a:solidFill>
              <a:schemeClr val="accent1">
                <a:lumMod val="60000"/>
                <a:lumOff val="40000"/>
              </a:schemeClr>
            </a:solidFill>
          </p:spPr>
          <p:txBody>
            <a:bodyPr wrap="square" rtlCol="0">
              <a:noAutofit/>
            </a:bodyPr>
            <a:lstStyle/>
            <a:p>
              <a:pPr algn="ctr"/>
              <a:r>
                <a:rPr lang="ja-JP" altLang="en-US" sz="700" dirty="0">
                  <a:latin typeface="Meiryo UI" panose="020B0604030504040204" pitchFamily="50" charset="-128"/>
                  <a:ea typeface="Meiryo UI" panose="020B0604030504040204" pitchFamily="50" charset="-128"/>
                </a:rPr>
                <a:t>１</a:t>
              </a:r>
              <a:endParaRPr lang="ja-JP" altLang="en-US" sz="700" dirty="0">
                <a:latin typeface="Meiryo UI" panose="020B0604030504040204" pitchFamily="50" charset="-128"/>
                <a:ea typeface="Meiryo UI" panose="020B0604030504040204" pitchFamily="50" charset="-128"/>
              </a:endParaRPr>
            </a:p>
          </p:txBody>
        </p:sp>
        <p:cxnSp>
          <p:nvCxnSpPr>
            <p:cNvPr id="36" name="直接连接符 35"/>
            <p:cNvCxnSpPr/>
            <p:nvPr/>
          </p:nvCxnSpPr>
          <p:spPr>
            <a:xfrm>
              <a:off x="7518" y="1417"/>
              <a:ext cx="0" cy="8100"/>
            </a:xfrm>
            <a:prstGeom prst="line">
              <a:avLst/>
            </a:prstGeom>
            <a:ln w="25400" cap="flat" cmpd="sng" algn="ctr">
              <a:solidFill>
                <a:srgbClr val="00358D"/>
              </a:solidFill>
              <a:prstDash val="dash"/>
              <a:miter lim="800000"/>
            </a:ln>
          </p:spPr>
          <p:style>
            <a:lnRef idx="0">
              <a:schemeClr val="accent1"/>
            </a:lnRef>
            <a:fillRef idx="0">
              <a:srgbClr val="FFFFFF"/>
            </a:fillRef>
            <a:effectRef idx="0">
              <a:srgbClr val="FFFFFF"/>
            </a:effectRef>
            <a:fontRef idx="minor">
              <a:schemeClr val="tx1"/>
            </a:fontRef>
          </p:style>
        </p:cxnSp>
        <p:sp>
          <p:nvSpPr>
            <p:cNvPr id="52" name="文本框 51"/>
            <p:cNvSpPr txBox="1"/>
            <p:nvPr/>
          </p:nvSpPr>
          <p:spPr>
            <a:xfrm>
              <a:off x="11722" y="5156"/>
              <a:ext cx="343" cy="256"/>
            </a:xfrm>
            <a:prstGeom prst="rect">
              <a:avLst/>
            </a:prstGeom>
            <a:solidFill>
              <a:schemeClr val="accent1">
                <a:lumMod val="60000"/>
                <a:lumOff val="40000"/>
              </a:schemeClr>
            </a:solidFill>
          </p:spPr>
          <p:txBody>
            <a:bodyPr wrap="square" rtlCol="0">
              <a:noAutofit/>
            </a:bodyPr>
            <a:lstStyle/>
            <a:p>
              <a:pPr algn="ctr"/>
              <a:r>
                <a:rPr lang="en-US" altLang="zh-CN" sz="700" dirty="0">
                  <a:latin typeface="Meiryo UI" panose="020B0604030504040204" pitchFamily="50" charset="-128"/>
                  <a:ea typeface="SimSun" panose="02010600030101010101" pitchFamily="2" charset="-122"/>
                </a:rPr>
                <a:t>3</a:t>
              </a:r>
              <a:endParaRPr lang="en-US" altLang="zh-CN" sz="700" dirty="0">
                <a:latin typeface="Meiryo UI" panose="020B0604030504040204" pitchFamily="50" charset="-128"/>
                <a:ea typeface="SimSun" panose="02010600030101010101" pitchFamily="2" charset="-122"/>
              </a:endParaRPr>
            </a:p>
          </p:txBody>
        </p:sp>
        <p:sp>
          <p:nvSpPr>
            <p:cNvPr id="33" name="文本框 32"/>
            <p:cNvSpPr txBox="1"/>
            <p:nvPr/>
          </p:nvSpPr>
          <p:spPr>
            <a:xfrm>
              <a:off x="4752" y="2485"/>
              <a:ext cx="507" cy="256"/>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sp>
          <p:nvSpPr>
            <p:cNvPr id="15" name="文本框 14"/>
            <p:cNvSpPr txBox="1"/>
            <p:nvPr/>
          </p:nvSpPr>
          <p:spPr>
            <a:xfrm>
              <a:off x="6020" y="3941"/>
              <a:ext cx="410" cy="239"/>
            </a:xfrm>
            <a:prstGeom prst="rect">
              <a:avLst/>
            </a:prstGeom>
            <a:solidFill>
              <a:schemeClr val="accent1">
                <a:lumMod val="60000"/>
                <a:lumOff val="40000"/>
              </a:schemeClr>
            </a:solidFill>
          </p:spPr>
          <p:txBody>
            <a:bodyPr wrap="square" rtlCol="0">
              <a:noAutofit/>
            </a:bodyPr>
            <a:lstStyle/>
            <a:p>
              <a:pPr algn="ctr"/>
              <a:r>
                <a:rPr lang="en-US" altLang="zh-CN" sz="700" dirty="0">
                  <a:latin typeface="Meiryo UI" panose="020B0604030504040204" pitchFamily="50" charset="-128"/>
                  <a:ea typeface="SimSun" panose="02010600030101010101" pitchFamily="2" charset="-122"/>
                </a:rPr>
                <a:t>23</a:t>
              </a:r>
              <a:endParaRPr lang="en-US" altLang="zh-CN" sz="700" dirty="0">
                <a:latin typeface="Meiryo UI" panose="020B0604030504040204" pitchFamily="50" charset="-128"/>
                <a:ea typeface="SimSun" panose="02010600030101010101" pitchFamily="2" charset="-122"/>
              </a:endParaRPr>
            </a:p>
          </p:txBody>
        </p:sp>
        <p:sp>
          <p:nvSpPr>
            <p:cNvPr id="25" name="五边形 12"/>
            <p:cNvSpPr/>
            <p:nvPr/>
          </p:nvSpPr>
          <p:spPr>
            <a:xfrm>
              <a:off x="10402" y="2641"/>
              <a:ext cx="1235" cy="341"/>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UT</a:t>
              </a:r>
              <a:r>
                <a:rPr kumimoji="1" lang="ja-JP" altLang="ja-JP"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ケース設計</a:t>
              </a:r>
              <a:endParaRPr kumimoji="1" lang="ja-JP" altLang="ja-JP"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五边形 12"/>
            <p:cNvSpPr/>
            <p:nvPr/>
          </p:nvSpPr>
          <p:spPr>
            <a:xfrm>
              <a:off x="10415" y="4104"/>
              <a:ext cx="2570" cy="341"/>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ja-JP"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実装・</a:t>
              </a:r>
              <a:r>
                <a:rPr kumimoji="1" lang="en-US" altLang="ja-JP"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UT</a:t>
              </a:r>
              <a:endParaRPr kumimoji="1" lang="ja-JP" altLang="ja-JP" sz="7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7" name="文本框 56"/>
            <p:cNvSpPr txBox="1"/>
            <p:nvPr/>
          </p:nvSpPr>
          <p:spPr>
            <a:xfrm>
              <a:off x="12645" y="5156"/>
              <a:ext cx="343" cy="256"/>
            </a:xfrm>
            <a:prstGeom prst="rect">
              <a:avLst/>
            </a:prstGeom>
            <a:solidFill>
              <a:schemeClr val="accent1">
                <a:lumMod val="60000"/>
                <a:lumOff val="40000"/>
              </a:schemeClr>
            </a:solidFill>
          </p:spPr>
          <p:txBody>
            <a:bodyPr wrap="square" rtlCol="0">
              <a:noAutofit/>
            </a:bodyPr>
            <a:lstStyle/>
            <a:p>
              <a:pPr algn="ctr"/>
              <a:r>
                <a:rPr lang="ja-JP" altLang="en-US" sz="700" dirty="0">
                  <a:latin typeface="Meiryo UI" panose="020B0604030504040204" pitchFamily="50" charset="-128"/>
                  <a:ea typeface="SimSun" panose="02010600030101010101" pitchFamily="2" charset="-122"/>
                </a:rPr>
                <a:t>２</a:t>
              </a:r>
              <a:endParaRPr lang="ja-JP" altLang="en-US" sz="700" dirty="0">
                <a:latin typeface="Meiryo UI" panose="020B0604030504040204" pitchFamily="50" charset="-128"/>
                <a:ea typeface="SimSun" panose="02010600030101010101" pitchFamily="2" charset="-122"/>
              </a:endParaRPr>
            </a:p>
          </p:txBody>
        </p:sp>
        <p:sp>
          <p:nvSpPr>
            <p:cNvPr id="8" name="五边形 7"/>
            <p:cNvSpPr/>
            <p:nvPr/>
          </p:nvSpPr>
          <p:spPr>
            <a:xfrm>
              <a:off x="7377" y="5335"/>
              <a:ext cx="307" cy="310"/>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endParaRPr lang="ja-JP" altLang="en-US" sz="700" b="1" dirty="0">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23" name="文本框 22"/>
            <p:cNvSpPr txBox="1"/>
            <p:nvPr/>
          </p:nvSpPr>
          <p:spPr>
            <a:xfrm>
              <a:off x="8726" y="5156"/>
              <a:ext cx="343" cy="256"/>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sp>
          <p:nvSpPr>
            <p:cNvPr id="21" name="文本框 20"/>
            <p:cNvSpPr txBox="1"/>
            <p:nvPr/>
          </p:nvSpPr>
          <p:spPr>
            <a:xfrm>
              <a:off x="7175" y="5156"/>
              <a:ext cx="343" cy="256"/>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grpSp>
      <p:sp>
        <p:nvSpPr>
          <p:cNvPr id="45" name="文本框 44"/>
          <p:cNvSpPr txBox="1"/>
          <p:nvPr/>
        </p:nvSpPr>
        <p:spPr>
          <a:xfrm>
            <a:off x="10348455" y="5556250"/>
            <a:ext cx="251751" cy="162560"/>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46" name="文本框 45"/>
          <p:cNvSpPr txBox="1"/>
          <p:nvPr/>
        </p:nvSpPr>
        <p:spPr>
          <a:xfrm>
            <a:off x="9362935" y="5759450"/>
            <a:ext cx="251751" cy="162560"/>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sp>
        <p:nvSpPr>
          <p:cNvPr id="47" name="文本框 46"/>
          <p:cNvSpPr txBox="1"/>
          <p:nvPr/>
        </p:nvSpPr>
        <p:spPr>
          <a:xfrm>
            <a:off x="6953745" y="5156200"/>
            <a:ext cx="251751" cy="162560"/>
          </a:xfrm>
          <a:prstGeom prst="rect">
            <a:avLst/>
          </a:prstGeom>
          <a:solidFill>
            <a:schemeClr val="accent1">
              <a:lumMod val="60000"/>
              <a:lumOff val="40000"/>
            </a:schemeClr>
          </a:solidFill>
        </p:spPr>
        <p:txBody>
          <a:bodyPr wrap="square" rtlCol="0">
            <a:noAutofit/>
          </a:bodyPr>
          <a:lstStyle/>
          <a:p>
            <a:pPr algn="ctr"/>
            <a:r>
              <a:rPr lang="ja-JP" altLang="en-US" sz="700" dirty="0">
                <a:latin typeface="Meiryo UI" panose="020B0604030504040204" pitchFamily="50" charset="-128"/>
                <a:ea typeface="Meiryo UI" panose="020B0604030504040204" pitchFamily="50" charset="-128"/>
              </a:rPr>
              <a:t>２</a:t>
            </a:r>
            <a:endParaRPr lang="ja-JP" altLang="en-US" sz="700" dirty="0">
              <a:latin typeface="Meiryo UI" panose="020B0604030504040204" pitchFamily="50" charset="-128"/>
              <a:ea typeface="Meiryo UI" panose="020B0604030504040204" pitchFamily="50" charset="-128"/>
            </a:endParaRPr>
          </a:p>
        </p:txBody>
      </p:sp>
      <p:sp>
        <p:nvSpPr>
          <p:cNvPr id="48" name="文本框 47"/>
          <p:cNvSpPr txBox="1"/>
          <p:nvPr/>
        </p:nvSpPr>
        <p:spPr>
          <a:xfrm>
            <a:off x="7417435" y="5156200"/>
            <a:ext cx="298450" cy="162560"/>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sp>
        <p:nvSpPr>
          <p:cNvPr id="49" name="文本框 48"/>
          <p:cNvSpPr txBox="1"/>
          <p:nvPr/>
        </p:nvSpPr>
        <p:spPr>
          <a:xfrm>
            <a:off x="8380590" y="5156200"/>
            <a:ext cx="251751" cy="162560"/>
          </a:xfrm>
          <a:prstGeom prst="rect">
            <a:avLst/>
          </a:prstGeom>
          <a:solidFill>
            <a:schemeClr val="accent1">
              <a:lumMod val="60000"/>
              <a:lumOff val="40000"/>
            </a:schemeClr>
          </a:solidFill>
        </p:spPr>
        <p:txBody>
          <a:bodyPr wrap="square" rtlCol="0">
            <a:noAutofit/>
          </a:bodyPr>
          <a:lstStyle/>
          <a:p>
            <a:pPr algn="ctr"/>
            <a:r>
              <a:rPr lang="ja-JP" altLang="en-US" sz="700" dirty="0">
                <a:latin typeface="Meiryo UI" panose="020B0604030504040204" pitchFamily="50" charset="-128"/>
                <a:ea typeface="Meiryo UI" panose="020B0604030504040204" pitchFamily="50" charset="-128"/>
              </a:rPr>
              <a:t>４</a:t>
            </a:r>
            <a:endParaRPr lang="ja-JP" altLang="en-US" sz="700" dirty="0">
              <a:latin typeface="Meiryo UI" panose="020B0604030504040204" pitchFamily="50" charset="-128"/>
              <a:ea typeface="Meiryo UI" panose="020B0604030504040204" pitchFamily="50" charset="-128"/>
            </a:endParaRPr>
          </a:p>
        </p:txBody>
      </p:sp>
      <p:sp>
        <p:nvSpPr>
          <p:cNvPr id="53" name="文本框 32"/>
          <p:cNvSpPr txBox="1"/>
          <p:nvPr/>
        </p:nvSpPr>
        <p:spPr>
          <a:xfrm>
            <a:off x="4257798" y="1514129"/>
            <a:ext cx="219722" cy="207645"/>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3</a:t>
            </a:r>
            <a:endParaRPr lang="en-US" altLang="ja-JP" sz="700" dirty="0">
              <a:latin typeface="Meiryo UI" panose="020B0604030504040204" pitchFamily="50" charset="-128"/>
              <a:ea typeface="Meiryo UI" panose="020B0604030504040204" pitchFamily="50" charset="-128"/>
            </a:endParaRPr>
          </a:p>
        </p:txBody>
      </p:sp>
      <p:sp>
        <p:nvSpPr>
          <p:cNvPr id="54" name="文本框 32"/>
          <p:cNvSpPr txBox="1"/>
          <p:nvPr/>
        </p:nvSpPr>
        <p:spPr>
          <a:xfrm>
            <a:off x="4549140" y="2742565"/>
            <a:ext cx="351155" cy="173990"/>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25</a:t>
            </a:r>
            <a:endParaRPr lang="en-US" altLang="ja-JP" sz="700" dirty="0">
              <a:latin typeface="Meiryo UI" panose="020B0604030504040204" pitchFamily="50" charset="-128"/>
              <a:ea typeface="Meiryo UI" panose="020B0604030504040204" pitchFamily="50" charset="-128"/>
            </a:endParaRPr>
          </a:p>
        </p:txBody>
      </p:sp>
      <p:sp>
        <p:nvSpPr>
          <p:cNvPr id="44" name="文本框 32"/>
          <p:cNvSpPr txBox="1"/>
          <p:nvPr/>
        </p:nvSpPr>
        <p:spPr>
          <a:xfrm>
            <a:off x="4524184" y="1544176"/>
            <a:ext cx="248816" cy="174134"/>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sp>
        <p:nvSpPr>
          <p:cNvPr id="24" name="文本框 23"/>
          <p:cNvSpPr txBox="1"/>
          <p:nvPr/>
        </p:nvSpPr>
        <p:spPr>
          <a:xfrm>
            <a:off x="9363075" y="5393690"/>
            <a:ext cx="298450" cy="162560"/>
          </a:xfrm>
          <a:prstGeom prst="rect">
            <a:avLst/>
          </a:prstGeom>
          <a:solidFill>
            <a:schemeClr val="accent1">
              <a:lumMod val="60000"/>
              <a:lumOff val="40000"/>
            </a:schemeClr>
          </a:solidFill>
        </p:spPr>
        <p:txBody>
          <a:bodyPr wrap="square" rtlCol="0">
            <a:noAutofit/>
          </a:bodyPr>
          <a:lstStyle/>
          <a:p>
            <a:pPr algn="ctr"/>
            <a:r>
              <a:rPr lang="ja-JP" altLang="en-US" sz="700" dirty="0">
                <a:latin typeface="Meiryo UI" panose="020B0604030504040204" pitchFamily="50" charset="-128"/>
                <a:ea typeface="Meiryo UI" panose="020B0604030504040204" pitchFamily="50" charset="-128"/>
              </a:rPr>
              <a:t>９</a:t>
            </a:r>
            <a:endParaRPr lang="ja-JP" altLang="en-US" sz="700" dirty="0">
              <a:latin typeface="Meiryo UI" panose="020B0604030504040204" pitchFamily="50" charset="-128"/>
              <a:ea typeface="Meiryo UI" panose="020B0604030504040204" pitchFamily="50" charset="-128"/>
            </a:endParaRPr>
          </a:p>
        </p:txBody>
      </p:sp>
      <p:sp>
        <p:nvSpPr>
          <p:cNvPr id="27" name="文本框 32"/>
          <p:cNvSpPr txBox="1"/>
          <p:nvPr/>
        </p:nvSpPr>
        <p:spPr>
          <a:xfrm>
            <a:off x="7417879" y="1566401"/>
            <a:ext cx="248816" cy="174134"/>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2</a:t>
            </a:r>
            <a:endParaRPr lang="en-US" altLang="ja-JP" sz="700" dirty="0">
              <a:latin typeface="Meiryo UI" panose="020B0604030504040204" pitchFamily="50" charset="-128"/>
              <a:ea typeface="Meiryo UI" panose="020B0604030504040204" pitchFamily="50" charset="-128"/>
            </a:endParaRPr>
          </a:p>
        </p:txBody>
      </p:sp>
      <p:sp>
        <p:nvSpPr>
          <p:cNvPr id="28" name="文本框 32"/>
          <p:cNvSpPr txBox="1"/>
          <p:nvPr/>
        </p:nvSpPr>
        <p:spPr>
          <a:xfrm>
            <a:off x="7893494" y="1566401"/>
            <a:ext cx="248816" cy="174134"/>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1</a:t>
            </a:r>
            <a:endParaRPr lang="en-US" altLang="ja-JP" sz="700" dirty="0">
              <a:latin typeface="Meiryo UI" panose="020B0604030504040204" pitchFamily="50" charset="-128"/>
              <a:ea typeface="Meiryo UI" panose="020B0604030504040204" pitchFamily="50" charset="-128"/>
            </a:endParaRPr>
          </a:p>
        </p:txBody>
      </p:sp>
      <p:sp>
        <p:nvSpPr>
          <p:cNvPr id="29" name="文本框 32"/>
          <p:cNvSpPr txBox="1"/>
          <p:nvPr/>
        </p:nvSpPr>
        <p:spPr>
          <a:xfrm>
            <a:off x="4997450" y="2753995"/>
            <a:ext cx="351155" cy="173990"/>
          </a:xfrm>
          <a:prstGeom prst="rect">
            <a:avLst/>
          </a:prstGeom>
          <a:solidFill>
            <a:schemeClr val="accent1">
              <a:lumMod val="60000"/>
              <a:lumOff val="40000"/>
            </a:schemeClr>
          </a:solidFill>
        </p:spPr>
        <p:txBody>
          <a:bodyPr wrap="square" rtlCol="0">
            <a:noAutofit/>
          </a:bodyPr>
          <a:lstStyle/>
          <a:p>
            <a:pPr algn="ctr"/>
            <a:r>
              <a:rPr lang="en-US" altLang="ja-JP" sz="700" dirty="0">
                <a:latin typeface="Meiryo UI" panose="020B0604030504040204" pitchFamily="50" charset="-128"/>
                <a:ea typeface="Meiryo UI" panose="020B0604030504040204" pitchFamily="50" charset="-128"/>
              </a:rPr>
              <a:t>16</a:t>
            </a:r>
            <a:endParaRPr lang="en-US" altLang="ja-JP" sz="700" dirty="0">
              <a:latin typeface="Meiryo UI" panose="020B0604030504040204" pitchFamily="50" charset="-128"/>
              <a:ea typeface="Meiryo UI" panose="020B0604030504040204" pitchFamily="50" charset="-128"/>
            </a:endParaRPr>
          </a:p>
        </p:txBody>
      </p:sp>
      <p:sp>
        <p:nvSpPr>
          <p:cNvPr id="41" name="文本框 32"/>
          <p:cNvSpPr txBox="1"/>
          <p:nvPr/>
        </p:nvSpPr>
        <p:spPr>
          <a:xfrm>
            <a:off x="7417879" y="2480166"/>
            <a:ext cx="248816" cy="174134"/>
          </a:xfrm>
          <a:prstGeom prst="rect">
            <a:avLst/>
          </a:prstGeom>
          <a:solidFill>
            <a:schemeClr val="accent1">
              <a:lumMod val="60000"/>
              <a:lumOff val="40000"/>
            </a:schemeClr>
          </a:solidFill>
        </p:spPr>
        <p:txBody>
          <a:bodyPr wrap="square" rtlCol="0">
            <a:noAutofit/>
          </a:bodyPr>
          <a:lstStyle/>
          <a:p>
            <a:pPr algn="ctr"/>
            <a:r>
              <a:rPr lang="ja-JP" altLang="en-US" sz="700" dirty="0">
                <a:latin typeface="Meiryo UI" panose="020B0604030504040204" pitchFamily="50" charset="-128"/>
                <a:ea typeface="Meiryo UI" panose="020B0604030504040204" pitchFamily="50" charset="-128"/>
              </a:rPr>
              <a:t>１</a:t>
            </a:r>
            <a:endParaRPr lang="ja-JP" altLang="en-US" sz="700" dirty="0">
              <a:latin typeface="Meiryo UI" panose="020B0604030504040204" pitchFamily="50" charset="-128"/>
              <a:ea typeface="Meiryo UI" panose="020B0604030504040204" pitchFamily="50" charset="-128"/>
            </a:endParaRPr>
          </a:p>
        </p:txBody>
      </p:sp>
      <p:sp>
        <p:nvSpPr>
          <p:cNvPr id="50" name="文本框 32"/>
          <p:cNvSpPr txBox="1"/>
          <p:nvPr/>
        </p:nvSpPr>
        <p:spPr>
          <a:xfrm>
            <a:off x="8380539" y="2480166"/>
            <a:ext cx="248816" cy="174134"/>
          </a:xfrm>
          <a:prstGeom prst="rect">
            <a:avLst/>
          </a:prstGeom>
          <a:solidFill>
            <a:schemeClr val="accent1">
              <a:lumMod val="60000"/>
              <a:lumOff val="40000"/>
            </a:schemeClr>
          </a:solidFill>
        </p:spPr>
        <p:txBody>
          <a:bodyPr wrap="square" rtlCol="0">
            <a:noAutofit/>
          </a:bodyPr>
          <a:lstStyle/>
          <a:p>
            <a:pPr algn="ctr"/>
            <a:r>
              <a:rPr lang="ja-JP" altLang="en-US" sz="700" dirty="0">
                <a:latin typeface="Meiryo UI" panose="020B0604030504040204" pitchFamily="50" charset="-128"/>
                <a:ea typeface="Meiryo UI" panose="020B0604030504040204" pitchFamily="50" charset="-128"/>
              </a:rPr>
              <a:t>３</a:t>
            </a:r>
            <a:endParaRPr lang="ja-JP" altLang="en-US" sz="700" dirty="0">
              <a:latin typeface="Meiryo UI" panose="020B0604030504040204" pitchFamily="50" charset="-128"/>
              <a:ea typeface="Meiryo UI" panose="020B0604030504040204" pitchFamily="50" charset="-128"/>
            </a:endParaRPr>
          </a:p>
        </p:txBody>
      </p:sp>
      <p:sp>
        <p:nvSpPr>
          <p:cNvPr id="56" name="文本框 32"/>
          <p:cNvSpPr txBox="1"/>
          <p:nvPr/>
        </p:nvSpPr>
        <p:spPr>
          <a:xfrm>
            <a:off x="9111424" y="2502391"/>
            <a:ext cx="248816" cy="174134"/>
          </a:xfrm>
          <a:prstGeom prst="rect">
            <a:avLst/>
          </a:prstGeom>
          <a:solidFill>
            <a:schemeClr val="accent1">
              <a:lumMod val="60000"/>
              <a:lumOff val="40000"/>
            </a:schemeClr>
          </a:solidFill>
        </p:spPr>
        <p:txBody>
          <a:bodyPr wrap="square" rtlCol="0">
            <a:noAutofit/>
          </a:bodyPr>
          <a:lstStyle/>
          <a:p>
            <a:pPr algn="ctr"/>
            <a:r>
              <a:rPr lang="ja-JP" altLang="en-US" sz="700" dirty="0">
                <a:latin typeface="Meiryo UI" panose="020B0604030504040204" pitchFamily="50" charset="-128"/>
                <a:ea typeface="Meiryo UI" panose="020B0604030504040204" pitchFamily="50" charset="-128"/>
              </a:rPr>
              <a:t>２</a:t>
            </a:r>
            <a:endParaRPr lang="ja-JP" altLang="en-US" sz="700" dirty="0">
              <a:latin typeface="Meiryo UI" panose="020B0604030504040204" pitchFamily="50" charset="-128"/>
              <a:ea typeface="Meiryo UI" panose="020B0604030504040204" pitchFamily="50" charset="-128"/>
            </a:endParaRPr>
          </a:p>
        </p:txBody>
      </p:sp>
      <p:sp>
        <p:nvSpPr>
          <p:cNvPr id="58" name="文本框 57"/>
          <p:cNvSpPr txBox="1"/>
          <p:nvPr/>
        </p:nvSpPr>
        <p:spPr>
          <a:xfrm>
            <a:off x="7893685" y="5156200"/>
            <a:ext cx="298450" cy="162560"/>
          </a:xfrm>
          <a:prstGeom prst="rect">
            <a:avLst/>
          </a:prstGeom>
          <a:solidFill>
            <a:schemeClr val="accent1">
              <a:lumMod val="60000"/>
              <a:lumOff val="40000"/>
            </a:schemeClr>
          </a:solidFill>
        </p:spPr>
        <p:txBody>
          <a:bodyPr wrap="square" rtlCol="0">
            <a:noAutofit/>
          </a:bodyPr>
          <a:lstStyle/>
          <a:p>
            <a:pPr algn="ctr"/>
            <a:r>
              <a:rPr lang="ja-JP" altLang="en-US" sz="700" dirty="0">
                <a:latin typeface="Meiryo UI" panose="020B0604030504040204" pitchFamily="50" charset="-128"/>
                <a:ea typeface="Meiryo UI" panose="020B0604030504040204" pitchFamily="50" charset="-128"/>
              </a:rPr>
              <a:t>２</a:t>
            </a:r>
            <a:endParaRPr lang="ja-JP" altLang="en-US" sz="700" dirty="0">
              <a:latin typeface="Meiryo UI" panose="020B0604030504040204" pitchFamily="50" charset="-128"/>
              <a:ea typeface="Meiryo UI" panose="020B0604030504040204" pitchFamily="50" charset="-128"/>
            </a:endParaRPr>
          </a:p>
        </p:txBody>
      </p:sp>
      <p:sp>
        <p:nvSpPr>
          <p:cNvPr id="59" name="文本框 58"/>
          <p:cNvSpPr txBox="1"/>
          <p:nvPr/>
        </p:nvSpPr>
        <p:spPr>
          <a:xfrm>
            <a:off x="9108935" y="5156200"/>
            <a:ext cx="251751" cy="162560"/>
          </a:xfrm>
          <a:prstGeom prst="rect">
            <a:avLst/>
          </a:prstGeom>
          <a:solidFill>
            <a:schemeClr val="accent1">
              <a:lumMod val="60000"/>
              <a:lumOff val="40000"/>
            </a:schemeClr>
          </a:solidFill>
        </p:spPr>
        <p:txBody>
          <a:bodyPr wrap="square" rtlCol="0">
            <a:noAutofit/>
          </a:bodyPr>
          <a:lstStyle/>
          <a:p>
            <a:pPr algn="ctr"/>
            <a:r>
              <a:rPr lang="ja-JP" altLang="en-US" sz="700" dirty="0">
                <a:latin typeface="Meiryo UI" panose="020B0604030504040204" pitchFamily="50" charset="-128"/>
                <a:ea typeface="Meiryo UI" panose="020B0604030504040204" pitchFamily="50" charset="-128"/>
              </a:rPr>
              <a:t>６</a:t>
            </a:r>
            <a:endParaRPr lang="ja-JP" altLang="en-US" sz="700" dirty="0">
              <a:latin typeface="Meiryo UI" panose="020B0604030504040204" pitchFamily="50" charset="-128"/>
              <a:ea typeface="Meiryo UI" panose="020B0604030504040204" pitchFamily="50" charset="-128"/>
            </a:endParaRPr>
          </a:p>
        </p:txBody>
      </p:sp>
      <p:sp>
        <p:nvSpPr>
          <p:cNvPr id="60" name="文本框 59"/>
          <p:cNvSpPr txBox="1"/>
          <p:nvPr/>
        </p:nvSpPr>
        <p:spPr>
          <a:xfrm>
            <a:off x="10348595" y="5156200"/>
            <a:ext cx="298450" cy="162560"/>
          </a:xfrm>
          <a:prstGeom prst="rect">
            <a:avLst/>
          </a:prstGeom>
          <a:solidFill>
            <a:schemeClr val="accent1">
              <a:lumMod val="60000"/>
              <a:lumOff val="40000"/>
            </a:schemeClr>
          </a:solidFill>
        </p:spPr>
        <p:txBody>
          <a:bodyPr wrap="square" rtlCol="0">
            <a:noAutofit/>
          </a:bodyPr>
          <a:lstStyle/>
          <a:p>
            <a:pPr algn="ctr"/>
            <a:r>
              <a:rPr lang="ja-JP" altLang="en-US" sz="700" dirty="0">
                <a:latin typeface="Meiryo UI" panose="020B0604030504040204" pitchFamily="50" charset="-128"/>
                <a:ea typeface="Meiryo UI" panose="020B0604030504040204" pitchFamily="50" charset="-128"/>
              </a:rPr>
              <a:t>８</a:t>
            </a:r>
            <a:endParaRPr lang="ja-JP" altLang="en-US" sz="700" dirty="0">
              <a:latin typeface="Meiryo UI" panose="020B0604030504040204" pitchFamily="50" charset="-128"/>
              <a:ea typeface="Meiryo UI" panose="020B0604030504040204" pitchFamily="50"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3"/>
          </p:nvPr>
        </p:nvSpPr>
        <p:spPr>
          <a:xfrm>
            <a:off x="626229" y="181629"/>
            <a:ext cx="10210270" cy="572828"/>
          </a:xfrm>
        </p:spPr>
        <p:txBody>
          <a:bodyPr>
            <a:normAutofit fontScale="97500"/>
          </a:bodyPr>
          <a:lstStyle/>
          <a:p>
            <a:pPr lvl="0"/>
            <a:r>
              <a:rPr lang="ja-JP" altLang="en-US" dirty="0">
                <a:solidFill>
                  <a:schemeClr val="tx1">
                    <a:lumMod val="85000"/>
                    <a:lumOff val="15000"/>
                  </a:schemeClr>
                </a:solidFill>
                <a:latin typeface="Meiryo UI" panose="020B0604030504040204" pitchFamily="50" charset="-128"/>
                <a:ea typeface="Meiryo UI" panose="020B0604030504040204" pitchFamily="50" charset="-128"/>
              </a:rPr>
              <a:t>全体</a:t>
            </a:r>
            <a:r>
              <a:rPr lang="en-US" altLang="ja-JP" dirty="0" err="1">
                <a:latin typeface="Meiryo UI" panose="020B0604030504040204" pitchFamily="50" charset="-128"/>
                <a:ea typeface="Meiryo UI" panose="020B0604030504040204" pitchFamily="50" charset="-128"/>
                <a:sym typeface="+mn-ea"/>
              </a:rPr>
              <a:t>対応スケジュール</a:t>
            </a:r>
            <a:r>
              <a:rPr lang="ja-JP" altLang="en-US" dirty="0" err="1">
                <a:latin typeface="Meiryo UI" panose="020B0604030504040204" pitchFamily="50" charset="-128"/>
                <a:ea typeface="Meiryo UI" panose="020B0604030504040204" pitchFamily="50" charset="-128"/>
                <a:sym typeface="+mn-ea"/>
              </a:rPr>
              <a:t>（</a:t>
            </a:r>
            <a:r>
              <a:rPr lang="en-US" altLang="ja-JP" dirty="0">
                <a:latin typeface="Meiryo UI" panose="020B0604030504040204" pitchFamily="50" charset="-128"/>
                <a:ea typeface="Meiryo UI" panose="020B0604030504040204" pitchFamily="50" charset="-128"/>
                <a:sym typeface="+mn-ea"/>
              </a:rPr>
              <a:t>SDK</a:t>
            </a:r>
            <a:r>
              <a:rPr lang="ja-JP" altLang="en-US" dirty="0">
                <a:latin typeface="Meiryo UI" panose="020B0604030504040204" pitchFamily="50" charset="-128"/>
                <a:ea typeface="Meiryo UI" panose="020B0604030504040204" pitchFamily="50" charset="-128"/>
                <a:sym typeface="+mn-ea"/>
              </a:rPr>
              <a:t>設計分</a:t>
            </a:r>
            <a:r>
              <a:rPr lang="en-US" altLang="ja-JP" dirty="0">
                <a:latin typeface="Meiryo UI" panose="020B0604030504040204" pitchFamily="50" charset="-128"/>
                <a:ea typeface="Meiryo UI" panose="020B0604030504040204" pitchFamily="50" charset="-128"/>
                <a:sym typeface="+mn-ea"/>
              </a:rPr>
              <a:t>-</a:t>
            </a:r>
            <a:r>
              <a:rPr lang="en-US" altLang="zh-CN" dirty="0">
                <a:latin typeface="Meiryo UI" panose="020B0604030504040204" pitchFamily="50" charset="-128"/>
                <a:ea typeface="Meiryo UI" panose="020B0604030504040204" pitchFamily="50" charset="-128"/>
                <a:sym typeface="+mn-ea"/>
              </a:rPr>
              <a:t>API I/F</a:t>
            </a:r>
            <a:r>
              <a:rPr lang="ja-JP" altLang="en-US" dirty="0">
                <a:latin typeface="Meiryo UI" panose="020B0604030504040204" pitchFamily="50" charset="-128"/>
                <a:ea typeface="Meiryo UI" panose="020B0604030504040204" pitchFamily="50" charset="-128"/>
                <a:sym typeface="+mn-ea"/>
              </a:rPr>
              <a:t>設計）</a:t>
            </a:r>
            <a:endParaRPr lang="ja-JP" altLang="en-US" dirty="0">
              <a:latin typeface="Meiryo UI" panose="020B0604030504040204" pitchFamily="50" charset="-128"/>
              <a:ea typeface="Meiryo UI" panose="020B0604030504040204" pitchFamily="50" charset="-128"/>
              <a:sym typeface="+mn-ea"/>
            </a:endParaRPr>
          </a:p>
        </p:txBody>
      </p:sp>
      <p:graphicFrame>
        <p:nvGraphicFramePr>
          <p:cNvPr id="5" name="表 4"/>
          <p:cNvGraphicFramePr>
            <a:graphicFrameLocks noGrp="1"/>
          </p:cNvGraphicFramePr>
          <p:nvPr>
            <p:custDataLst>
              <p:tags r:id="rId1"/>
            </p:custDataLst>
          </p:nvPr>
        </p:nvGraphicFramePr>
        <p:xfrm>
          <a:off x="364961" y="652799"/>
          <a:ext cx="11282752" cy="6097560"/>
        </p:xfrm>
        <a:graphic>
          <a:graphicData uri="http://schemas.openxmlformats.org/drawingml/2006/table">
            <a:tbl>
              <a:tblPr firstRow="1" bandRow="1"/>
              <a:tblGrid>
                <a:gridCol w="579141"/>
                <a:gridCol w="1513627"/>
                <a:gridCol w="2205067"/>
                <a:gridCol w="786449"/>
                <a:gridCol w="1154406"/>
                <a:gridCol w="1106428"/>
                <a:gridCol w="3937634"/>
              </a:tblGrid>
              <a:tr h="40623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lnSpc>
                          <a:spcPct val="100000"/>
                        </a:lnSpc>
                      </a:pPr>
                      <a:r>
                        <a:rPr lang="en-US" altLang="zh-CN" sz="900" dirty="0">
                          <a:latin typeface="Meiryo UI" panose="020B0604030504040204" pitchFamily="50" charset="-128"/>
                          <a:ea typeface="Meiryo UI" panose="020B0604030504040204" pitchFamily="50" charset="-128"/>
                        </a:rPr>
                        <a:t>No.</a:t>
                      </a:r>
                      <a:endParaRPr lang="zh-CN" altLang="en-US" sz="900" dirty="0">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900" dirty="0">
                          <a:solidFill>
                            <a:schemeClr val="bg1"/>
                          </a:solidFill>
                          <a:latin typeface="Meiryo UI" panose="020B0604030504040204" pitchFamily="50" charset="-128"/>
                          <a:ea typeface="SimSun" panose="02010600030101010101" pitchFamily="2" charset="-122"/>
                        </a:rPr>
                        <a:t>JIRA</a:t>
                      </a:r>
                      <a:endParaRPr kumimoji="1" lang="en-US" altLang="zh-CN" sz="900" dirty="0">
                        <a:solidFill>
                          <a:schemeClr val="bg1"/>
                        </a:solidFill>
                        <a:latin typeface="Meiryo UI" panose="020B0604030504040204" pitchFamily="50" charset="-128"/>
                        <a:ea typeface="SimSun" panose="02010600030101010101" pitchFamily="2"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dirty="0">
                          <a:solidFill>
                            <a:schemeClr val="bg1"/>
                          </a:solidFill>
                          <a:latin typeface="Meiryo UI" panose="020B0604030504040204" pitchFamily="50" charset="-128"/>
                          <a:ea typeface="Meiryo UI" panose="020B0604030504040204" pitchFamily="50" charset="-128"/>
                        </a:rPr>
                        <a:t>作業内容</a:t>
                      </a:r>
                      <a:endParaRPr kumimoji="1" lang="ja-JP" altLang="en-US" sz="900" dirty="0">
                        <a:solidFill>
                          <a:schemeClr val="bg1"/>
                        </a:solidFill>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状態</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I/F</a:t>
                      </a: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設計</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（提出時間）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I/F</a:t>
                      </a: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設計</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（レビュー完了時間）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r>
              <a:tr h="568732">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strike="noStrike" dirty="0">
                          <a:solidFill>
                            <a:srgbClr val="C00000"/>
                          </a:solidFill>
                          <a:latin typeface="Meiryo UI" panose="020B0604030504040204" pitchFamily="50" charset="-128"/>
                          <a:ea typeface="Meiryo UI" panose="020B0604030504040204" pitchFamily="50" charset="-128"/>
                        </a:rPr>
                        <a:t>1</a:t>
                      </a:r>
                      <a:endParaRPr lang="en-US" altLang="ja-JP" sz="900" strike="noStrike" dirty="0">
                        <a:solidFill>
                          <a:srgbClr val="C00000"/>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srgbClr val="C00000"/>
                          </a:solidFill>
                          <a:effectLst/>
                          <a:uLnTx/>
                          <a:uFillTx/>
                          <a:latin typeface="Meiryo UI" panose="020B0604030504040204" pitchFamily="50" charset="-128"/>
                          <a:ea typeface="Meiryo UI" panose="020B0604030504040204" pitchFamily="50" charset="-128"/>
                        </a:rPr>
                        <a:t>SMN_00108-511 </a:t>
                      </a:r>
                      <a:endParaRPr kumimoji="1" lang="en-US" altLang="zh-CN" sz="900" b="0" i="0" u="none" strike="noStrike" kern="0" cap="none" spc="0" normalizeH="0" baseline="0" noProof="0" dirty="0">
                        <a:ln>
                          <a:noFill/>
                        </a:ln>
                        <a:solidFill>
                          <a:srgbClr val="C00000"/>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l">
                        <a:lnSpc>
                          <a:spcPct val="100000"/>
                        </a:lnSpc>
                        <a:buClrTx/>
                        <a:buSzTx/>
                        <a:buFontTx/>
                      </a:pPr>
                      <a:r>
                        <a:rPr lang="zh-CN" altLang="en-US" sz="900" strike="noStrike" dirty="0">
                          <a:solidFill>
                            <a:srgbClr val="C00000"/>
                          </a:solidFill>
                          <a:latin typeface="Meiryo UI" panose="020B0604030504040204" pitchFamily="50" charset="-128"/>
                          <a:ea typeface="Meiryo UI" panose="020B0604030504040204" pitchFamily="50" charset="-128"/>
                          <a:sym typeface="+mn-ea"/>
                        </a:rPr>
                        <a:t>新製品対応</a:t>
                      </a:r>
                      <a:r>
                        <a:rPr lang="en-US" altLang="zh-CN" sz="900" strike="noStrike" dirty="0">
                          <a:solidFill>
                            <a:srgbClr val="C00000"/>
                          </a:solidFill>
                          <a:latin typeface="Meiryo UI" panose="020B0604030504040204" pitchFamily="50" charset="-128"/>
                          <a:ea typeface="Meiryo UI" panose="020B0604030504040204" pitchFamily="50" charset="-128"/>
                          <a:sym typeface="+mn-ea"/>
                        </a:rPr>
                        <a:t>(SW-MT700</a:t>
                      </a:r>
                      <a:r>
                        <a:rPr lang="zh-CN" altLang="en-US" sz="900" strike="noStrike" dirty="0">
                          <a:solidFill>
                            <a:srgbClr val="C00000"/>
                          </a:solidFill>
                          <a:latin typeface="Meiryo UI" panose="020B0604030504040204" pitchFamily="50" charset="-128"/>
                          <a:ea typeface="Meiryo UI" panose="020B0604030504040204" pitchFamily="50" charset="-128"/>
                          <a:sym typeface="+mn-ea"/>
                        </a:rPr>
                        <a:t>）</a:t>
                      </a:r>
                      <a:endParaRPr lang="zh-CN" altLang="en-US" sz="900" strike="noStrike" dirty="0">
                        <a:solidFill>
                          <a:srgbClr val="C00000"/>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algn="l" defTabSz="914400" rtl="0" eaLnBrk="1" fontAlgn="auto" latinLnBrk="0" hangingPunct="1">
                        <a:lnSpc>
                          <a:spcPct val="100000"/>
                        </a:lnSpc>
                        <a:spcBef>
                          <a:spcPts val="0"/>
                        </a:spcBef>
                        <a:buClrTx/>
                        <a:buSzTx/>
                        <a:buFontTx/>
                        <a:buNone/>
                      </a:pPr>
                      <a:r>
                        <a:rPr lang="ja-JP" altLang="en-US" sz="900" b="1" dirty="0">
                          <a:solidFill>
                            <a:schemeClr val="tx1"/>
                          </a:solidFill>
                          <a:latin typeface="Meiryo UI" panose="020B0604030504040204" pitchFamily="50" charset="-128"/>
                          <a:ea typeface="Meiryo UI" panose="020B0604030504040204" pitchFamily="50" charset="-128"/>
                          <a:sym typeface="+mn-ea"/>
                        </a:rPr>
                        <a:t>対応中</a:t>
                      </a:r>
                      <a:endParaRPr lang="zh-CN" altLang="en-US" sz="900" dirty="0">
                        <a:solidFill>
                          <a:srgbClr val="C00000"/>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sym typeface="+mn-ea"/>
                        </a:rPr>
                        <a:t>6/18</a:t>
                      </a:r>
                      <a:endParaRPr lang="en-US" altLang="ja-JP" sz="900" b="1" kern="1200" dirty="0">
                        <a:solidFill>
                          <a:srgbClr val="C00000"/>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sym typeface="+mn-ea"/>
                        </a:rPr>
                        <a:t>6/23</a:t>
                      </a:r>
                      <a:endParaRPr lang="en-US" altLang="ja-JP" sz="900" b="1" kern="1200" dirty="0">
                        <a:solidFill>
                          <a:srgbClr val="C00000"/>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I/F</a:t>
                      </a:r>
                      <a:r>
                        <a:rPr lang="ja-JP" altLang="en-US" sz="900" b="1" dirty="0">
                          <a:solidFill>
                            <a:schemeClr val="tx1"/>
                          </a:solidFill>
                          <a:latin typeface="Meiryo UI" panose="020B0604030504040204" pitchFamily="50" charset="-128"/>
                          <a:ea typeface="Meiryo UI" panose="020B0604030504040204" pitchFamily="50" charset="-128"/>
                          <a:sym typeface="+mn-ea"/>
                        </a:rPr>
                        <a:t>設計</a:t>
                      </a:r>
                      <a:r>
                        <a:rPr lang="zh-CN" altLang="en-US" sz="900" b="1" dirty="0">
                          <a:solidFill>
                            <a:schemeClr val="tx1"/>
                          </a:solidFill>
                          <a:latin typeface="Meiryo UI" panose="020B0604030504040204" pitchFamily="50" charset="-128"/>
                          <a:ea typeface="Meiryo UI" panose="020B0604030504040204" pitchFamily="50" charset="-128"/>
                          <a:sym typeface="+mn-ea"/>
                        </a:rPr>
                        <a:t>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r>
                        <a:rPr lang="en-US" altLang="ja-JP" sz="900" b="1" dirty="0">
                          <a:solidFill>
                            <a:schemeClr val="tx1"/>
                          </a:solidFill>
                          <a:latin typeface="Meiryo UI" panose="020B0604030504040204" pitchFamily="50" charset="-128"/>
                          <a:ea typeface="Meiryo UI" panose="020B0604030504040204" pitchFamily="50" charset="-128"/>
                          <a:sym typeface="+mn-ea"/>
                          <a:hlinkClick r:id="rId2"/>
                        </a:rPr>
                        <a:t>#219</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dirty="0">
                          <a:solidFill>
                            <a:schemeClr val="tx1"/>
                          </a:solidFill>
                          <a:latin typeface="Meiryo UI" panose="020B0604030504040204" pitchFamily="50" charset="-128"/>
                          <a:ea typeface="Meiryo UI" panose="020B0604030504040204" pitchFamily="50" charset="-128"/>
                          <a:sym typeface="+mn-ea"/>
                        </a:rPr>
                        <a:t>クローズ済み</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900" b="1" kern="1200" dirty="0">
                          <a:solidFill>
                            <a:srgbClr val="C00000"/>
                          </a:solidFill>
                          <a:latin typeface="Meiryo UI" panose="020B0604030504040204" pitchFamily="50" charset="-128"/>
                          <a:ea typeface="Meiryo UI" panose="020B0604030504040204" pitchFamily="50" charset="-128"/>
                          <a:cs typeface="+mn-cs"/>
                          <a:sym typeface="+mn-ea"/>
                        </a:rPr>
                        <a:t>仕様が更新されたため、再確認が必要</a:t>
                      </a:r>
                      <a:endParaRPr kumimoji="1" lang="en-US" altLang="ja-JP" sz="900" b="1" kern="1200" dirty="0">
                        <a:solidFill>
                          <a:srgbClr val="C00000"/>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24990">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ja-JP" altLang="en-US" sz="900" dirty="0">
                          <a:latin typeface="Meiryo UI" panose="020B0604030504040204" pitchFamily="50" charset="-128"/>
                          <a:ea typeface="Meiryo UI" panose="020B0604030504040204" pitchFamily="50" charset="-128"/>
                        </a:rPr>
                        <a:t>２</a:t>
                      </a:r>
                      <a:endParaRPr lang="ja-JP" altLang="en-US"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SMN_00108-530 </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dirty="0">
                          <a:solidFill>
                            <a:schemeClr val="tx1"/>
                          </a:solidFill>
                          <a:latin typeface="Meiryo UI" panose="020B0604030504040204" pitchFamily="50" charset="-128"/>
                          <a:ea typeface="Meiryo UI" panose="020B0604030504040204" pitchFamily="50" charset="-128"/>
                        </a:rPr>
                        <a:t>BES3</a:t>
                      </a:r>
                      <a:r>
                        <a:rPr lang="ja-JP" altLang="en-US" sz="900" dirty="0">
                          <a:solidFill>
                            <a:schemeClr val="tx1"/>
                          </a:solidFill>
                          <a:latin typeface="Meiryo UI" panose="020B0604030504040204" pitchFamily="50" charset="-128"/>
                          <a:ea typeface="Meiryo UI" panose="020B0604030504040204" pitchFamily="50" charset="-128"/>
                        </a:rPr>
                        <a:t>など</a:t>
                      </a:r>
                      <a:r>
                        <a:rPr lang="zh-CN" altLang="en-US" sz="900" dirty="0">
                          <a:solidFill>
                            <a:schemeClr val="tx1"/>
                          </a:solidFill>
                          <a:latin typeface="Meiryo UI" panose="020B0604030504040204" pitchFamily="50" charset="-128"/>
                          <a:ea typeface="Meiryo UI" panose="020B0604030504040204" pitchFamily="50" charset="-128"/>
                        </a:rPr>
                        <a:t>他社</a:t>
                      </a:r>
                      <a:r>
                        <a:rPr lang="ja-JP" altLang="en-US" sz="900" dirty="0">
                          <a:solidFill>
                            <a:schemeClr val="tx1"/>
                          </a:solidFill>
                          <a:latin typeface="Meiryo UI" panose="020B0604030504040204" pitchFamily="50" charset="-128"/>
                          <a:ea typeface="Meiryo UI" panose="020B0604030504040204" pitchFamily="50" charset="-128"/>
                        </a:rPr>
                        <a:t>バッテリーによる</a:t>
                      </a:r>
                      <a:r>
                        <a:rPr lang="en-US" altLang="zh-CN" sz="900" dirty="0">
                          <a:solidFill>
                            <a:schemeClr val="tx1"/>
                          </a:solidFill>
                          <a:latin typeface="Meiryo UI" panose="020B0604030504040204" pitchFamily="50" charset="-128"/>
                          <a:ea typeface="Meiryo UI" panose="020B0604030504040204" pitchFamily="50" charset="-128"/>
                        </a:rPr>
                        <a:t>Di2</a:t>
                      </a:r>
                      <a:r>
                        <a:rPr lang="ja-JP" altLang="en-US" sz="900" dirty="0">
                          <a:solidFill>
                            <a:schemeClr val="tx1"/>
                          </a:solidFill>
                          <a:latin typeface="Meiryo UI" panose="020B0604030504040204" pitchFamily="50" charset="-128"/>
                          <a:ea typeface="Meiryo UI" panose="020B0604030504040204" pitchFamily="50" charset="-128"/>
                        </a:rPr>
                        <a:t>バイク</a:t>
                      </a:r>
                      <a:r>
                        <a:rPr lang="zh-CN" altLang="en-US" sz="900" dirty="0">
                          <a:solidFill>
                            <a:schemeClr val="tx1"/>
                          </a:solidFill>
                          <a:latin typeface="Meiryo UI" panose="020B0604030504040204" pitchFamily="50" charset="-128"/>
                          <a:ea typeface="Meiryo UI" panose="020B0604030504040204" pitchFamily="50" charset="-128"/>
                        </a:rPr>
                        <a:t>対応</a:t>
                      </a:r>
                      <a:endParaRPr lang="zh-CN"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変更が不要</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1/23</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1/28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I/F</a:t>
                      </a:r>
                      <a:r>
                        <a:rPr lang="ja-JP" altLang="en-US" sz="900" b="1" dirty="0">
                          <a:solidFill>
                            <a:schemeClr val="tx1"/>
                          </a:solidFill>
                          <a:latin typeface="Meiryo UI" panose="020B0604030504040204" pitchFamily="50" charset="-128"/>
                          <a:ea typeface="Meiryo UI" panose="020B0604030504040204" pitchFamily="50" charset="-128"/>
                          <a:sym typeface="+mn-ea"/>
                        </a:rPr>
                        <a:t>設計</a:t>
                      </a:r>
                      <a:r>
                        <a:rPr lang="zh-CN" altLang="en-US" sz="900" b="1" dirty="0">
                          <a:solidFill>
                            <a:schemeClr val="tx1"/>
                          </a:solidFill>
                          <a:latin typeface="Meiryo UI" panose="020B0604030504040204" pitchFamily="50" charset="-128"/>
                          <a:ea typeface="Meiryo UI" panose="020B0604030504040204" pitchFamily="50" charset="-128"/>
                          <a:sym typeface="+mn-ea"/>
                        </a:rPr>
                        <a:t>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r>
                        <a:rPr lang="en-US" altLang="ja-JP" sz="900" b="1" dirty="0">
                          <a:solidFill>
                            <a:schemeClr val="tx1"/>
                          </a:solidFill>
                          <a:latin typeface="Meiryo UI" panose="020B0604030504040204" pitchFamily="50" charset="-128"/>
                          <a:ea typeface="Meiryo UI" panose="020B0604030504040204" pitchFamily="50" charset="-128"/>
                          <a:sym typeface="+mn-ea"/>
                          <a:hlinkClick r:id="rId3"/>
                        </a:rPr>
                        <a:t>#174</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en-US" altLang="zh-CN" sz="900" b="1" dirty="0">
                          <a:solidFill>
                            <a:schemeClr val="tx1"/>
                          </a:solidFill>
                          <a:latin typeface="Meiryo UI" panose="020B0604030504040204" pitchFamily="50" charset="-128"/>
                          <a:ea typeface="Meiryo UI" panose="020B0604030504040204" pitchFamily="50" charset="-128"/>
                          <a:sym typeface="+mn-ea"/>
                        </a:rPr>
                        <a:t>I/F</a:t>
                      </a:r>
                      <a:r>
                        <a:rPr lang="ja-JP" altLang="en-US" sz="900" b="1" dirty="0">
                          <a:solidFill>
                            <a:schemeClr val="tx1"/>
                          </a:solidFill>
                          <a:latin typeface="Meiryo UI" panose="020B0604030504040204" pitchFamily="50" charset="-128"/>
                          <a:ea typeface="Meiryo UI" panose="020B0604030504040204" pitchFamily="50" charset="-128"/>
                          <a:sym typeface="+mn-ea"/>
                        </a:rPr>
                        <a:t>設計の変更が不要なので、クローズいた</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24990">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3</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SMN_00108-752</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900" dirty="0">
                          <a:solidFill>
                            <a:schemeClr val="tx1"/>
                          </a:solidFill>
                          <a:latin typeface="Meiryo UI" panose="020B0604030504040204" pitchFamily="50" charset="-128"/>
                          <a:ea typeface="Meiryo UI" panose="020B0604030504040204" pitchFamily="50" charset="-128"/>
                        </a:rPr>
                        <a:t>変速</a:t>
                      </a:r>
                      <a:r>
                        <a:rPr lang="ja-JP" altLang="en-US" sz="900" dirty="0">
                          <a:solidFill>
                            <a:schemeClr val="tx1"/>
                          </a:solidFill>
                          <a:latin typeface="Meiryo UI" panose="020B0604030504040204" pitchFamily="50" charset="-128"/>
                          <a:ea typeface="Meiryo UI" panose="020B0604030504040204" pitchFamily="50" charset="-128"/>
                        </a:rPr>
                        <a:t>アジャスト</a:t>
                      </a:r>
                      <a:endParaRPr lang="ja-JP"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1/23</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1/28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I/F</a:t>
                      </a:r>
                      <a:r>
                        <a:rPr lang="ja-JP" altLang="en-US" sz="900" b="1" dirty="0">
                          <a:solidFill>
                            <a:schemeClr val="tx1"/>
                          </a:solidFill>
                          <a:latin typeface="Meiryo UI" panose="020B0604030504040204" pitchFamily="50" charset="-128"/>
                          <a:ea typeface="Meiryo UI" panose="020B0604030504040204" pitchFamily="50" charset="-128"/>
                          <a:sym typeface="+mn-ea"/>
                        </a:rPr>
                        <a:t>設計</a:t>
                      </a:r>
                      <a:r>
                        <a:rPr lang="zh-CN" altLang="en-US" sz="900" b="1" dirty="0">
                          <a:solidFill>
                            <a:schemeClr val="tx1"/>
                          </a:solidFill>
                          <a:latin typeface="Meiryo UI" panose="020B0604030504040204" pitchFamily="50" charset="-128"/>
                          <a:ea typeface="Meiryo UI" panose="020B0604030504040204" pitchFamily="50" charset="-128"/>
                          <a:sym typeface="+mn-ea"/>
                        </a:rPr>
                        <a:t>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r>
                        <a:rPr lang="en-US" altLang="ja-JP" sz="900" b="1" dirty="0">
                          <a:solidFill>
                            <a:schemeClr val="tx1"/>
                          </a:solidFill>
                          <a:latin typeface="Meiryo UI" panose="020B0604030504040204" pitchFamily="50" charset="-128"/>
                          <a:ea typeface="Meiryo UI" panose="020B0604030504040204" pitchFamily="50" charset="-128"/>
                          <a:sym typeface="+mn-ea"/>
                          <a:hlinkClick r:id="rId4"/>
                        </a:rPr>
                        <a:t>#180</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24990">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4</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SMN_00108-1240</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パーツ</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一覧画面</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で</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RD</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BLE</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MAC</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アドレスを</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表示</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する</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1/19</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1/22</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I/F</a:t>
                      </a:r>
                      <a:r>
                        <a:rPr lang="ja-JP" altLang="en-US" sz="900" b="1" dirty="0">
                          <a:solidFill>
                            <a:schemeClr val="tx1"/>
                          </a:solidFill>
                          <a:latin typeface="Meiryo UI" panose="020B0604030504040204" pitchFamily="50" charset="-128"/>
                          <a:ea typeface="Meiryo UI" panose="020B0604030504040204" pitchFamily="50" charset="-128"/>
                          <a:sym typeface="+mn-ea"/>
                        </a:rPr>
                        <a:t>設計</a:t>
                      </a:r>
                      <a:r>
                        <a:rPr lang="zh-CN" altLang="en-US" sz="900" b="1" dirty="0">
                          <a:solidFill>
                            <a:schemeClr val="tx1"/>
                          </a:solidFill>
                          <a:latin typeface="Meiryo UI" panose="020B0604030504040204" pitchFamily="50" charset="-128"/>
                          <a:ea typeface="Meiryo UI" panose="020B0604030504040204" pitchFamily="50" charset="-128"/>
                          <a:sym typeface="+mn-ea"/>
                        </a:rPr>
                        <a:t>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r>
                        <a:rPr lang="en-US" altLang="ja-JP" sz="900" b="1" dirty="0">
                          <a:solidFill>
                            <a:schemeClr val="tx1"/>
                          </a:solidFill>
                          <a:latin typeface="Meiryo UI" panose="020B0604030504040204" pitchFamily="50" charset="-128"/>
                          <a:ea typeface="Meiryo UI" panose="020B0604030504040204" pitchFamily="50" charset="-128"/>
                          <a:sym typeface="+mn-ea"/>
                          <a:hlinkClick r:id="rId5"/>
                        </a:rPr>
                        <a:t>#173</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24990">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5</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SMN_00108-821 </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900" dirty="0">
                          <a:solidFill>
                            <a:schemeClr val="tx1"/>
                          </a:solidFill>
                          <a:latin typeface="Meiryo UI" panose="020B0604030504040204" pitchFamily="50" charset="-128"/>
                          <a:ea typeface="Meiryo UI" panose="020B0604030504040204" pitchFamily="50" charset="-128"/>
                        </a:rPr>
                        <a:t>未</a:t>
                      </a:r>
                      <a:r>
                        <a:rPr lang="ja-JP" altLang="en-US" sz="900" dirty="0">
                          <a:solidFill>
                            <a:schemeClr val="tx1"/>
                          </a:solidFill>
                          <a:latin typeface="Meiryo UI" panose="020B0604030504040204" pitchFamily="50" charset="-128"/>
                          <a:ea typeface="Meiryo UI" panose="020B0604030504040204" pitchFamily="50" charset="-128"/>
                        </a:rPr>
                        <a:t>ログイン</a:t>
                      </a:r>
                      <a:r>
                        <a:rPr lang="zh-CN" altLang="en-US" sz="900" dirty="0">
                          <a:solidFill>
                            <a:schemeClr val="tx1"/>
                          </a:solidFill>
                          <a:latin typeface="Meiryo UI" panose="020B0604030504040204" pitchFamily="50" charset="-128"/>
                          <a:ea typeface="Meiryo UI" panose="020B0604030504040204" pitchFamily="50" charset="-128"/>
                        </a:rPr>
                        <a:t>利用</a:t>
                      </a:r>
                      <a:r>
                        <a:rPr lang="ja-JP" altLang="en-US" sz="900" dirty="0">
                          <a:solidFill>
                            <a:schemeClr val="tx1"/>
                          </a:solidFill>
                          <a:latin typeface="Meiryo UI" panose="020B0604030504040204" pitchFamily="50" charset="-128"/>
                          <a:ea typeface="Meiryo UI" panose="020B0604030504040204" pitchFamily="50" charset="-128"/>
                        </a:rPr>
                        <a:t>バイク</a:t>
                      </a:r>
                      <a:r>
                        <a:rPr lang="zh-CN" altLang="en-US" sz="900" dirty="0">
                          <a:solidFill>
                            <a:schemeClr val="tx1"/>
                          </a:solidFill>
                          <a:latin typeface="Meiryo UI" panose="020B0604030504040204" pitchFamily="50" charset="-128"/>
                          <a:ea typeface="Meiryo UI" panose="020B0604030504040204" pitchFamily="50" charset="-128"/>
                        </a:rPr>
                        <a:t>登録</a:t>
                      </a:r>
                      <a:endParaRPr lang="zh-CN"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1/23</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1/28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I/F</a:t>
                      </a:r>
                      <a:r>
                        <a:rPr lang="ja-JP" altLang="en-US" sz="900" b="1" dirty="0">
                          <a:solidFill>
                            <a:schemeClr val="tx1"/>
                          </a:solidFill>
                          <a:latin typeface="Meiryo UI" panose="020B0604030504040204" pitchFamily="50" charset="-128"/>
                          <a:ea typeface="Meiryo UI" panose="020B0604030504040204" pitchFamily="50" charset="-128"/>
                          <a:sym typeface="+mn-ea"/>
                        </a:rPr>
                        <a:t>設計</a:t>
                      </a:r>
                      <a:r>
                        <a:rPr lang="zh-CN" altLang="en-US" sz="900" b="1" dirty="0">
                          <a:solidFill>
                            <a:schemeClr val="tx1"/>
                          </a:solidFill>
                          <a:latin typeface="Meiryo UI" panose="020B0604030504040204" pitchFamily="50" charset="-128"/>
                          <a:ea typeface="Meiryo UI" panose="020B0604030504040204" pitchFamily="50" charset="-128"/>
                          <a:sym typeface="+mn-ea"/>
                        </a:rPr>
                        <a:t>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r>
                        <a:rPr lang="en-US" altLang="ja-JP" sz="900" b="1" dirty="0">
                          <a:solidFill>
                            <a:schemeClr val="tx1"/>
                          </a:solidFill>
                          <a:latin typeface="Meiryo UI" panose="020B0604030504040204" pitchFamily="50" charset="-128"/>
                          <a:ea typeface="Meiryo UI" panose="020B0604030504040204" pitchFamily="50" charset="-128"/>
                          <a:sym typeface="+mn-ea"/>
                          <a:hlinkClick r:id="rId6"/>
                        </a:rPr>
                        <a:t>#176</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03118">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zh-CN" sz="900" strike="sngStrike" dirty="0">
                          <a:latin typeface="Meiryo UI" panose="020B0604030504040204" pitchFamily="50" charset="-128"/>
                          <a:ea typeface="Meiryo UI" panose="020B0604030504040204" pitchFamily="50" charset="-128"/>
                        </a:rPr>
                        <a:t>6</a:t>
                      </a:r>
                      <a:endParaRPr lang="en-US" altLang="zh-CN" sz="900" strike="sngStrike"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SMN_00108-822 </a:t>
                      </a:r>
                      <a:endPar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新製品対応</a:t>
                      </a:r>
                      <a:r>
                        <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(SC)</a:t>
                      </a:r>
                      <a:endPar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strike="sngStrike" kern="1200" dirty="0">
                          <a:solidFill>
                            <a:schemeClr val="tx1"/>
                          </a:solidFill>
                          <a:latin typeface="Meiryo UI" panose="020B0604030504040204" pitchFamily="50" charset="-128"/>
                          <a:ea typeface="Meiryo UI" panose="020B0604030504040204" pitchFamily="50" charset="-128"/>
                          <a:cs typeface="+mn-cs"/>
                        </a:rPr>
                        <a:t>キャンセル</a:t>
                      </a:r>
                      <a:endParaRPr lang="ja-JP" altLang="en-US" sz="900" b="1" strike="sngStrike"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strike="sngStrike" dirty="0">
                          <a:solidFill>
                            <a:schemeClr val="tx1"/>
                          </a:solidFill>
                          <a:latin typeface="Meiryo UI" panose="020B0604030504040204" pitchFamily="50" charset="-128"/>
                          <a:ea typeface="Meiryo UI" panose="020B0604030504040204" pitchFamily="50" charset="-128"/>
                          <a:sym typeface="+mn-ea"/>
                        </a:rPr>
                        <a:t>2/13</a:t>
                      </a:r>
                      <a:endParaRPr lang="en-US" altLang="ja-JP" sz="900" b="1" strike="sngStrike"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strike="sngStrike" kern="1200" dirty="0">
                          <a:solidFill>
                            <a:schemeClr val="tx1"/>
                          </a:solidFill>
                          <a:latin typeface="Meiryo UI" panose="020B0604030504040204" pitchFamily="50" charset="-128"/>
                          <a:ea typeface="Meiryo UI" panose="020B0604030504040204" pitchFamily="50" charset="-128"/>
                          <a:cs typeface="+mn-cs"/>
                        </a:rPr>
                        <a:t>2/18</a:t>
                      </a:r>
                      <a:endParaRPr lang="en-US" altLang="ja-JP" sz="900" b="1" strike="sngStrike"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strike="sngStrike" dirty="0">
                          <a:solidFill>
                            <a:schemeClr val="tx1"/>
                          </a:solidFill>
                          <a:latin typeface="Meiryo UI" panose="020B0604030504040204" pitchFamily="50" charset="-128"/>
                          <a:ea typeface="Meiryo UI" panose="020B0604030504040204" pitchFamily="50" charset="-128"/>
                          <a:sym typeface="+mn-ea"/>
                        </a:rPr>
                        <a:t>I/F</a:t>
                      </a:r>
                      <a:r>
                        <a:rPr lang="ja-JP" altLang="en-US" sz="900" b="1" strike="sngStrike" dirty="0">
                          <a:solidFill>
                            <a:schemeClr val="tx1"/>
                          </a:solidFill>
                          <a:latin typeface="Meiryo UI" panose="020B0604030504040204" pitchFamily="50" charset="-128"/>
                          <a:ea typeface="Meiryo UI" panose="020B0604030504040204" pitchFamily="50" charset="-128"/>
                          <a:sym typeface="+mn-ea"/>
                        </a:rPr>
                        <a:t>設計</a:t>
                      </a:r>
                      <a:r>
                        <a:rPr lang="zh-CN" altLang="en-US" sz="900" b="1" strike="sngStrike" dirty="0">
                          <a:solidFill>
                            <a:schemeClr val="tx1"/>
                          </a:solidFill>
                          <a:latin typeface="Meiryo UI" panose="020B0604030504040204" pitchFamily="50" charset="-128"/>
                          <a:ea typeface="Meiryo UI" panose="020B0604030504040204" pitchFamily="50" charset="-128"/>
                          <a:sym typeface="+mn-ea"/>
                        </a:rPr>
                        <a:t>の</a:t>
                      </a:r>
                      <a:r>
                        <a:rPr lang="en-US" altLang="zh-CN" sz="900" b="1" strike="sngStrike" dirty="0">
                          <a:solidFill>
                            <a:schemeClr val="tx1"/>
                          </a:solidFill>
                          <a:latin typeface="Meiryo UI" panose="020B0604030504040204" pitchFamily="50" charset="-128"/>
                          <a:ea typeface="Meiryo UI" panose="020B0604030504040204" pitchFamily="50" charset="-128"/>
                          <a:sym typeface="+mn-ea"/>
                        </a:rPr>
                        <a:t>PR</a:t>
                      </a:r>
                      <a:r>
                        <a:rPr lang="ja-JP" altLang="en-US" sz="900" b="1" strike="sngStrike" dirty="0">
                          <a:solidFill>
                            <a:schemeClr val="tx1"/>
                          </a:solidFill>
                          <a:latin typeface="Meiryo UI" panose="020B0604030504040204" pitchFamily="50" charset="-128"/>
                          <a:ea typeface="Meiryo UI" panose="020B0604030504040204" pitchFamily="50" charset="-128"/>
                          <a:sym typeface="+mn-ea"/>
                        </a:rPr>
                        <a:t>提出済 </a:t>
                      </a:r>
                      <a:r>
                        <a:rPr kumimoji="1" lang="en-US" altLang="ja-JP" sz="900" b="1" strike="sngStrike" kern="1200" dirty="0">
                          <a:solidFill>
                            <a:schemeClr val="tx1"/>
                          </a:solidFill>
                          <a:effectLst/>
                          <a:latin typeface="+mn-lt"/>
                          <a:ea typeface="+mn-ea"/>
                          <a:cs typeface="+mn-cs"/>
                          <a:hlinkClick r:id="rId7"/>
                        </a:rPr>
                        <a:t>#198</a:t>
                      </a:r>
                      <a:r>
                        <a:rPr kumimoji="1" lang="en-US" altLang="ja-JP" sz="900" b="1" strike="sngStrike" kern="1200" dirty="0">
                          <a:solidFill>
                            <a:schemeClr val="tx1"/>
                          </a:solidFill>
                          <a:effectLst/>
                          <a:latin typeface="+mn-lt"/>
                          <a:ea typeface="+mn-ea"/>
                          <a:cs typeface="+mn-cs"/>
                        </a:rPr>
                        <a:t>  </a:t>
                      </a:r>
                      <a:r>
                        <a:rPr lang="en-US" altLang="ja-JP" sz="900" b="1" strike="sngStrike" kern="1200" dirty="0">
                          <a:solidFill>
                            <a:schemeClr val="tx1"/>
                          </a:solidFill>
                          <a:latin typeface="Meiryo UI" panose="020B0604030504040204" pitchFamily="50" charset="-128"/>
                          <a:ea typeface="Meiryo UI" panose="020B0604030504040204" pitchFamily="50" charset="-128"/>
                          <a:cs typeface="+mn-cs"/>
                        </a:rPr>
                        <a:t>⇒</a:t>
                      </a:r>
                      <a:r>
                        <a:rPr lang="ja-JP" altLang="en-US" sz="900" b="1" strike="sngStrike" kern="1200" dirty="0">
                          <a:solidFill>
                            <a:schemeClr val="tx1"/>
                          </a:solidFill>
                          <a:latin typeface="Meiryo UI" panose="020B0604030504040204" pitchFamily="50" charset="-128"/>
                          <a:ea typeface="Meiryo UI" panose="020B0604030504040204" pitchFamily="50" charset="-128"/>
                          <a:cs typeface="+mn-cs"/>
                        </a:rPr>
                        <a:t>マージ済み</a:t>
                      </a:r>
                      <a:endParaRPr lang="ja-JP" altLang="en-US" sz="900" b="1" strike="sngStrike"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24990">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7</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SMN_00108-834</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登録</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バイク</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数上限</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を</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30</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台</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に</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変更</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対応中</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kern="1200" dirty="0">
                          <a:solidFill>
                            <a:srgbClr val="C00000"/>
                          </a:solidFill>
                          <a:latin typeface="Meiryo UI" panose="020B0604030504040204" pitchFamily="50" charset="-128"/>
                          <a:ea typeface="Meiryo UI" panose="020B0604030504040204" pitchFamily="50" charset="-128"/>
                          <a:cs typeface="+mn-cs"/>
                        </a:rPr>
                        <a:t>・</a:t>
                      </a:r>
                      <a:r>
                        <a:rPr lang="en-US" altLang="zh-CN" sz="900" b="1" kern="1200" dirty="0">
                          <a:solidFill>
                            <a:srgbClr val="C00000"/>
                          </a:solidFill>
                          <a:latin typeface="Meiryo UI" panose="020B0604030504040204" pitchFamily="50" charset="-128"/>
                          <a:ea typeface="Meiryo UI" panose="020B0604030504040204" pitchFamily="50" charset="-128"/>
                          <a:cs typeface="+mn-cs"/>
                        </a:rPr>
                        <a:t>S</a:t>
                      </a:r>
                      <a:r>
                        <a:rPr lang="en-US" altLang="ja-JP" sz="900" b="1" kern="1200" dirty="0">
                          <a:solidFill>
                            <a:srgbClr val="C00000"/>
                          </a:solidFill>
                          <a:latin typeface="Meiryo UI" panose="020B0604030504040204" pitchFamily="50" charset="-128"/>
                          <a:ea typeface="Meiryo UI" panose="020B0604030504040204" pitchFamily="50" charset="-128"/>
                          <a:cs typeface="+mn-cs"/>
                        </a:rPr>
                        <a:t>MN_00074-578</a:t>
                      </a:r>
                      <a:r>
                        <a:rPr lang="ja-JP" altLang="en-US" sz="900" b="1" kern="1200" dirty="0">
                          <a:solidFill>
                            <a:srgbClr val="C00000"/>
                          </a:solidFill>
                          <a:latin typeface="Meiryo UI" panose="020B0604030504040204" pitchFamily="50" charset="-128"/>
                          <a:ea typeface="Meiryo UI" panose="020B0604030504040204" pitchFamily="50" charset="-128"/>
                          <a:cs typeface="+mn-cs"/>
                        </a:rPr>
                        <a:t>における追加確認内容が提出済みが、</a:t>
                      </a:r>
                      <a:r>
                        <a:rPr lang="en-US" altLang="ja-JP" sz="900" b="1" kern="1200" dirty="0">
                          <a:solidFill>
                            <a:srgbClr val="C00000"/>
                          </a:solidFill>
                          <a:latin typeface="Meiryo UI" panose="020B0604030504040204" pitchFamily="50" charset="-128"/>
                          <a:ea typeface="Meiryo UI" panose="020B0604030504040204" pitchFamily="50" charset="-128"/>
                          <a:cs typeface="+mn-cs"/>
                        </a:rPr>
                        <a:t>SMN</a:t>
                      </a:r>
                      <a:r>
                        <a:rPr lang="ja-JP" altLang="en-US" sz="900" b="1" kern="1200" dirty="0">
                          <a:solidFill>
                            <a:srgbClr val="C00000"/>
                          </a:solidFill>
                          <a:latin typeface="Meiryo UI" panose="020B0604030504040204" pitchFamily="50" charset="-128"/>
                          <a:ea typeface="Meiryo UI" panose="020B0604030504040204" pitchFamily="50" charset="-128"/>
                          <a:cs typeface="+mn-cs"/>
                        </a:rPr>
                        <a:t>側の確認待ち</a:t>
                      </a:r>
                      <a:endParaRPr lang="ja-JP" altLang="en-US"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24990">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8</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SMN_00108-836</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新製品対応</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(RD</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lumMod val="85000"/>
                              <a:lumOff val="15000"/>
                            </a:schemeClr>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I/F</a:t>
                      </a:r>
                      <a:r>
                        <a:rPr lang="ja-JP" altLang="en-US" sz="900" b="1" dirty="0">
                          <a:solidFill>
                            <a:schemeClr val="tx1"/>
                          </a:solidFill>
                          <a:latin typeface="Meiryo UI" panose="020B0604030504040204" pitchFamily="50" charset="-128"/>
                          <a:ea typeface="Meiryo UI" panose="020B0604030504040204" pitchFamily="50" charset="-128"/>
                          <a:sym typeface="+mn-ea"/>
                        </a:rPr>
                        <a:t>設計</a:t>
                      </a:r>
                      <a:r>
                        <a:rPr lang="zh-CN" altLang="en-US" sz="900" b="1" dirty="0">
                          <a:solidFill>
                            <a:schemeClr val="tx1"/>
                          </a:solidFill>
                          <a:latin typeface="Meiryo UI" panose="020B0604030504040204" pitchFamily="50" charset="-128"/>
                          <a:ea typeface="Meiryo UI" panose="020B0604030504040204" pitchFamily="50" charset="-128"/>
                          <a:sym typeface="+mn-ea"/>
                        </a:rPr>
                        <a:t>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r>
                        <a:rPr lang="en-US" altLang="ja-JP" sz="900" b="1" dirty="0">
                          <a:solidFill>
                            <a:schemeClr val="tx1"/>
                          </a:solidFill>
                          <a:latin typeface="Meiryo UI" panose="020B0604030504040204" pitchFamily="50" charset="-128"/>
                          <a:ea typeface="Meiryo UI" panose="020B0604030504040204" pitchFamily="50" charset="-128"/>
                          <a:sym typeface="+mn-ea"/>
                          <a:hlinkClick r:id="rId8"/>
                        </a:rPr>
                        <a:t>#262</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24990">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9</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SMN_00108-866</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kumimoji="1" lang="zh-CN" altLang="en-US"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アシストキャリーオーバーの設定項目追加</a:t>
                      </a:r>
                      <a:endParaRPr kumimoji="1" lang="zh-CN" altLang="en-US"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a:t>
                      </a:r>
                      <a:r>
                        <a:rPr lang="ja-JP" altLang="en-US" sz="900" b="1" dirty="0">
                          <a:latin typeface="Meiryo UI" panose="020B0604030504040204" pitchFamily="50" charset="-128"/>
                          <a:ea typeface="Meiryo UI" panose="020B0604030504040204" pitchFamily="50" charset="-128"/>
                          <a:sym typeface="+mn-ea"/>
                        </a:rPr>
                        <a:t>済み</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1/9</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1/14</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I/F</a:t>
                      </a:r>
                      <a:r>
                        <a:rPr lang="ja-JP" altLang="en-US" sz="900" b="1" dirty="0">
                          <a:solidFill>
                            <a:schemeClr val="tx1"/>
                          </a:solidFill>
                          <a:latin typeface="Meiryo UI" panose="020B0604030504040204" pitchFamily="50" charset="-128"/>
                          <a:ea typeface="Meiryo UI" panose="020B0604030504040204" pitchFamily="50" charset="-128"/>
                          <a:sym typeface="+mn-ea"/>
                        </a:rPr>
                        <a:t>設計</a:t>
                      </a:r>
                      <a:r>
                        <a:rPr lang="zh-CN" altLang="en-US" sz="900" b="1" dirty="0">
                          <a:solidFill>
                            <a:schemeClr val="tx1"/>
                          </a:solidFill>
                          <a:latin typeface="Meiryo UI" panose="020B0604030504040204" pitchFamily="50" charset="-128"/>
                          <a:ea typeface="Meiryo UI" panose="020B0604030504040204" pitchFamily="50" charset="-128"/>
                          <a:sym typeface="+mn-ea"/>
                        </a:rPr>
                        <a:t>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r>
                        <a:rPr lang="en-US" altLang="ja-JP" sz="900" b="1" dirty="0">
                          <a:solidFill>
                            <a:schemeClr val="tx1"/>
                          </a:solidFill>
                          <a:latin typeface="Meiryo UI" panose="020B0604030504040204" pitchFamily="50" charset="-128"/>
                          <a:ea typeface="Meiryo UI" panose="020B0604030504040204" pitchFamily="50" charset="-128"/>
                          <a:sym typeface="+mn-ea"/>
                          <a:hlinkClick r:id="rId9"/>
                        </a:rPr>
                        <a:t>#170</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a:t>
                      </a:r>
                      <a:r>
                        <a:rPr lang="ja-JP" altLang="en-US" sz="900" b="1" dirty="0">
                          <a:latin typeface="Meiryo UI" panose="020B0604030504040204" pitchFamily="50" charset="-128"/>
                          <a:ea typeface="Meiryo UI" panose="020B0604030504040204" pitchFamily="50" charset="-128"/>
                          <a:sym typeface="+mn-ea"/>
                        </a:rPr>
                        <a:t>済み</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446861">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10</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SMN_00108-863</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歯組設定</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a:t>
                      </a:r>
                      <a:r>
                        <a:rPr lang="ja-JP" altLang="en-US" sz="900" b="1" dirty="0">
                          <a:solidFill>
                            <a:schemeClr val="tx1"/>
                          </a:solidFill>
                          <a:latin typeface="Meiryo UI" panose="020B0604030504040204" pitchFamily="50" charset="-128"/>
                          <a:ea typeface="Meiryo UI" panose="020B0604030504040204" pitchFamily="50" charset="-128"/>
                          <a:sym typeface="+mn-ea"/>
                        </a:rPr>
                        <a:t>済み</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lumMod val="85000"/>
                              <a:lumOff val="15000"/>
                            </a:schemeClr>
                          </a:solidFill>
                          <a:latin typeface="Meiryo UI" panose="020B0604030504040204" pitchFamily="50" charset="-128"/>
                          <a:ea typeface="Meiryo UI" panose="020B0604030504040204" pitchFamily="50" charset="-128"/>
                          <a:sym typeface="+mn-ea"/>
                        </a:rPr>
                        <a:t>1/23</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1/28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I/F</a:t>
                      </a:r>
                      <a:r>
                        <a:rPr lang="ja-JP" altLang="en-US" sz="900" b="1" dirty="0">
                          <a:solidFill>
                            <a:schemeClr val="tx1"/>
                          </a:solidFill>
                          <a:latin typeface="Meiryo UI" panose="020B0604030504040204" pitchFamily="50" charset="-128"/>
                          <a:ea typeface="Meiryo UI" panose="020B0604030504040204" pitchFamily="50" charset="-128"/>
                          <a:sym typeface="+mn-ea"/>
                        </a:rPr>
                        <a:t>設計</a:t>
                      </a:r>
                      <a:r>
                        <a:rPr lang="zh-CN" altLang="en-US" sz="900" b="1" dirty="0">
                          <a:solidFill>
                            <a:schemeClr val="tx1"/>
                          </a:solidFill>
                          <a:latin typeface="Meiryo UI" panose="020B0604030504040204" pitchFamily="50" charset="-128"/>
                          <a:ea typeface="Meiryo UI" panose="020B0604030504040204" pitchFamily="50" charset="-128"/>
                          <a:sym typeface="+mn-ea"/>
                        </a:rPr>
                        <a:t>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hlinkClick r:id="rId10"/>
                        </a:rPr>
                        <a:t>#175</a:t>
                      </a:r>
                      <a:r>
                        <a:rPr lang="en-US" altLang="ja-JP" sz="900" b="1" dirty="0">
                          <a:solidFill>
                            <a:schemeClr val="tx1"/>
                          </a:solidFill>
                          <a:latin typeface="Meiryo UI" panose="020B0604030504040204" pitchFamily="50" charset="-128"/>
                          <a:ea typeface="Meiryo UI" panose="020B0604030504040204" pitchFamily="50" charset="-128"/>
                          <a:sym typeface="+mn-ea"/>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a:t>
                      </a:r>
                      <a:r>
                        <a:rPr lang="ja-JP" altLang="en-US" sz="900" b="1" dirty="0">
                          <a:latin typeface="Meiryo UI" panose="020B0604030504040204" pitchFamily="50" charset="-128"/>
                          <a:ea typeface="Meiryo UI" panose="020B0604030504040204" pitchFamily="50" charset="-128"/>
                          <a:sym typeface="+mn-ea"/>
                        </a:rPr>
                        <a:t>済み</a:t>
                      </a:r>
                      <a:endParaRPr lang="en-US" altLang="ja-JP" sz="900" b="1" dirty="0">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hlinkClick r:id="rId11"/>
                        </a:rPr>
                        <a:t>#208</a:t>
                      </a: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03118">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11</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SMN_00108-839</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新製品対応</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(BT</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lumMod val="85000"/>
                              <a:lumOff val="15000"/>
                            </a:schemeClr>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lumMod val="85000"/>
                              <a:lumOff val="15000"/>
                            </a:schemeClr>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ja-JP" sz="900" b="1" dirty="0">
                          <a:solidFill>
                            <a:schemeClr val="tx1">
                              <a:lumMod val="85000"/>
                              <a:lumOff val="15000"/>
                            </a:schemeClr>
                          </a:solidFill>
                          <a:latin typeface="Meiryo UI" panose="020B0604030504040204" pitchFamily="50" charset="-128"/>
                          <a:ea typeface="Meiryo UI" panose="020B0604030504040204" pitchFamily="50" charset="-128"/>
                          <a:sym typeface="+mn-ea"/>
                        </a:rPr>
                        <a:t>詳細は、他のチケットで対応する</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24990">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12</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SMN_00108-925</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ギアの</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使用割合</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表示</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a:t>
                      </a:r>
                      <a:r>
                        <a:rPr lang="ja-JP" altLang="en-US" sz="900" b="1" dirty="0">
                          <a:latin typeface="Meiryo UI" panose="020B0604030504040204" pitchFamily="50" charset="-128"/>
                          <a:ea typeface="Meiryo UI" panose="020B0604030504040204" pitchFamily="50" charset="-128"/>
                          <a:sym typeface="+mn-ea"/>
                        </a:rPr>
                        <a:t>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lumMod val="85000"/>
                              <a:lumOff val="15000"/>
                            </a:schemeClr>
                          </a:solidFill>
                          <a:latin typeface="Meiryo UI" panose="020B0604030504040204" pitchFamily="50" charset="-128"/>
                          <a:ea typeface="Meiryo UI" panose="020B0604030504040204" pitchFamily="50" charset="-128"/>
                          <a:sym typeface="+mn-ea"/>
                        </a:rPr>
                        <a:t>1/23</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1/28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I/F</a:t>
                      </a:r>
                      <a:r>
                        <a:rPr lang="ja-JP" altLang="en-US" sz="900" b="1" dirty="0">
                          <a:solidFill>
                            <a:schemeClr val="tx1"/>
                          </a:solidFill>
                          <a:latin typeface="Meiryo UI" panose="020B0604030504040204" pitchFamily="50" charset="-128"/>
                          <a:ea typeface="Meiryo UI" panose="020B0604030504040204" pitchFamily="50" charset="-128"/>
                          <a:sym typeface="+mn-ea"/>
                        </a:rPr>
                        <a:t>設計</a:t>
                      </a:r>
                      <a:r>
                        <a:rPr lang="zh-CN" altLang="en-US" sz="900" b="1" dirty="0">
                          <a:solidFill>
                            <a:schemeClr val="tx1"/>
                          </a:solidFill>
                          <a:latin typeface="Meiryo UI" panose="020B0604030504040204" pitchFamily="50" charset="-128"/>
                          <a:ea typeface="Meiryo UI" panose="020B0604030504040204" pitchFamily="50" charset="-128"/>
                          <a:sym typeface="+mn-ea"/>
                        </a:rPr>
                        <a:t>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r>
                        <a:rPr lang="en-US" altLang="ja-JP" sz="900" b="1" dirty="0">
                          <a:solidFill>
                            <a:schemeClr val="tx1"/>
                          </a:solidFill>
                          <a:latin typeface="Meiryo UI" panose="020B0604030504040204" pitchFamily="50" charset="-128"/>
                          <a:ea typeface="Meiryo UI" panose="020B0604030504040204" pitchFamily="50" charset="-128"/>
                          <a:sym typeface="+mn-ea"/>
                          <a:hlinkClick r:id="rId12"/>
                        </a:rPr>
                        <a:t>#177</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a:t>
                      </a:r>
                      <a:r>
                        <a:rPr lang="ja-JP" altLang="en-US" sz="900" b="1" dirty="0">
                          <a:solidFill>
                            <a:schemeClr val="tx1"/>
                          </a:solidFill>
                          <a:latin typeface="Meiryo UI" panose="020B0604030504040204" pitchFamily="50" charset="-128"/>
                          <a:ea typeface="Meiryo UI" panose="020B0604030504040204" pitchFamily="50" charset="-128"/>
                          <a:sym typeface="+mn-ea"/>
                        </a:rPr>
                        <a:t>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24990">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13</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SMN_00108-911</a:t>
                      </a:r>
                      <a:endParaRPr kumimoji="1" lang="en-US" altLang="zh-CN"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kumimoji="1" lang="ja-JP" altLang="en-US" sz="900" b="0" i="0" u="none" strike="noStrike" cap="none" spc="0" normalizeH="0" baseline="0" dirty="0">
                          <a:solidFill>
                            <a:schemeClr val="tx1">
                              <a:lumMod val="85000"/>
                              <a:lumOff val="15000"/>
                            </a:schemeClr>
                          </a:solidFill>
                          <a:latin typeface="Meiryo UI" panose="020B0604030504040204" pitchFamily="50" charset="-128"/>
                          <a:ea typeface="Meiryo UI" panose="020B0604030504040204" pitchFamily="50" charset="-128"/>
                        </a:rPr>
                        <a:t>ゼロオフセット</a:t>
                      </a:r>
                      <a:r>
                        <a:rPr kumimoji="1" lang="zh-CN" altLang="en-US" sz="900" b="0" i="0" u="none" strike="noStrike" cap="none" spc="0" normalizeH="0" baseline="0" dirty="0">
                          <a:solidFill>
                            <a:schemeClr val="tx1">
                              <a:lumMod val="85000"/>
                              <a:lumOff val="15000"/>
                            </a:schemeClr>
                          </a:solidFill>
                          <a:latin typeface="Meiryo UI" panose="020B0604030504040204" pitchFamily="50" charset="-128"/>
                          <a:ea typeface="Meiryo UI" panose="020B0604030504040204" pitchFamily="50" charset="-128"/>
                        </a:rPr>
                        <a:t>設定</a:t>
                      </a:r>
                      <a:endParaRPr kumimoji="1" lang="zh-CN" altLang="en-US" sz="900" b="0" i="0" u="none" strike="noStrike" cap="none" spc="0" normalizeH="0" baseline="0" dirty="0">
                        <a:solidFill>
                          <a:schemeClr val="tx1">
                            <a:lumMod val="85000"/>
                            <a:lumOff val="15000"/>
                          </a:schemeClr>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a:t>
                      </a:r>
                      <a:r>
                        <a:rPr lang="ja-JP" altLang="en-US" sz="900" b="1" dirty="0">
                          <a:latin typeface="Meiryo UI" panose="020B0604030504040204" pitchFamily="50" charset="-128"/>
                          <a:ea typeface="Meiryo UI" panose="020B0604030504040204" pitchFamily="50" charset="-128"/>
                          <a:sym typeface="+mn-ea"/>
                        </a:rPr>
                        <a:t>済み</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1/16</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1/21</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I/F</a:t>
                      </a:r>
                      <a:r>
                        <a:rPr lang="ja-JP" altLang="en-US" sz="900" b="1" dirty="0">
                          <a:solidFill>
                            <a:schemeClr val="tx1"/>
                          </a:solidFill>
                          <a:latin typeface="Meiryo UI" panose="020B0604030504040204" pitchFamily="50" charset="-128"/>
                          <a:ea typeface="Meiryo UI" panose="020B0604030504040204" pitchFamily="50" charset="-128"/>
                          <a:sym typeface="+mn-ea"/>
                        </a:rPr>
                        <a:t>設計</a:t>
                      </a:r>
                      <a:r>
                        <a:rPr lang="zh-CN" altLang="en-US" sz="900" b="1" dirty="0">
                          <a:solidFill>
                            <a:schemeClr val="tx1"/>
                          </a:solidFill>
                          <a:latin typeface="Meiryo UI" panose="020B0604030504040204" pitchFamily="50" charset="-128"/>
                          <a:ea typeface="Meiryo UI" panose="020B0604030504040204" pitchFamily="50" charset="-128"/>
                          <a:sym typeface="+mn-ea"/>
                        </a:rPr>
                        <a:t>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r>
                        <a:rPr lang="en-US" altLang="ja-JP" sz="900" b="1" kern="1200" dirty="0">
                          <a:solidFill>
                            <a:schemeClr val="tx1"/>
                          </a:solidFill>
                          <a:latin typeface="Meiryo UI" panose="020B0604030504040204" pitchFamily="50" charset="-128"/>
                          <a:ea typeface="Meiryo UI" panose="020B0604030504040204" pitchFamily="50" charset="-128"/>
                          <a:cs typeface="+mn-cs"/>
                          <a:hlinkClick r:id="rId13"/>
                        </a:rPr>
                        <a:t>#172</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000000"/>
                          </a:solidFill>
                          <a:latin typeface="Meiryo UI" panose="020B0604030504040204" pitchFamily="50" charset="-128"/>
                          <a:ea typeface="Meiryo UI" panose="020B0604030504040204" pitchFamily="50" charset="-128"/>
                          <a:cs typeface="+mn-cs"/>
                        </a:rPr>
                        <a:t>⇒</a:t>
                      </a:r>
                      <a:r>
                        <a:rPr lang="ja-JP" altLang="en-US" sz="900" b="1" kern="1200" dirty="0">
                          <a:solidFill>
                            <a:srgbClr val="000000"/>
                          </a:solidFill>
                          <a:latin typeface="Meiryo UI" panose="020B0604030504040204" pitchFamily="50" charset="-128"/>
                          <a:ea typeface="Meiryo UI" panose="020B0604030504040204" pitchFamily="50" charset="-128"/>
                          <a:cs typeface="+mn-cs"/>
                        </a:rPr>
                        <a:t>マージ</a:t>
                      </a:r>
                      <a:r>
                        <a:rPr lang="ja-JP" altLang="en-US" sz="900" b="1" dirty="0">
                          <a:solidFill>
                            <a:srgbClr val="000000"/>
                          </a:solidFill>
                          <a:latin typeface="Meiryo UI" panose="020B0604030504040204" pitchFamily="50" charset="-128"/>
                          <a:ea typeface="Meiryo UI" panose="020B0604030504040204" pitchFamily="50" charset="-128"/>
                          <a:sym typeface="+mn-ea"/>
                        </a:rPr>
                        <a:t>済み</a:t>
                      </a:r>
                      <a:endParaRPr lang="ja-JP" altLang="en-US" sz="900" b="1" kern="1200" dirty="0">
                        <a:solidFill>
                          <a:srgbClr val="000000"/>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24990">
                <a:tc>
                  <a:txBody>
                    <a:bodyPr/>
                    <a:lstStyle/>
                    <a:p>
                      <a:pPr algn="ctr">
                        <a:lnSpc>
                          <a:spcPct val="100000"/>
                        </a:lnSpc>
                        <a:buClrTx/>
                        <a:buSzTx/>
                        <a:buFontTx/>
                        <a:buNone/>
                      </a:pPr>
                      <a:r>
                        <a:rPr lang="en-US" altLang="zh-CN" sz="900" dirty="0">
                          <a:solidFill>
                            <a:srgbClr val="000000"/>
                          </a:solidFill>
                          <a:latin typeface="Meiryo UI" panose="020B0604030504040204" pitchFamily="50" charset="-128"/>
                          <a:ea typeface="Meiryo UI" panose="020B0604030504040204" pitchFamily="50" charset="-128"/>
                        </a:rPr>
                        <a:t>14</a:t>
                      </a:r>
                      <a:endParaRPr lang="en-US" altLang="zh-CN" sz="900" dirty="0">
                        <a:solidFill>
                          <a:srgbClr val="000000"/>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srgbClr val="000000"/>
                          </a:solidFill>
                          <a:effectLst/>
                          <a:uLnTx/>
                          <a:uFillTx/>
                          <a:latin typeface="Meiryo UI" panose="020B0604030504040204" pitchFamily="50" charset="-128"/>
                          <a:ea typeface="Meiryo UI" panose="020B0604030504040204" pitchFamily="50" charset="-128"/>
                          <a:sym typeface="+mn-ea"/>
                        </a:rPr>
                        <a:t>SMN_00108-844</a:t>
                      </a:r>
                      <a:endParaRPr kumimoji="1" lang="en-US" altLang="zh-CN"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Non E-BIKE</a:t>
                      </a:r>
                      <a:r>
                        <a:rPr kumimoji="1"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の</a:t>
                      </a:r>
                      <a:r>
                        <a:rPr kumimoji="1" lang="zh-CN"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対応</a:t>
                      </a:r>
                      <a:endParaRPr kumimoji="1" lang="zh-CN"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a:t>
                      </a:r>
                      <a:r>
                        <a:rPr lang="ja-JP" altLang="en-US" sz="900" b="1" dirty="0">
                          <a:solidFill>
                            <a:schemeClr val="tx1"/>
                          </a:solidFill>
                          <a:latin typeface="Meiryo UI" panose="020B0604030504040204" pitchFamily="50" charset="-128"/>
                          <a:ea typeface="Meiryo UI" panose="020B0604030504040204" pitchFamily="50" charset="-128"/>
                          <a:sym typeface="+mn-ea"/>
                        </a:rPr>
                        <a:t>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rgbClr val="000000"/>
                          </a:solidFill>
                          <a:latin typeface="Meiryo UI" panose="020B0604030504040204" pitchFamily="50" charset="-128"/>
                          <a:ea typeface="Meiryo UI" panose="020B0604030504040204" pitchFamily="50" charset="-128"/>
                          <a:sym typeface="+mn-ea"/>
                        </a:rPr>
                        <a:t>1/2</a:t>
                      </a:r>
                      <a:r>
                        <a:rPr lang="en-US" altLang="zh-CN" sz="900" b="1" dirty="0">
                          <a:solidFill>
                            <a:srgbClr val="000000"/>
                          </a:solidFill>
                          <a:latin typeface="Meiryo UI" panose="020B0604030504040204" pitchFamily="50" charset="-128"/>
                          <a:ea typeface="SimSun" panose="02010600030101010101" pitchFamily="2" charset="-122"/>
                          <a:sym typeface="+mn-ea"/>
                        </a:rPr>
                        <a:t>3</a:t>
                      </a:r>
                      <a:endParaRPr lang="en-US" altLang="zh-CN" sz="900" b="1" dirty="0">
                        <a:solidFill>
                          <a:srgbClr val="000000"/>
                        </a:solidFill>
                        <a:latin typeface="Meiryo UI" panose="020B0604030504040204" pitchFamily="50" charset="-128"/>
                        <a:ea typeface="SimSun" panose="02010600030101010101" pitchFamily="2" charset="-122"/>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000000"/>
                          </a:solidFill>
                          <a:latin typeface="Meiryo UI" panose="020B0604030504040204" pitchFamily="50" charset="-128"/>
                          <a:ea typeface="Meiryo UI" panose="020B0604030504040204" pitchFamily="50" charset="-128"/>
                          <a:cs typeface="+mn-cs"/>
                        </a:rPr>
                        <a:t>1/28</a:t>
                      </a:r>
                      <a:endParaRPr lang="en-US" altLang="ja-JP" sz="900" b="1" kern="1200" dirty="0">
                        <a:solidFill>
                          <a:srgbClr val="0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rgbClr val="000000"/>
                          </a:solidFill>
                          <a:latin typeface="Meiryo UI" panose="020B0604030504040204" pitchFamily="50" charset="-128"/>
                          <a:ea typeface="Meiryo UI" panose="020B0604030504040204" pitchFamily="50" charset="-128"/>
                          <a:sym typeface="+mn-ea"/>
                        </a:rPr>
                        <a:t>I/F</a:t>
                      </a:r>
                      <a:r>
                        <a:rPr lang="ja-JP" altLang="en-US" sz="900" b="1" dirty="0">
                          <a:solidFill>
                            <a:srgbClr val="000000"/>
                          </a:solidFill>
                          <a:latin typeface="Meiryo UI" panose="020B0604030504040204" pitchFamily="50" charset="-128"/>
                          <a:ea typeface="Meiryo UI" panose="020B0604030504040204" pitchFamily="50" charset="-128"/>
                          <a:sym typeface="+mn-ea"/>
                        </a:rPr>
                        <a:t>設計</a:t>
                      </a:r>
                      <a:r>
                        <a:rPr lang="zh-CN" altLang="en-US" sz="900" b="1" dirty="0">
                          <a:solidFill>
                            <a:srgbClr val="000000"/>
                          </a:solidFill>
                          <a:latin typeface="Meiryo UI" panose="020B0604030504040204" pitchFamily="50" charset="-128"/>
                          <a:ea typeface="Meiryo UI" panose="020B0604030504040204" pitchFamily="50" charset="-128"/>
                          <a:sym typeface="+mn-ea"/>
                        </a:rPr>
                        <a:t>の</a:t>
                      </a:r>
                      <a:r>
                        <a:rPr lang="en-US" altLang="zh-CN" sz="900" b="1" dirty="0">
                          <a:solidFill>
                            <a:srgbClr val="000000"/>
                          </a:solidFill>
                          <a:latin typeface="Meiryo UI" panose="020B0604030504040204" pitchFamily="50" charset="-128"/>
                          <a:ea typeface="Meiryo UI" panose="020B0604030504040204" pitchFamily="50" charset="-128"/>
                          <a:sym typeface="+mn-ea"/>
                        </a:rPr>
                        <a:t>PR</a:t>
                      </a:r>
                      <a:r>
                        <a:rPr lang="ja-JP" altLang="en-US" sz="900" b="1" dirty="0">
                          <a:solidFill>
                            <a:srgbClr val="000000"/>
                          </a:solidFill>
                          <a:latin typeface="Meiryo UI" panose="020B0604030504040204" pitchFamily="50" charset="-128"/>
                          <a:ea typeface="Meiryo UI" panose="020B0604030504040204" pitchFamily="50" charset="-128"/>
                          <a:sym typeface="+mn-ea"/>
                        </a:rPr>
                        <a:t>提出済 </a:t>
                      </a:r>
                      <a:r>
                        <a:rPr lang="en-US" altLang="ja-JP" sz="900" b="1" dirty="0">
                          <a:solidFill>
                            <a:srgbClr val="000000"/>
                          </a:solidFill>
                          <a:latin typeface="Meiryo UI" panose="020B0604030504040204" pitchFamily="50" charset="-128"/>
                          <a:ea typeface="Meiryo UI" panose="020B0604030504040204" pitchFamily="50" charset="-128"/>
                          <a:sym typeface="+mn-ea"/>
                          <a:hlinkClick r:id="rId14"/>
                        </a:rPr>
                        <a:t>#178</a:t>
                      </a:r>
                      <a:endParaRPr lang="en-US" altLang="ja-JP" sz="900" b="1" dirty="0">
                        <a:solidFill>
                          <a:srgbClr val="000000"/>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453908">
                <a:tc>
                  <a:txBody>
                    <a:bodyPr/>
                    <a:lstStyle/>
                    <a:p>
                      <a:pPr algn="ctr">
                        <a:lnSpc>
                          <a:spcPct val="100000"/>
                        </a:lnSpc>
                        <a:buClrTx/>
                        <a:buSzTx/>
                        <a:buFontTx/>
                        <a:buNone/>
                      </a:pPr>
                      <a:r>
                        <a:rPr lang="en-US" altLang="zh-CN" sz="900" strike="sngStrike" dirty="0">
                          <a:latin typeface="Meiryo UI" panose="020B0604030504040204" pitchFamily="50" charset="-128"/>
                          <a:ea typeface="Meiryo UI" panose="020B0604030504040204" pitchFamily="50" charset="-128"/>
                        </a:rPr>
                        <a:t>15</a:t>
                      </a:r>
                      <a:endParaRPr lang="en-US" altLang="zh-CN" sz="900" strike="sngStrike"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SMN_00108-860</a:t>
                      </a:r>
                      <a:endPar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Di2</a:t>
                      </a:r>
                      <a:r>
                        <a:rPr kumimoji="1" lang="ja-JP"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段数</a:t>
                      </a:r>
                      <a:r>
                        <a:rPr kumimoji="1" lang="ja-JP"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を</a:t>
                      </a:r>
                      <a:r>
                        <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利用</a:t>
                      </a:r>
                      <a:r>
                        <a:rPr kumimoji="1" lang="ja-JP"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したパワー</a:t>
                      </a:r>
                      <a:r>
                        <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補正</a:t>
                      </a:r>
                      <a:endPar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strike="sngStrike" dirty="0">
                          <a:solidFill>
                            <a:schemeClr val="tx1">
                              <a:lumMod val="85000"/>
                              <a:lumOff val="15000"/>
                            </a:schemeClr>
                          </a:solidFill>
                          <a:latin typeface="Meiryo UI" panose="020B0604030504040204" pitchFamily="50" charset="-128"/>
                          <a:ea typeface="Meiryo UI" panose="020B0604030504040204" pitchFamily="50" charset="-128"/>
                          <a:sym typeface="+mn-ea"/>
                        </a:rPr>
                        <a:t>クローズ済み</a:t>
                      </a:r>
                      <a:endParaRPr lang="ja-JP" altLang="en-US" sz="900" b="1" strike="sngStrike" kern="1200" dirty="0">
                        <a:solidFill>
                          <a:schemeClr val="tx1">
                            <a:lumMod val="85000"/>
                            <a:lumOff val="15000"/>
                          </a:schemeClr>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1/23</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1/28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I/F</a:t>
                      </a:r>
                      <a:r>
                        <a:rPr lang="ja-JP" altLang="en-US" sz="900" b="1" dirty="0">
                          <a:solidFill>
                            <a:schemeClr val="tx1"/>
                          </a:solidFill>
                          <a:latin typeface="Meiryo UI" panose="020B0604030504040204" pitchFamily="50" charset="-128"/>
                          <a:ea typeface="Meiryo UI" panose="020B0604030504040204" pitchFamily="50" charset="-128"/>
                          <a:sym typeface="+mn-ea"/>
                        </a:rPr>
                        <a:t>設計</a:t>
                      </a:r>
                      <a:r>
                        <a:rPr lang="zh-CN" altLang="en-US" sz="900" b="1" dirty="0">
                          <a:solidFill>
                            <a:schemeClr val="tx1"/>
                          </a:solidFill>
                          <a:latin typeface="Meiryo UI" panose="020B0604030504040204" pitchFamily="50" charset="-128"/>
                          <a:ea typeface="Meiryo UI" panose="020B0604030504040204" pitchFamily="50" charset="-128"/>
                          <a:sym typeface="+mn-ea"/>
                        </a:rPr>
                        <a:t>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r>
                        <a:rPr lang="en-US" altLang="ja-JP" sz="900" b="1" dirty="0">
                          <a:solidFill>
                            <a:schemeClr val="tx1"/>
                          </a:solidFill>
                          <a:latin typeface="Meiryo UI" panose="020B0604030504040204" pitchFamily="50" charset="-128"/>
                          <a:ea typeface="Meiryo UI" panose="020B0604030504040204" pitchFamily="50" charset="-128"/>
                          <a:sym typeface="+mn-ea"/>
                          <a:hlinkClick r:id="rId15"/>
                        </a:rPr>
                        <a:t>#179</a:t>
                      </a:r>
                      <a:r>
                        <a:rPr lang="en-US" altLang="ja-JP" sz="900" b="1" dirty="0">
                          <a:solidFill>
                            <a:schemeClr val="tx1"/>
                          </a:solidFill>
                          <a:latin typeface="Meiryo UI" panose="020B0604030504040204" pitchFamily="50" charset="-128"/>
                          <a:ea typeface="Meiryo UI" panose="020B0604030504040204" pitchFamily="50" charset="-128"/>
                          <a:sym typeface="+mn-ea"/>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a:t>
                      </a:r>
                      <a:r>
                        <a:rPr lang="ja-JP" altLang="en-US" sz="900" b="1" dirty="0">
                          <a:solidFill>
                            <a:srgbClr val="000000"/>
                          </a:solidFill>
                          <a:latin typeface="Meiryo UI" panose="020B0604030504040204" pitchFamily="50" charset="-128"/>
                          <a:ea typeface="Meiryo UI" panose="020B0604030504040204" pitchFamily="50" charset="-128"/>
                          <a:sym typeface="+mn-ea"/>
                        </a:rPr>
                        <a:t>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hlinkClick r:id="rId16"/>
                        </a:rPr>
                        <a:t>#206</a:t>
                      </a:r>
                      <a:r>
                        <a:rPr lang="en-US" altLang="ja-JP" sz="900" b="1" dirty="0">
                          <a:solidFill>
                            <a:schemeClr val="tx1"/>
                          </a:solidFill>
                          <a:latin typeface="Meiryo UI" panose="020B0604030504040204" pitchFamily="50" charset="-128"/>
                          <a:ea typeface="Meiryo UI" panose="020B0604030504040204" pitchFamily="50" charset="-128"/>
                          <a:sym typeface="+mn-ea"/>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dirty="0">
                          <a:solidFill>
                            <a:srgbClr val="000000"/>
                          </a:solidFill>
                          <a:latin typeface="Meiryo UI" panose="020B0604030504040204" pitchFamily="50" charset="-128"/>
                          <a:ea typeface="Meiryo UI" panose="020B0604030504040204" pitchFamily="50" charset="-128"/>
                          <a:sym typeface="+mn-ea"/>
                        </a:rPr>
                        <a:t>クローズ済み </a:t>
                      </a:r>
                      <a:r>
                        <a:rPr lang="ja-JP" altLang="en-US" sz="900" b="1" dirty="0">
                          <a:solidFill>
                            <a:srgbClr val="000000"/>
                          </a:solidFill>
                          <a:latin typeface="Meiryo UI" panose="020B0604030504040204" pitchFamily="50" charset="-128"/>
                          <a:ea typeface="Meiryo UI" panose="020B0604030504040204" pitchFamily="50" charset="-128"/>
                          <a:sym typeface="+mn-ea"/>
                          <a:hlinkClick r:id="rId17"/>
                        </a:rPr>
                        <a:t>＃</a:t>
                      </a:r>
                      <a:r>
                        <a:rPr lang="en-US" altLang="ja-JP" sz="900" b="1" dirty="0">
                          <a:solidFill>
                            <a:srgbClr val="000000"/>
                          </a:solidFill>
                          <a:latin typeface="Meiryo UI" panose="020B0604030504040204" pitchFamily="50" charset="-128"/>
                          <a:ea typeface="Meiryo UI" panose="020B0604030504040204" pitchFamily="50" charset="-128"/>
                          <a:sym typeface="+mn-ea"/>
                          <a:hlinkClick r:id="rId17"/>
                        </a:rPr>
                        <a:t>251</a:t>
                      </a:r>
                      <a:r>
                        <a:rPr lang="en-US" altLang="ja-JP" sz="900" b="1" dirty="0">
                          <a:solidFill>
                            <a:srgbClr val="000000"/>
                          </a:solidFill>
                          <a:latin typeface="Meiryo UI" panose="020B0604030504040204" pitchFamily="50" charset="-128"/>
                          <a:ea typeface="Meiryo UI" panose="020B0604030504040204" pitchFamily="50" charset="-128"/>
                          <a:sym typeface="+mn-ea"/>
                        </a:rPr>
                        <a:t> </a:t>
                      </a:r>
                      <a:r>
                        <a:rPr lang="en-US" altLang="ja-JP" sz="900" b="1" kern="1200" dirty="0">
                          <a:solidFill>
                            <a:srgbClr val="000000"/>
                          </a:solidFill>
                          <a:latin typeface="Meiryo UI" panose="020B0604030504040204" pitchFamily="50" charset="-128"/>
                          <a:ea typeface="Meiryo UI" panose="020B0604030504040204" pitchFamily="50" charset="-128"/>
                          <a:cs typeface="+mn-cs"/>
                        </a:rPr>
                        <a:t>⇒</a:t>
                      </a:r>
                      <a:r>
                        <a:rPr lang="ja-JP" altLang="en-US" sz="900" b="1" kern="1200" dirty="0">
                          <a:solidFill>
                            <a:srgbClr val="000000"/>
                          </a:solidFill>
                          <a:latin typeface="Meiryo UI" panose="020B0604030504040204" pitchFamily="50" charset="-128"/>
                          <a:ea typeface="Meiryo UI" panose="020B0604030504040204" pitchFamily="50" charset="-128"/>
                          <a:cs typeface="+mn-cs"/>
                        </a:rPr>
                        <a:t>マージ済み</a:t>
                      </a:r>
                      <a:endParaRPr lang="ja-JP" altLang="en-US" sz="900" b="1" dirty="0">
                        <a:solidFill>
                          <a:srgbClr val="000000"/>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3"/>
          </p:nvPr>
        </p:nvSpPr>
        <p:spPr>
          <a:xfrm>
            <a:off x="451150" y="178635"/>
            <a:ext cx="10210270" cy="572828"/>
          </a:xfrm>
        </p:spPr>
        <p:txBody>
          <a:bodyPr>
            <a:normAutofit fontScale="97500"/>
          </a:bodyPr>
          <a:lstStyle/>
          <a:p>
            <a:pPr lvl="0"/>
            <a:r>
              <a:rPr lang="ja-JP" altLang="en-US" dirty="0">
                <a:solidFill>
                  <a:schemeClr val="tx1">
                    <a:lumMod val="85000"/>
                    <a:lumOff val="15000"/>
                  </a:schemeClr>
                </a:solidFill>
                <a:latin typeface="Meiryo UI" panose="020B0604030504040204" pitchFamily="50" charset="-128"/>
                <a:ea typeface="Meiryo UI" panose="020B0604030504040204" pitchFamily="50" charset="-128"/>
              </a:rPr>
              <a:t>全体</a:t>
            </a:r>
            <a:r>
              <a:rPr lang="en-US" altLang="ja-JP" dirty="0" err="1">
                <a:latin typeface="Meiryo UI" panose="020B0604030504040204" pitchFamily="50" charset="-128"/>
                <a:ea typeface="Meiryo UI" panose="020B0604030504040204" pitchFamily="50" charset="-128"/>
                <a:sym typeface="+mn-ea"/>
              </a:rPr>
              <a:t>対応スケジュール</a:t>
            </a:r>
            <a:r>
              <a:rPr lang="ja-JP" altLang="en-US" dirty="0" err="1">
                <a:latin typeface="Meiryo UI" panose="020B0604030504040204" pitchFamily="50" charset="-128"/>
                <a:ea typeface="Meiryo UI" panose="020B0604030504040204" pitchFamily="50" charset="-128"/>
                <a:sym typeface="+mn-ea"/>
              </a:rPr>
              <a:t>（</a:t>
            </a:r>
            <a:r>
              <a:rPr lang="en-US" altLang="ja-JP" dirty="0">
                <a:latin typeface="Meiryo UI" panose="020B0604030504040204" pitchFamily="50" charset="-128"/>
                <a:ea typeface="Meiryo UI" panose="020B0604030504040204" pitchFamily="50" charset="-128"/>
                <a:sym typeface="+mn-ea"/>
              </a:rPr>
              <a:t>SDK</a:t>
            </a:r>
            <a:r>
              <a:rPr lang="ja-JP" altLang="en-US" dirty="0">
                <a:latin typeface="Meiryo UI" panose="020B0604030504040204" pitchFamily="50" charset="-128"/>
                <a:ea typeface="Meiryo UI" panose="020B0604030504040204" pitchFamily="50" charset="-128"/>
                <a:sym typeface="+mn-ea"/>
              </a:rPr>
              <a:t>設計分</a:t>
            </a:r>
            <a:r>
              <a:rPr lang="en-US" altLang="ja-JP" dirty="0">
                <a:latin typeface="Meiryo UI" panose="020B0604030504040204" pitchFamily="50" charset="-128"/>
                <a:ea typeface="Meiryo UI" panose="020B0604030504040204" pitchFamily="50" charset="-128"/>
                <a:sym typeface="+mn-ea"/>
              </a:rPr>
              <a:t>-</a:t>
            </a:r>
            <a:r>
              <a:rPr lang="en-US" altLang="zh-CN" dirty="0">
                <a:latin typeface="Meiryo UI" panose="020B0604030504040204" pitchFamily="50" charset="-128"/>
                <a:ea typeface="Meiryo UI" panose="020B0604030504040204" pitchFamily="50" charset="-128"/>
                <a:sym typeface="+mn-ea"/>
              </a:rPr>
              <a:t>API I/F</a:t>
            </a:r>
            <a:r>
              <a:rPr lang="ja-JP" altLang="en-US" dirty="0">
                <a:latin typeface="Meiryo UI" panose="020B0604030504040204" pitchFamily="50" charset="-128"/>
                <a:ea typeface="Meiryo UI" panose="020B0604030504040204" pitchFamily="50" charset="-128"/>
                <a:sym typeface="+mn-ea"/>
              </a:rPr>
              <a:t>設計）</a:t>
            </a:r>
            <a:endParaRPr lang="ja-JP" altLang="en-US" dirty="0">
              <a:latin typeface="Meiryo UI" panose="020B0604030504040204" pitchFamily="50" charset="-128"/>
              <a:ea typeface="Meiryo UI" panose="020B0604030504040204" pitchFamily="50" charset="-128"/>
              <a:sym typeface="+mn-ea"/>
            </a:endParaRPr>
          </a:p>
        </p:txBody>
      </p:sp>
      <p:graphicFrame>
        <p:nvGraphicFramePr>
          <p:cNvPr id="5" name="表 4"/>
          <p:cNvGraphicFramePr>
            <a:graphicFrameLocks noGrp="1"/>
          </p:cNvGraphicFramePr>
          <p:nvPr>
            <p:custDataLst>
              <p:tags r:id="rId1"/>
            </p:custDataLst>
          </p:nvPr>
        </p:nvGraphicFramePr>
        <p:xfrm>
          <a:off x="451150" y="656704"/>
          <a:ext cx="11290164" cy="6123112"/>
        </p:xfrm>
        <a:graphic>
          <a:graphicData uri="http://schemas.openxmlformats.org/drawingml/2006/table">
            <a:tbl>
              <a:tblPr firstRow="1" bandRow="1"/>
              <a:tblGrid>
                <a:gridCol w="551256"/>
                <a:gridCol w="1251401"/>
                <a:gridCol w="2144022"/>
                <a:gridCol w="916305"/>
                <a:gridCol w="1435009"/>
                <a:gridCol w="1175657"/>
                <a:gridCol w="3816514"/>
              </a:tblGrid>
              <a:tr h="33359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lnSpc>
                          <a:spcPct val="100000"/>
                        </a:lnSpc>
                      </a:pPr>
                      <a:r>
                        <a:rPr lang="en-US" altLang="zh-CN" sz="900" dirty="0">
                          <a:latin typeface="Meiryo UI" panose="020B0604030504040204" pitchFamily="50" charset="-128"/>
                          <a:ea typeface="Meiryo UI" panose="020B0604030504040204" pitchFamily="50" charset="-128"/>
                        </a:rPr>
                        <a:t>No.</a:t>
                      </a:r>
                      <a:endParaRPr lang="zh-CN" altLang="en-US" sz="900" dirty="0">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900" dirty="0">
                          <a:solidFill>
                            <a:schemeClr val="bg1"/>
                          </a:solidFill>
                          <a:latin typeface="Meiryo UI" panose="020B0604030504040204" pitchFamily="50" charset="-128"/>
                          <a:ea typeface="SimSun" panose="02010600030101010101" pitchFamily="2" charset="-122"/>
                        </a:rPr>
                        <a:t>JIRA</a:t>
                      </a:r>
                      <a:endParaRPr kumimoji="1" lang="en-US" altLang="zh-CN" sz="900" dirty="0">
                        <a:solidFill>
                          <a:schemeClr val="bg1"/>
                        </a:solidFill>
                        <a:latin typeface="Meiryo UI" panose="020B0604030504040204" pitchFamily="50" charset="-128"/>
                        <a:ea typeface="SimSun" panose="02010600030101010101" pitchFamily="2"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dirty="0">
                          <a:solidFill>
                            <a:schemeClr val="bg1"/>
                          </a:solidFill>
                          <a:latin typeface="Meiryo UI" panose="020B0604030504040204" pitchFamily="50" charset="-128"/>
                          <a:ea typeface="Meiryo UI" panose="020B0604030504040204" pitchFamily="50" charset="-128"/>
                        </a:rPr>
                        <a:t>作業内容</a:t>
                      </a:r>
                      <a:endParaRPr kumimoji="1" lang="ja-JP" altLang="en-US" sz="900" dirty="0">
                        <a:solidFill>
                          <a:schemeClr val="bg1"/>
                        </a:solidFill>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状態</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I/F</a:t>
                      </a: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設計</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（提出時間）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I/F</a:t>
                      </a: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設計</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（レビュー完了時間）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r>
              <a:tr h="269668">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16</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SMN_00108-862</a:t>
                      </a:r>
                      <a:endParaRPr kumimoji="1" lang="en-US" altLang="zh-CN" sz="900" b="0"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多段変速設定</a:t>
                      </a:r>
                      <a:endParaRPr kumimoji="1" lang="zh-CN" altLang="en-US" sz="900" b="0"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マージ済み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2/2</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2/6</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fontAlgn="ctr" latinLnBrk="0"/>
                      <a:r>
                        <a:rPr lang="en-US"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r>
                        <a:rPr lang="en-US" altLang="ja-JP" sz="900" b="1" i="0" dirty="0">
                          <a:solidFill>
                            <a:srgbClr val="005BAC"/>
                          </a:solidFill>
                          <a:effectLst/>
                          <a:latin typeface="Meiryo UI" panose="020B0604030504040204" pitchFamily="50" charset="-128"/>
                          <a:ea typeface="Meiryo UI" panose="020B0604030504040204" pitchFamily="50" charset="-128"/>
                          <a:hlinkClick r:id="rId2"/>
                        </a:rPr>
                        <a:t>#189</a:t>
                      </a:r>
                      <a:r>
                        <a:rPr lang="en-US" altLang="ja-JP" sz="900" b="1" i="0" dirty="0">
                          <a:solidFill>
                            <a:srgbClr val="005BAC"/>
                          </a:solidFill>
                          <a:effectLst/>
                          <a:latin typeface="Meiryo UI" panose="020B0604030504040204" pitchFamily="50" charset="-128"/>
                          <a:ea typeface="Meiryo UI" panose="020B0604030504040204" pitchFamily="50" charset="-128"/>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a:t>
                      </a:r>
                      <a:r>
                        <a:rPr lang="ja-JP" altLang="en-US" sz="900" b="1" dirty="0">
                          <a:latin typeface="Meiryo UI" panose="020B0604030504040204" pitchFamily="50" charset="-128"/>
                          <a:ea typeface="Meiryo UI" panose="020B0604030504040204" pitchFamily="50" charset="-128"/>
                          <a:sym typeface="+mn-ea"/>
                        </a:rPr>
                        <a:t>済み</a:t>
                      </a:r>
                      <a:endParaRPr lang="en-US" altLang="ja-JP" sz="900" b="1" dirty="0">
                        <a:latin typeface="Meiryo UI" panose="020B0604030504040204" pitchFamily="50" charset="-128"/>
                        <a:ea typeface="Meiryo UI" panose="020B0604030504040204" pitchFamily="50" charset="-128"/>
                        <a:sym typeface="+mn-ea"/>
                      </a:endParaRPr>
                    </a:p>
                    <a:p>
                      <a:pPr fontAlgn="ctr" latinLnBrk="0"/>
                      <a:r>
                        <a:rPr lang="en-US" altLang="ja-JP" sz="900" b="1" dirty="0">
                          <a:latin typeface="Meiryo UI" panose="020B0604030504040204" pitchFamily="50" charset="-128"/>
                          <a:ea typeface="Meiryo UI" panose="020B0604030504040204" pitchFamily="50" charset="-128"/>
                          <a:sym typeface="+mn-ea"/>
                          <a:hlinkClick r:id="rId3"/>
                        </a:rPr>
                        <a:t>#221</a:t>
                      </a:r>
                      <a:r>
                        <a:rPr lang="en-US" altLang="ja-JP" sz="900" b="1" dirty="0">
                          <a:latin typeface="Meiryo UI" panose="020B0604030504040204" pitchFamily="50" charset="-128"/>
                          <a:ea typeface="Meiryo UI" panose="020B0604030504040204" pitchFamily="50" charset="-128"/>
                          <a:sym typeface="+mn-ea"/>
                        </a:rPr>
                        <a:t> </a:t>
                      </a:r>
                      <a:r>
                        <a:rPr lang="en-US" altLang="ja-JP" sz="900" b="1" dirty="0">
                          <a:solidFill>
                            <a:srgbClr val="C00000"/>
                          </a:solidFill>
                          <a:latin typeface="Meiryo UI" panose="020B0604030504040204" pitchFamily="50" charset="-128"/>
                          <a:ea typeface="Meiryo UI" panose="020B0604030504040204" pitchFamily="50" charset="-128"/>
                          <a:sym typeface="+mn-ea"/>
                        </a:rPr>
                        <a:t> </a:t>
                      </a:r>
                      <a:r>
                        <a:rPr lang="en-US" altLang="ja-JP" sz="900" b="1" kern="1200" dirty="0">
                          <a:solidFill>
                            <a:srgbClr val="000000"/>
                          </a:solidFill>
                          <a:latin typeface="Meiryo UI" panose="020B0604030504040204" pitchFamily="50" charset="-128"/>
                          <a:ea typeface="Meiryo UI" panose="020B0604030504040204" pitchFamily="50" charset="-128"/>
                          <a:cs typeface="+mn-cs"/>
                        </a:rPr>
                        <a:t>⇒</a:t>
                      </a:r>
                      <a:r>
                        <a:rPr lang="ja-JP" altLang="en-US" sz="900" b="1" kern="1200" dirty="0">
                          <a:solidFill>
                            <a:srgbClr val="000000"/>
                          </a:solidFill>
                          <a:latin typeface="Meiryo UI" panose="020B0604030504040204" pitchFamily="50" charset="-128"/>
                          <a:ea typeface="Meiryo UI" panose="020B0604030504040204" pitchFamily="50" charset="-128"/>
                          <a:cs typeface="+mn-cs"/>
                        </a:rPr>
                        <a:t>マージ</a:t>
                      </a:r>
                      <a:r>
                        <a:rPr lang="ja-JP" altLang="en-US" sz="900" b="1" dirty="0">
                          <a:solidFill>
                            <a:srgbClr val="000000"/>
                          </a:solidFill>
                          <a:latin typeface="Meiryo UI" panose="020B0604030504040204" pitchFamily="50" charset="-128"/>
                          <a:ea typeface="Meiryo UI" panose="020B0604030504040204" pitchFamily="50" charset="-128"/>
                          <a:sym typeface="+mn-ea"/>
                        </a:rPr>
                        <a:t>済み</a:t>
                      </a:r>
                      <a:r>
                        <a:rPr lang="en-US" altLang="ja-JP" sz="900" b="1" dirty="0">
                          <a:solidFill>
                            <a:srgbClr val="000000"/>
                          </a:solidFill>
                          <a:latin typeface="Meiryo UI" panose="020B0604030504040204" pitchFamily="50" charset="-128"/>
                          <a:ea typeface="Meiryo UI" panose="020B0604030504040204" pitchFamily="50" charset="-128"/>
                          <a:sym typeface="+mn-ea"/>
                        </a:rPr>
                        <a:t>  </a:t>
                      </a:r>
                      <a:r>
                        <a:rPr lang="en-US" altLang="ja-JP" sz="900" b="1" i="0" dirty="0">
                          <a:solidFill>
                            <a:schemeClr val="tx1"/>
                          </a:solidFill>
                          <a:effectLst/>
                          <a:latin typeface="Meiryo UI" panose="020B0604030504040204" pitchFamily="50" charset="-128"/>
                          <a:ea typeface="Meiryo UI" panose="020B0604030504040204" pitchFamily="50" charset="-128"/>
                          <a:sym typeface="+mn-ea"/>
                          <a:hlinkClick r:id="rId4"/>
                        </a:rPr>
                        <a:t>#231</a:t>
                      </a:r>
                      <a:r>
                        <a:rPr lang="en-US" altLang="ja-JP" sz="900" b="1" i="0" dirty="0">
                          <a:solidFill>
                            <a:schemeClr val="tx1"/>
                          </a:solidFill>
                          <a:effectLst/>
                          <a:latin typeface="Meiryo UI" panose="020B0604030504040204" pitchFamily="50" charset="-128"/>
                          <a:ea typeface="Meiryo UI" panose="020B0604030504040204" pitchFamily="50" charset="-128"/>
                          <a:sym typeface="+mn-ea"/>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i="0" dirty="0">
                          <a:solidFill>
                            <a:schemeClr val="tx1"/>
                          </a:solidFill>
                          <a:effectLst/>
                          <a:latin typeface="Meiryo UI" panose="020B0604030504040204" pitchFamily="50" charset="-128"/>
                          <a:ea typeface="Meiryo UI" panose="020B0604030504040204" pitchFamily="50" charset="-128"/>
                        </a:rPr>
                        <a:t>マージ済み</a:t>
                      </a:r>
                      <a:endParaRPr lang="ja-JP" altLang="en-US" sz="900" b="1" i="0" dirty="0">
                        <a:solidFill>
                          <a:schemeClr val="tx1"/>
                        </a:solidFill>
                        <a:effectLst/>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73355">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17</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SMN_00108-838</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新製品対応</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(ST</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2/6-&gt;2/13</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2/11-&gt;3/5</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ctr" latinLnBrk="0"/>
                      <a:r>
                        <a:rPr lang="en-US"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a:t>
                      </a:r>
                      <a:r>
                        <a:rPr lang="ja-JP" altLang="en-US" sz="900" b="1" i="0" dirty="0">
                          <a:solidFill>
                            <a:schemeClr val="tx1"/>
                          </a:solidFill>
                          <a:effectLst/>
                          <a:latin typeface="Meiryo UI" panose="020B0604030504040204" pitchFamily="50" charset="-128"/>
                          <a:ea typeface="Meiryo UI" panose="020B0604030504040204" pitchFamily="50" charset="-128"/>
                          <a:hlinkClick r:id="rId5"/>
                        </a:rPr>
                        <a:t> </a:t>
                      </a:r>
                      <a:r>
                        <a:rPr lang="en-US" altLang="ja-JP" sz="900" b="1" i="0" dirty="0">
                          <a:solidFill>
                            <a:srgbClr val="467886"/>
                          </a:solidFill>
                          <a:effectLst/>
                          <a:latin typeface="Meiryo UI" panose="020B0604030504040204" pitchFamily="50" charset="-128"/>
                          <a:ea typeface="Meiryo UI" panose="020B0604030504040204" pitchFamily="50" charset="-128"/>
                          <a:hlinkClick r:id="rId5"/>
                        </a:rPr>
                        <a:t>#197</a:t>
                      </a:r>
                      <a:r>
                        <a:rPr lang="en-US" altLang="ja-JP" sz="900" b="1" i="0" dirty="0">
                          <a:solidFill>
                            <a:srgbClr val="467886"/>
                          </a:solidFill>
                          <a:effectLst/>
                          <a:latin typeface="Meiryo UI" panose="020B0604030504040204" pitchFamily="50" charset="-128"/>
                          <a:ea typeface="Meiryo UI" panose="020B0604030504040204" pitchFamily="50" charset="-128"/>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90830">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18</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kumimoji="1" lang="en-US" altLang="zh-CN"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SMN_00108-864 </a:t>
                      </a:r>
                      <a:endParaRPr kumimoji="1" lang="en-US" altLang="zh-CN"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kumimoji="1" lang="zh-CN" altLang="en-US"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パワーメーターのアドバタイズモード切替</a:t>
                      </a:r>
                      <a:endParaRPr kumimoji="1" lang="zh-CN" altLang="en-US"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2/13</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2/18</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fontAlgn="ctr" latinLnBrk="0"/>
                      <a:r>
                        <a:rPr lang="en-US" altLang="ja-JP"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altLang="ja-JP"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r>
                        <a:rPr lang="en-US" altLang="ja-JP" sz="900" b="1" i="0" dirty="0">
                          <a:solidFill>
                            <a:srgbClr val="005BAC"/>
                          </a:solidFill>
                          <a:effectLst/>
                          <a:latin typeface="Meiryo UI" panose="020B0604030504040204" pitchFamily="50" charset="-128"/>
                          <a:ea typeface="Meiryo UI" panose="020B0604030504040204" pitchFamily="50" charset="-128"/>
                          <a:hlinkClick r:id="rId6"/>
                        </a:rPr>
                        <a:t>#200</a:t>
                      </a:r>
                      <a:r>
                        <a:rPr lang="en-US" altLang="ja-JP" sz="900" b="1" i="0" dirty="0">
                          <a:solidFill>
                            <a:srgbClr val="005BAC"/>
                          </a:solidFill>
                          <a:effectLst/>
                          <a:latin typeface="Meiryo UI" panose="020B0604030504040204" pitchFamily="50" charset="-128"/>
                          <a:ea typeface="Meiryo UI" panose="020B0604030504040204" pitchFamily="50" charset="-128"/>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a:t>
                      </a:r>
                      <a:r>
                        <a:rPr lang="ja-JP" altLang="en-US" sz="900" b="1" dirty="0">
                          <a:solidFill>
                            <a:schemeClr val="tx1"/>
                          </a:solidFill>
                          <a:latin typeface="Meiryo UI" panose="020B0604030504040204" pitchFamily="50" charset="-128"/>
                          <a:ea typeface="Meiryo UI" panose="020B0604030504040204" pitchFamily="50" charset="-128"/>
                          <a:sym typeface="+mn-ea"/>
                        </a:rPr>
                        <a:t>済み</a:t>
                      </a:r>
                      <a:endParaRPr lang="ja-JP" altLang="en-US" sz="900" b="1" i="0" dirty="0">
                        <a:solidFill>
                          <a:schemeClr val="tx1"/>
                        </a:solidFill>
                        <a:effectLst/>
                        <a:latin typeface="Meiryo UI" panose="020B0604030504040204" pitchFamily="50" charset="-128"/>
                        <a:ea typeface="Meiryo UI" panose="020B0604030504040204" pitchFamily="50" charset="-128"/>
                      </a:endParaRPr>
                    </a:p>
                    <a:p>
                      <a:pPr fontAlgn="ctr" latinLnBrk="0"/>
                      <a:r>
                        <a:rPr lang="en-US" altLang="ja-JP"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altLang="ja-JP"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r>
                        <a:rPr lang="en-US" altLang="ja-JP" sz="900" b="1" i="0" dirty="0">
                          <a:solidFill>
                            <a:srgbClr val="005BAC"/>
                          </a:solidFill>
                          <a:effectLst/>
                          <a:latin typeface="Meiryo UI" panose="020B0604030504040204" pitchFamily="50" charset="-128"/>
                          <a:ea typeface="Meiryo UI" panose="020B0604030504040204" pitchFamily="50" charset="-128"/>
                          <a:hlinkClick r:id="rId7"/>
                        </a:rPr>
                        <a:t>#205</a:t>
                      </a:r>
                      <a:r>
                        <a:rPr lang="en-US" altLang="ja-JP" sz="900" b="1" i="0" dirty="0">
                          <a:solidFill>
                            <a:srgbClr val="005BAC"/>
                          </a:solidFill>
                          <a:effectLst/>
                          <a:latin typeface="Meiryo UI" panose="020B0604030504040204" pitchFamily="50" charset="-128"/>
                          <a:ea typeface="Meiryo UI" panose="020B0604030504040204" pitchFamily="50" charset="-128"/>
                        </a:rPr>
                        <a:t> </a:t>
                      </a:r>
                      <a:r>
                        <a:rPr lang="en-US" altLang="ja-JP" sz="900" b="1" kern="1200" dirty="0">
                          <a:solidFill>
                            <a:srgbClr val="000000"/>
                          </a:solidFill>
                          <a:latin typeface="Meiryo UI" panose="020B0604030504040204" pitchFamily="50" charset="-128"/>
                          <a:ea typeface="Meiryo UI" panose="020B0604030504040204" pitchFamily="50" charset="-128"/>
                          <a:cs typeface="+mn-cs"/>
                        </a:rPr>
                        <a:t>⇒</a:t>
                      </a:r>
                      <a:r>
                        <a:rPr lang="ja-JP" altLang="en-US" sz="900" b="1" kern="1200" dirty="0">
                          <a:solidFill>
                            <a:srgbClr val="000000"/>
                          </a:solidFill>
                          <a:latin typeface="Meiryo UI" panose="020B0604030504040204" pitchFamily="50" charset="-128"/>
                          <a:ea typeface="Meiryo UI" panose="020B0604030504040204" pitchFamily="50" charset="-128"/>
                          <a:cs typeface="+mn-cs"/>
                        </a:rPr>
                        <a:t>マージ済み</a:t>
                      </a:r>
                      <a:endParaRPr lang="ja-JP" altLang="en-US" sz="900" b="1" kern="1200" dirty="0">
                        <a:solidFill>
                          <a:srgbClr val="0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71607">
                <a:tc>
                  <a:txBody>
                    <a:bodyPr/>
                    <a:lstStyle/>
                    <a:p>
                      <a:pPr marL="0" algn="ctr" defTabSz="914400" rtl="0" eaLnBrk="1" latinLnBrk="0" hangingPunct="1">
                        <a:lnSpc>
                          <a:spcPct val="100000"/>
                        </a:lnSpc>
                        <a:spcBef>
                          <a:spcPts val="0"/>
                        </a:spcBef>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19</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SMN_00108-837</a:t>
                      </a:r>
                      <a:endParaRPr kumimoji="1" lang="en-US" altLang="zh-CN"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新製品対応</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(EW</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a:t>
                      </a:r>
                      <a:endParaRPr kumimoji="1" lang="zh-CN" altLang="en-US"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対応済み</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2/6-&gt;2/13</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2/11-&gt;3/5</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検討の結果、</a:t>
                      </a:r>
                      <a:r>
                        <a:rPr lang="en-US" altLang="ja-JP" sz="900" b="1" kern="1200" dirty="0">
                          <a:solidFill>
                            <a:schemeClr val="tx1"/>
                          </a:solidFill>
                          <a:latin typeface="Meiryo UI" panose="020B0604030504040204" pitchFamily="50" charset="-128"/>
                          <a:ea typeface="Meiryo UI" panose="020B0604030504040204" pitchFamily="50" charset="-128"/>
                          <a:cs typeface="+mn-cs"/>
                        </a:rPr>
                        <a:t>API</a:t>
                      </a:r>
                      <a:r>
                        <a:rPr lang="ja-JP" altLang="en-US" sz="900" b="1" kern="1200" dirty="0">
                          <a:solidFill>
                            <a:schemeClr val="tx1"/>
                          </a:solidFill>
                          <a:latin typeface="Meiryo UI" panose="020B0604030504040204" pitchFamily="50" charset="-128"/>
                          <a:ea typeface="Meiryo UI" panose="020B0604030504040204" pitchFamily="50" charset="-128"/>
                          <a:cs typeface="+mn-cs"/>
                        </a:rPr>
                        <a:t>の</a:t>
                      </a:r>
                      <a:r>
                        <a:rPr lang="en-US" altLang="ja-JP" sz="900" b="1" kern="1200" dirty="0">
                          <a:solidFill>
                            <a:schemeClr val="tx1"/>
                          </a:solidFill>
                          <a:latin typeface="Meiryo UI" panose="020B0604030504040204" pitchFamily="50" charset="-128"/>
                          <a:ea typeface="Meiryo UI" panose="020B0604030504040204" pitchFamily="50" charset="-128"/>
                          <a:cs typeface="+mn-cs"/>
                        </a:rPr>
                        <a:t>I/F</a:t>
                      </a:r>
                      <a:r>
                        <a:rPr lang="ja-JP" altLang="en-US" sz="900" b="1" kern="1200" dirty="0">
                          <a:solidFill>
                            <a:schemeClr val="tx1"/>
                          </a:solidFill>
                          <a:latin typeface="Meiryo UI" panose="020B0604030504040204" pitchFamily="50" charset="-128"/>
                          <a:ea typeface="Meiryo UI" panose="020B0604030504040204" pitchFamily="50" charset="-128"/>
                          <a:cs typeface="+mn-cs"/>
                        </a:rPr>
                        <a:t>設計は修正不要</a:t>
                      </a:r>
                      <a:endParaRPr lang="ja-JP" altLang="zh-CN"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84480">
                <a:tc>
                  <a:txBody>
                    <a:bodyPr/>
                    <a:lstStyle/>
                    <a:p>
                      <a:pPr marL="0" algn="ctr" defTabSz="914400" rtl="0" eaLnBrk="1" latinLnBrk="0" hangingPunct="1">
                        <a:lnSpc>
                          <a:spcPct val="100000"/>
                        </a:lnSpc>
                        <a:spcBef>
                          <a:spcPts val="0"/>
                        </a:spcBef>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20</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SMN_00108-842 </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新製品対応</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(PM</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マージ済み</a:t>
                      </a:r>
                      <a:endParaRPr lang="ja-JP" altLang="en-US" sz="900" b="1" kern="1200" dirty="0">
                        <a:solidFill>
                          <a:srgbClr val="000000"/>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2/13</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2/18-&gt;3/11</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fontAlgn="ctr" latinLnBrk="0"/>
                      <a:r>
                        <a:rPr lang="en-US" altLang="ja-JP"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altLang="ja-JP"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r>
                        <a:rPr lang="en-US" altLang="ja-JP" sz="900" b="1" i="0" dirty="0">
                          <a:solidFill>
                            <a:srgbClr val="467886"/>
                          </a:solidFill>
                          <a:effectLst/>
                          <a:latin typeface="Meiryo UI" panose="020B0604030504040204" pitchFamily="50" charset="-128"/>
                          <a:ea typeface="Meiryo UI" panose="020B0604030504040204" pitchFamily="50" charset="-128"/>
                          <a:hlinkClick r:id="rId8"/>
                        </a:rPr>
                        <a:t>#</a:t>
                      </a:r>
                      <a:r>
                        <a:rPr lang="en-US" altLang="ja-JP" sz="900" b="1" i="0" dirty="0">
                          <a:solidFill>
                            <a:schemeClr val="tx1"/>
                          </a:solidFill>
                          <a:effectLst/>
                          <a:latin typeface="Meiryo UI" panose="020B0604030504040204" pitchFamily="50" charset="-128"/>
                          <a:ea typeface="Meiryo UI" panose="020B0604030504040204" pitchFamily="50" charset="-128"/>
                          <a:hlinkClick r:id="rId8"/>
                        </a:rPr>
                        <a:t>201</a:t>
                      </a:r>
                      <a:r>
                        <a:rPr lang="en-US" altLang="ja-JP" sz="900" b="1" i="0" dirty="0">
                          <a:solidFill>
                            <a:schemeClr val="tx1"/>
                          </a:solidFill>
                          <a:effectLst/>
                          <a:latin typeface="Meiryo UI" panose="020B0604030504040204" pitchFamily="50" charset="-128"/>
                          <a:ea typeface="Meiryo UI" panose="020B0604030504040204" pitchFamily="50" charset="-128"/>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p>
                      <a:pPr fontAlgn="ctr" latinLnBrk="0"/>
                      <a:r>
                        <a:rPr lang="en-US" altLang="ja-JP" sz="900" b="1" i="0" kern="1200" dirty="0">
                          <a:solidFill>
                            <a:srgbClr val="C00000"/>
                          </a:solidFill>
                          <a:effectLst/>
                          <a:latin typeface="Meiryo UI" panose="020B0604030504040204" pitchFamily="50" charset="-128"/>
                          <a:ea typeface="Meiryo UI" panose="020B0604030504040204" pitchFamily="50" charset="-128"/>
                          <a:cs typeface="+mn-cs"/>
                          <a:hlinkClick r:id="rId9"/>
                        </a:rPr>
                        <a:t>#220</a:t>
                      </a:r>
                      <a:r>
                        <a:rPr lang="en-US" altLang="ja-JP" sz="900" b="1" i="0" kern="1200" dirty="0">
                          <a:solidFill>
                            <a:srgbClr val="C00000"/>
                          </a:solidFill>
                          <a:effectLst/>
                          <a:latin typeface="Meiryo UI" panose="020B0604030504040204" pitchFamily="50" charset="-128"/>
                          <a:ea typeface="Meiryo UI" panose="020B0604030504040204" pitchFamily="50" charset="-128"/>
                          <a:cs typeface="+mn-cs"/>
                        </a:rPr>
                        <a:t> </a:t>
                      </a:r>
                      <a:r>
                        <a:rPr lang="en-US" altLang="ja-JP" sz="900" b="1" i="0" dirty="0">
                          <a:solidFill>
                            <a:srgbClr val="005BAC"/>
                          </a:solidFill>
                          <a:effectLst/>
                          <a:latin typeface="Meiryo UI" panose="020B0604030504040204" pitchFamily="50" charset="-128"/>
                          <a:ea typeface="Meiryo UI" panose="020B0604030504040204" pitchFamily="50" charset="-128"/>
                        </a:rPr>
                        <a:t> </a:t>
                      </a:r>
                      <a:r>
                        <a:rPr lang="en-US" altLang="ja-JP" sz="900" b="1" kern="1200" dirty="0">
                          <a:solidFill>
                            <a:srgbClr val="000000"/>
                          </a:solidFill>
                          <a:latin typeface="Meiryo UI" panose="020B0604030504040204" pitchFamily="50" charset="-128"/>
                          <a:ea typeface="Meiryo UI" panose="020B0604030504040204" pitchFamily="50" charset="-128"/>
                          <a:cs typeface="+mn-cs"/>
                        </a:rPr>
                        <a:t>⇒</a:t>
                      </a:r>
                      <a:r>
                        <a:rPr lang="ja-JP" altLang="en-US" sz="900" b="1" kern="1200" dirty="0">
                          <a:solidFill>
                            <a:srgbClr val="000000"/>
                          </a:solidFill>
                          <a:latin typeface="Meiryo UI" panose="020B0604030504040204" pitchFamily="50" charset="-128"/>
                          <a:ea typeface="Meiryo UI" panose="020B0604030504040204" pitchFamily="50" charset="-128"/>
                          <a:cs typeface="+mn-cs"/>
                        </a:rPr>
                        <a:t>マージ済み</a:t>
                      </a:r>
                      <a:endParaRPr lang="en-US" altLang="ja-JP" sz="900" b="1" kern="1200" dirty="0">
                        <a:solidFill>
                          <a:srgbClr val="000000"/>
                        </a:solidFill>
                        <a:latin typeface="Meiryo UI" panose="020B0604030504040204" pitchFamily="50" charset="-128"/>
                        <a:ea typeface="Meiryo UI" panose="020B0604030504040204" pitchFamily="50" charset="-128"/>
                        <a:cs typeface="+mn-cs"/>
                      </a:endParaRPr>
                    </a:p>
                    <a:p>
                      <a:pPr marL="0" marR="0" lvl="0" indent="0" algn="l" defTabSz="914400" rtl="0" eaLnBrk="1" fontAlgn="ctr" latinLnBrk="0" hangingPunct="1">
                        <a:lnSpc>
                          <a:spcPct val="100000"/>
                        </a:lnSpc>
                        <a:spcBef>
                          <a:spcPts val="0"/>
                        </a:spcBef>
                        <a:spcAft>
                          <a:spcPts val="0"/>
                        </a:spcAft>
                        <a:buClrTx/>
                        <a:buSzTx/>
                        <a:buFontTx/>
                        <a:buNone/>
                        <a:defRPr/>
                      </a:pPr>
                      <a:r>
                        <a:rPr lang="ja-JP" altLang="en-US" sz="900" b="1" dirty="0">
                          <a:solidFill>
                            <a:srgbClr val="C00000"/>
                          </a:solidFill>
                          <a:latin typeface="Meiryo UI" panose="020B0604030504040204" pitchFamily="50" charset="-128"/>
                          <a:ea typeface="Meiryo UI" panose="020B0604030504040204" pitchFamily="50" charset="-128"/>
                          <a:hlinkClick r:id="rId10"/>
                        </a:rPr>
                        <a:t>＃</a:t>
                      </a:r>
                      <a:r>
                        <a:rPr lang="en-US" altLang="ja-JP" sz="900" b="1" dirty="0">
                          <a:solidFill>
                            <a:srgbClr val="C00000"/>
                          </a:solidFill>
                          <a:latin typeface="Meiryo UI" panose="020B0604030504040204" pitchFamily="50" charset="-128"/>
                          <a:ea typeface="Meiryo UI" panose="020B0604030504040204" pitchFamily="50" charset="-128"/>
                          <a:hlinkClick r:id="rId10"/>
                        </a:rPr>
                        <a:t>250</a:t>
                      </a:r>
                      <a:r>
                        <a:rPr lang="ja-JP" altLang="en-US" sz="900" b="1" dirty="0">
                          <a:solidFill>
                            <a:srgbClr val="C00000"/>
                          </a:solidFill>
                          <a:latin typeface="Meiryo UI" panose="020B0604030504040204" pitchFamily="50" charset="-128"/>
                          <a:ea typeface="Meiryo UI" panose="020B0604030504040204" pitchFamily="50" charset="-128"/>
                          <a:hlinkClick r:id="rId10"/>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000000"/>
                          </a:solidFill>
                          <a:latin typeface="Meiryo UI" panose="020B0604030504040204" pitchFamily="50" charset="-128"/>
                          <a:ea typeface="Meiryo UI" panose="020B0604030504040204" pitchFamily="50" charset="-128"/>
                          <a:cs typeface="+mn-cs"/>
                        </a:rPr>
                        <a:t>マージ済み</a:t>
                      </a:r>
                      <a:endParaRPr lang="en-US" altLang="ja-JP" sz="900" b="1" dirty="0">
                        <a:solidFill>
                          <a:srgbClr val="C00000"/>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71607">
                <a:tc>
                  <a:txBody>
                    <a:bodyPr/>
                    <a:lstStyle/>
                    <a:p>
                      <a:pPr marL="0" algn="ctr" defTabSz="914400" rtl="0" eaLnBrk="1" latinLnBrk="0" hangingPunct="1">
                        <a:lnSpc>
                          <a:spcPct val="100000"/>
                        </a:lnSpc>
                        <a:spcBef>
                          <a:spcPts val="0"/>
                        </a:spcBef>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21</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SMN_00108-1083</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l">
                        <a:buClrTx/>
                        <a:buSzTx/>
                        <a:buFontTx/>
                      </a:pPr>
                      <a:r>
                        <a:rPr lang="ja-JP"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rPr>
                        <a:t>マイバイク</a:t>
                      </a:r>
                      <a:r>
                        <a:rPr lang="zh-CN"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rPr>
                        <a:t>情報</a:t>
                      </a:r>
                      <a:r>
                        <a:rPr lang="ja-JP"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rPr>
                        <a:t>のお</a:t>
                      </a:r>
                      <a:r>
                        <a:rPr lang="zh-CN"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rPr>
                        <a:t>知</a:t>
                      </a:r>
                      <a:r>
                        <a:rPr lang="ja-JP"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rPr>
                        <a:t>らせ</a:t>
                      </a:r>
                      <a:endParaRPr lang="ja-JP"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対応済み</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1/29</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2/4</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検討の結果、</a:t>
                      </a:r>
                      <a:r>
                        <a:rPr lang="en-US" altLang="ja-JP" sz="900" b="1" kern="1200" dirty="0">
                          <a:solidFill>
                            <a:schemeClr val="tx1"/>
                          </a:solidFill>
                          <a:latin typeface="Meiryo UI" panose="020B0604030504040204" pitchFamily="50" charset="-128"/>
                          <a:ea typeface="Meiryo UI" panose="020B0604030504040204" pitchFamily="50" charset="-128"/>
                          <a:cs typeface="+mn-cs"/>
                        </a:rPr>
                        <a:t>API</a:t>
                      </a:r>
                      <a:r>
                        <a:rPr lang="ja-JP" altLang="en-US" sz="900" b="1" kern="1200" dirty="0">
                          <a:solidFill>
                            <a:schemeClr val="tx1"/>
                          </a:solidFill>
                          <a:latin typeface="Meiryo UI" panose="020B0604030504040204" pitchFamily="50" charset="-128"/>
                          <a:ea typeface="Meiryo UI" panose="020B0604030504040204" pitchFamily="50" charset="-128"/>
                          <a:cs typeface="+mn-cs"/>
                        </a:rPr>
                        <a:t>の</a:t>
                      </a:r>
                      <a:r>
                        <a:rPr lang="en-US" altLang="ja-JP" sz="900" b="1" kern="1200" dirty="0">
                          <a:solidFill>
                            <a:schemeClr val="tx1"/>
                          </a:solidFill>
                          <a:latin typeface="Meiryo UI" panose="020B0604030504040204" pitchFamily="50" charset="-128"/>
                          <a:ea typeface="Meiryo UI" panose="020B0604030504040204" pitchFamily="50" charset="-128"/>
                          <a:cs typeface="+mn-cs"/>
                        </a:rPr>
                        <a:t>I/F</a:t>
                      </a:r>
                      <a:r>
                        <a:rPr lang="ja-JP" altLang="en-US" sz="900" b="1" kern="1200" dirty="0">
                          <a:solidFill>
                            <a:schemeClr val="tx1"/>
                          </a:solidFill>
                          <a:latin typeface="Meiryo UI" panose="020B0604030504040204" pitchFamily="50" charset="-128"/>
                          <a:ea typeface="Meiryo UI" panose="020B0604030504040204" pitchFamily="50" charset="-128"/>
                          <a:cs typeface="+mn-cs"/>
                        </a:rPr>
                        <a:t>設計は修正不要</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69668">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algn="ctr" defTabSz="914400" rtl="0" eaLnBrk="1" latinLnBrk="0" hangingPunct="1">
                        <a:lnSpc>
                          <a:spcPct val="100000"/>
                        </a:lnSpc>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22</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SMN_00108-820</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dirty="0">
                          <a:solidFill>
                            <a:schemeClr val="tx1"/>
                          </a:solidFill>
                          <a:latin typeface="Meiryo UI" panose="020B0604030504040204" pitchFamily="50" charset="-128"/>
                          <a:ea typeface="Meiryo UI" panose="020B0604030504040204" pitchFamily="50" charset="-128"/>
                        </a:rPr>
                        <a:t>SC</a:t>
                      </a:r>
                      <a:r>
                        <a:rPr lang="ja-JP" altLang="en-US" sz="900" dirty="0">
                          <a:solidFill>
                            <a:schemeClr val="tx1"/>
                          </a:solidFill>
                          <a:latin typeface="Meiryo UI" panose="020B0604030504040204" pitchFamily="50" charset="-128"/>
                          <a:ea typeface="Meiryo UI" panose="020B0604030504040204" pitchFamily="50" charset="-128"/>
                        </a:rPr>
                        <a:t>のカスタマイズに</a:t>
                      </a:r>
                      <a:r>
                        <a:rPr lang="zh-CN" altLang="en-US" sz="900" dirty="0">
                          <a:solidFill>
                            <a:schemeClr val="tx1"/>
                          </a:solidFill>
                          <a:latin typeface="Meiryo UI" panose="020B0604030504040204" pitchFamily="50" charset="-128"/>
                          <a:ea typeface="Meiryo UI" panose="020B0604030504040204" pitchFamily="50" charset="-128"/>
                        </a:rPr>
                        <a:t>傾斜角度</a:t>
                      </a:r>
                      <a:r>
                        <a:rPr lang="ja-JP" altLang="en-US" sz="900" dirty="0">
                          <a:solidFill>
                            <a:schemeClr val="tx1"/>
                          </a:solidFill>
                          <a:latin typeface="Meiryo UI" panose="020B0604030504040204" pitchFamily="50" charset="-128"/>
                          <a:ea typeface="Meiryo UI" panose="020B0604030504040204" pitchFamily="50" charset="-128"/>
                        </a:rPr>
                        <a:t>の</a:t>
                      </a:r>
                      <a:r>
                        <a:rPr lang="zh-CN" altLang="en-US" sz="900" dirty="0">
                          <a:solidFill>
                            <a:schemeClr val="tx1"/>
                          </a:solidFill>
                          <a:latin typeface="Meiryo UI" panose="020B0604030504040204" pitchFamily="50" charset="-128"/>
                          <a:ea typeface="Meiryo UI" panose="020B0604030504040204" pitchFamily="50" charset="-128"/>
                        </a:rPr>
                        <a:t>追加</a:t>
                      </a:r>
                      <a:endParaRPr lang="zh-CN"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2/2</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2/6</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fontAlgn="ctr" latinLnBrk="0"/>
                      <a:r>
                        <a:rPr lang="en-US"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r>
                        <a:rPr lang="en-US" altLang="ja-JP" sz="900" b="1" i="0" dirty="0">
                          <a:solidFill>
                            <a:srgbClr val="C00000"/>
                          </a:solidFill>
                          <a:effectLst/>
                          <a:latin typeface="Meiryo UI" panose="020B0604030504040204" pitchFamily="50" charset="-128"/>
                          <a:ea typeface="Meiryo UI" panose="020B0604030504040204" pitchFamily="50" charset="-128"/>
                          <a:hlinkClick r:id="rId11"/>
                        </a:rPr>
                        <a:t>#190</a:t>
                      </a:r>
                      <a:r>
                        <a:rPr lang="en-US" altLang="ja-JP" sz="900" b="1" i="0" dirty="0">
                          <a:solidFill>
                            <a:srgbClr val="C00000"/>
                          </a:solidFill>
                          <a:effectLst/>
                          <a:latin typeface="Meiryo UI" panose="020B0604030504040204" pitchFamily="50" charset="-128"/>
                          <a:ea typeface="Meiryo UI" panose="020B0604030504040204" pitchFamily="50" charset="-128"/>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dirty="0">
                          <a:solidFill>
                            <a:schemeClr val="tx1"/>
                          </a:solidFill>
                          <a:latin typeface="Meiryo UI" panose="020B0604030504040204" pitchFamily="50" charset="-128"/>
                          <a:ea typeface="Meiryo UI" panose="020B0604030504040204" pitchFamily="50" charset="-128"/>
                          <a:sym typeface="+mn-ea"/>
                        </a:rPr>
                        <a:t>マージ済み</a:t>
                      </a:r>
                      <a:endParaRPr lang="ja-JP" altLang="en-US" sz="900" b="1" i="0" dirty="0">
                        <a:solidFill>
                          <a:schemeClr val="tx1"/>
                        </a:solidFill>
                        <a:effectLst/>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69668">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algn="ctr" defTabSz="914400" rtl="0" eaLnBrk="1" latinLnBrk="0" hangingPunct="1">
                        <a:lnSpc>
                          <a:spcPct val="100000"/>
                        </a:lnSpc>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23</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SMN_00108-867</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dirty="0">
                          <a:solidFill>
                            <a:schemeClr val="tx1"/>
                          </a:solidFill>
                          <a:latin typeface="Meiryo UI" panose="020B0604030504040204" pitchFamily="50" charset="-128"/>
                          <a:ea typeface="Meiryo UI" panose="020B0604030504040204" pitchFamily="50" charset="-128"/>
                        </a:rPr>
                        <a:t>ウォークアシストの</a:t>
                      </a:r>
                      <a:r>
                        <a:rPr lang="zh-CN" altLang="en-US" sz="900" dirty="0">
                          <a:solidFill>
                            <a:schemeClr val="tx1"/>
                          </a:solidFill>
                          <a:latin typeface="Meiryo UI" panose="020B0604030504040204" pitchFamily="50" charset="-128"/>
                          <a:ea typeface="Meiryo UI" panose="020B0604030504040204" pitchFamily="50" charset="-128"/>
                        </a:rPr>
                        <a:t>設定項目対応</a:t>
                      </a:r>
                      <a:endParaRPr lang="zh-CN"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2/6</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2/18</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fontAlgn="ctr" latinLnBrk="0"/>
                      <a:r>
                        <a:rPr lang="en-US"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r>
                        <a:rPr lang="en-US" altLang="ja-JP" sz="900" b="1" i="0" dirty="0">
                          <a:solidFill>
                            <a:srgbClr val="C00000"/>
                          </a:solidFill>
                          <a:effectLst/>
                          <a:latin typeface="Meiryo UI" panose="020B0604030504040204" pitchFamily="50" charset="-128"/>
                          <a:ea typeface="Meiryo UI" panose="020B0604030504040204" pitchFamily="50" charset="-128"/>
                          <a:hlinkClick r:id="rId12"/>
                        </a:rPr>
                        <a:t>#193</a:t>
                      </a:r>
                      <a:r>
                        <a:rPr lang="en-US" altLang="ja-JP" sz="900" b="1" i="0" dirty="0">
                          <a:solidFill>
                            <a:srgbClr val="C00000"/>
                          </a:solidFill>
                          <a:effectLst/>
                          <a:latin typeface="Meiryo UI" panose="020B0604030504040204" pitchFamily="50" charset="-128"/>
                          <a:ea typeface="Meiryo UI" panose="020B0604030504040204" pitchFamily="50" charset="-128"/>
                        </a:rPr>
                        <a:t>  </a:t>
                      </a:r>
                      <a:r>
                        <a:rPr lang="ja-JP" altLang="en-US" sz="900" b="1" i="0" dirty="0">
                          <a:solidFill>
                            <a:schemeClr val="tx1"/>
                          </a:solidFill>
                          <a:effectLst/>
                          <a:latin typeface="Meiryo UI" panose="020B0604030504040204" pitchFamily="50" charset="-128"/>
                          <a:ea typeface="Meiryo UI" panose="020B0604030504040204" pitchFamily="50" charset="-128"/>
                        </a:rPr>
                        <a:t>⇒</a:t>
                      </a:r>
                      <a:r>
                        <a:rPr lang="ja-JP" altLang="en-US" sz="900" b="1" dirty="0">
                          <a:solidFill>
                            <a:schemeClr val="tx1"/>
                          </a:solidFill>
                          <a:latin typeface="Meiryo UI" panose="020B0604030504040204" pitchFamily="50" charset="-128"/>
                          <a:ea typeface="Meiryo UI" panose="020B0604030504040204" pitchFamily="50" charset="-128"/>
                          <a:sym typeface="+mn-ea"/>
                        </a:rPr>
                        <a:t>マージ済み</a:t>
                      </a:r>
                      <a:endParaRPr lang="ja-JP" altLang="en-US" sz="900" b="1" i="0" dirty="0">
                        <a:solidFill>
                          <a:schemeClr val="tx1"/>
                        </a:solidFill>
                        <a:effectLst/>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69668">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24</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SMN_00108-859</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dirty="0">
                          <a:solidFill>
                            <a:schemeClr val="tx1"/>
                          </a:solidFill>
                          <a:latin typeface="Meiryo UI" panose="020B0604030504040204" pitchFamily="50" charset="-128"/>
                          <a:ea typeface="Meiryo UI" panose="020B0604030504040204" pitchFamily="50" charset="-128"/>
                        </a:rPr>
                        <a:t>ライド</a:t>
                      </a:r>
                      <a:r>
                        <a:rPr lang="zh-CN" altLang="en-US" sz="900" dirty="0">
                          <a:solidFill>
                            <a:schemeClr val="tx1"/>
                          </a:solidFill>
                          <a:latin typeface="Meiryo UI" panose="020B0604030504040204" pitchFamily="50" charset="-128"/>
                          <a:ea typeface="Meiryo UI" panose="020B0604030504040204" pitchFamily="50" charset="-128"/>
                        </a:rPr>
                        <a:t>画面</a:t>
                      </a:r>
                      <a:r>
                        <a:rPr lang="ja-JP" altLang="en-US" sz="900" dirty="0">
                          <a:solidFill>
                            <a:schemeClr val="tx1"/>
                          </a:solidFill>
                          <a:latin typeface="Meiryo UI" panose="020B0604030504040204" pitchFamily="50" charset="-128"/>
                          <a:ea typeface="Meiryo UI" panose="020B0604030504040204" pitchFamily="50" charset="-128"/>
                        </a:rPr>
                        <a:t>の</a:t>
                      </a:r>
                      <a:r>
                        <a:rPr lang="zh-CN" altLang="en-US" sz="900" dirty="0">
                          <a:solidFill>
                            <a:schemeClr val="tx1"/>
                          </a:solidFill>
                          <a:latin typeface="Meiryo UI" panose="020B0604030504040204" pitchFamily="50" charset="-128"/>
                          <a:ea typeface="Meiryo UI" panose="020B0604030504040204" pitchFamily="50" charset="-128"/>
                        </a:rPr>
                        <a:t>表示</a:t>
                      </a:r>
                      <a:r>
                        <a:rPr lang="ja-JP" altLang="en-US" sz="900" dirty="0">
                          <a:solidFill>
                            <a:schemeClr val="tx1"/>
                          </a:solidFill>
                          <a:latin typeface="Meiryo UI" panose="020B0604030504040204" pitchFamily="50" charset="-128"/>
                          <a:ea typeface="Meiryo UI" panose="020B0604030504040204" pitchFamily="50" charset="-128"/>
                        </a:rPr>
                        <a:t>に</a:t>
                      </a:r>
                      <a:r>
                        <a:rPr lang="zh-CN" altLang="en-US" sz="900" dirty="0">
                          <a:solidFill>
                            <a:schemeClr val="tx1"/>
                          </a:solidFill>
                          <a:latin typeface="Meiryo UI" panose="020B0604030504040204" pitchFamily="50" charset="-128"/>
                          <a:ea typeface="Meiryo UI" panose="020B0604030504040204" pitchFamily="50" charset="-128"/>
                        </a:rPr>
                        <a:t>傾斜角度</a:t>
                      </a:r>
                      <a:r>
                        <a:rPr lang="ja-JP" altLang="en-US" sz="900" dirty="0">
                          <a:solidFill>
                            <a:schemeClr val="tx1"/>
                          </a:solidFill>
                          <a:latin typeface="Meiryo UI" panose="020B0604030504040204" pitchFamily="50" charset="-128"/>
                          <a:ea typeface="Meiryo UI" panose="020B0604030504040204" pitchFamily="50" charset="-128"/>
                        </a:rPr>
                        <a:t>を</a:t>
                      </a:r>
                      <a:r>
                        <a:rPr lang="zh-CN" altLang="en-US" sz="900" dirty="0">
                          <a:solidFill>
                            <a:schemeClr val="tx1"/>
                          </a:solidFill>
                          <a:latin typeface="Meiryo UI" panose="020B0604030504040204" pitchFamily="50" charset="-128"/>
                          <a:ea typeface="Meiryo UI" panose="020B0604030504040204" pitchFamily="50" charset="-128"/>
                        </a:rPr>
                        <a:t>追加</a:t>
                      </a:r>
                      <a:endParaRPr lang="zh-CN"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rgbClr val="000000"/>
                          </a:solidFill>
                          <a:latin typeface="Meiryo UI" panose="020B0604030504040204" pitchFamily="50" charset="-128"/>
                          <a:ea typeface="Meiryo UI" panose="020B0604030504040204" pitchFamily="50" charset="-128"/>
                          <a:cs typeface="+mn-cs"/>
                        </a:rPr>
                        <a:t>マージ済み</a:t>
                      </a:r>
                      <a:endParaRPr lang="ja-JP" altLang="en-US" sz="900" b="1" kern="1200" dirty="0">
                        <a:solidFill>
                          <a:srgbClr val="000000"/>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1/29-&gt;2/13</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2/4-&gt;2/25</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ctr" latinLnBrk="0"/>
                      <a:r>
                        <a:rPr lang="en-US"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r>
                        <a:rPr lang="en-US" altLang="ja-JP" sz="900" b="1" i="0" dirty="0">
                          <a:solidFill>
                            <a:srgbClr val="C00000"/>
                          </a:solidFill>
                          <a:effectLst/>
                          <a:latin typeface="Meiryo UI" panose="020B0604030504040204" pitchFamily="50" charset="-128"/>
                          <a:ea typeface="Meiryo UI" panose="020B0604030504040204" pitchFamily="50" charset="-128"/>
                          <a:hlinkClick r:id="rId13"/>
                        </a:rPr>
                        <a:t>#199</a:t>
                      </a:r>
                      <a:r>
                        <a:rPr lang="en-US" altLang="ja-JP" sz="900" b="1" i="0" dirty="0">
                          <a:solidFill>
                            <a:srgbClr val="C00000"/>
                          </a:solidFill>
                          <a:effectLst/>
                          <a:latin typeface="Meiryo UI" panose="020B0604030504040204" pitchFamily="50" charset="-128"/>
                          <a:ea typeface="Meiryo UI" panose="020B0604030504040204" pitchFamily="50" charset="-128"/>
                        </a:rPr>
                        <a:t>  </a:t>
                      </a:r>
                      <a:r>
                        <a:rPr lang="en-US" altLang="ja-JP" sz="900" b="1" kern="1200" dirty="0">
                          <a:solidFill>
                            <a:srgbClr val="000000"/>
                          </a:solidFill>
                          <a:latin typeface="Meiryo UI" panose="020B0604030504040204" pitchFamily="50" charset="-128"/>
                          <a:ea typeface="Meiryo UI" panose="020B0604030504040204" pitchFamily="50" charset="-128"/>
                          <a:cs typeface="+mn-cs"/>
                        </a:rPr>
                        <a:t>⇒</a:t>
                      </a:r>
                      <a:r>
                        <a:rPr lang="ja-JP" altLang="en-US" sz="900" b="1" kern="1200" dirty="0">
                          <a:solidFill>
                            <a:srgbClr val="000000"/>
                          </a:solidFill>
                          <a:latin typeface="Meiryo UI" panose="020B0604030504040204" pitchFamily="50" charset="-128"/>
                          <a:ea typeface="Meiryo UI" panose="020B0604030504040204" pitchFamily="50" charset="-128"/>
                          <a:cs typeface="+mn-cs"/>
                        </a:rPr>
                        <a:t>マージ済み</a:t>
                      </a:r>
                      <a:endParaRPr lang="ja-JP" altLang="en-US" sz="900" b="1" i="0" dirty="0">
                        <a:solidFill>
                          <a:srgbClr val="000000"/>
                        </a:solidFill>
                        <a:effectLst/>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71607">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25</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SMN_00108-840</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新製品対応</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(FD</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対応済み</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1/29-&gt;2/13</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2/4-&gt;2/25</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検討の結果、</a:t>
                      </a:r>
                      <a:r>
                        <a:rPr lang="en-US" altLang="ja-JP" sz="900" b="1" kern="1200" dirty="0">
                          <a:solidFill>
                            <a:schemeClr val="tx1"/>
                          </a:solidFill>
                          <a:latin typeface="Meiryo UI" panose="020B0604030504040204" pitchFamily="50" charset="-128"/>
                          <a:ea typeface="Meiryo UI" panose="020B0604030504040204" pitchFamily="50" charset="-128"/>
                          <a:cs typeface="+mn-cs"/>
                        </a:rPr>
                        <a:t>API</a:t>
                      </a:r>
                      <a:r>
                        <a:rPr lang="ja-JP" altLang="en-US" sz="900" b="1" kern="1200" dirty="0">
                          <a:solidFill>
                            <a:schemeClr val="tx1"/>
                          </a:solidFill>
                          <a:latin typeface="Meiryo UI" panose="020B0604030504040204" pitchFamily="50" charset="-128"/>
                          <a:ea typeface="Meiryo UI" panose="020B0604030504040204" pitchFamily="50" charset="-128"/>
                          <a:cs typeface="+mn-cs"/>
                        </a:rPr>
                        <a:t>の</a:t>
                      </a:r>
                      <a:r>
                        <a:rPr lang="en-US" altLang="ja-JP" sz="900" b="1" kern="1200" dirty="0">
                          <a:solidFill>
                            <a:schemeClr val="tx1"/>
                          </a:solidFill>
                          <a:latin typeface="Meiryo UI" panose="020B0604030504040204" pitchFamily="50" charset="-128"/>
                          <a:ea typeface="Meiryo UI" panose="020B0604030504040204" pitchFamily="50" charset="-128"/>
                          <a:cs typeface="+mn-cs"/>
                        </a:rPr>
                        <a:t>I/F</a:t>
                      </a:r>
                      <a:r>
                        <a:rPr lang="ja-JP" altLang="en-US" sz="900" b="1" kern="1200" dirty="0">
                          <a:solidFill>
                            <a:schemeClr val="tx1"/>
                          </a:solidFill>
                          <a:latin typeface="Meiryo UI" panose="020B0604030504040204" pitchFamily="50" charset="-128"/>
                          <a:ea typeface="Meiryo UI" panose="020B0604030504040204" pitchFamily="50" charset="-128"/>
                          <a:cs typeface="+mn-cs"/>
                        </a:rPr>
                        <a:t>設計は修正不要</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69668">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26</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SMN_00108-973</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オートゼロオフセット</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設定</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rgbClr val="000000"/>
                          </a:solidFill>
                          <a:latin typeface="Meiryo UI" panose="020B0604030504040204" pitchFamily="50" charset="-128"/>
                          <a:ea typeface="Meiryo UI" panose="020B0604030504040204" pitchFamily="50" charset="-128"/>
                          <a:sym typeface="+mn-ea"/>
                        </a:rPr>
                        <a:t>マージ済み</a:t>
                      </a:r>
                      <a:endParaRPr lang="ja-JP" altLang="en-US" sz="900" b="1" i="0" dirty="0">
                        <a:solidFill>
                          <a:srgbClr val="000000"/>
                        </a:solidFill>
                        <a:effectLst/>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2/6</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2/18</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fontAlgn="ctr" latinLnBrk="0"/>
                      <a:r>
                        <a:rPr lang="en-US"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r>
                        <a:rPr lang="en-US" altLang="ja-JP" sz="900" b="1" i="0" dirty="0">
                          <a:solidFill>
                            <a:srgbClr val="C00000"/>
                          </a:solidFill>
                          <a:effectLst/>
                          <a:latin typeface="Meiryo UI" panose="020B0604030504040204" pitchFamily="50" charset="-128"/>
                          <a:ea typeface="Meiryo UI" panose="020B0604030504040204" pitchFamily="50" charset="-128"/>
                          <a:hlinkClick r:id="rId14"/>
                        </a:rPr>
                        <a:t>#192</a:t>
                      </a:r>
                      <a:r>
                        <a:rPr lang="en-US" altLang="ja-JP" sz="900" b="1" i="0" kern="1200" dirty="0">
                          <a:solidFill>
                            <a:srgbClr val="C00000"/>
                          </a:solidFill>
                          <a:effectLst/>
                          <a:latin typeface="Meiryo UI" panose="020B0604030504040204" pitchFamily="50" charset="-128"/>
                          <a:ea typeface="Meiryo UI" panose="020B0604030504040204" pitchFamily="50" charset="-128"/>
                          <a:cs typeface="+mn-cs"/>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dirty="0">
                          <a:solidFill>
                            <a:schemeClr val="tx1"/>
                          </a:solidFill>
                          <a:latin typeface="Meiryo UI" panose="020B0604030504040204" pitchFamily="50" charset="-128"/>
                          <a:ea typeface="Meiryo UI" panose="020B0604030504040204" pitchFamily="50" charset="-128"/>
                          <a:sym typeface="+mn-ea"/>
                        </a:rPr>
                        <a:t>マージ済み</a:t>
                      </a:r>
                      <a:endParaRPr lang="ja-JP" altLang="en-US" sz="900" b="1" i="0" dirty="0">
                        <a:solidFill>
                          <a:schemeClr val="tx1"/>
                        </a:solidFill>
                        <a:effectLst/>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69668">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27</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SMN_00108-972</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対応</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する</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3rdParty</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センサーの</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追加</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2/13</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2/18</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altLang="ja-JP"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r>
                        <a:rPr lang="en-US" altLang="ja-JP" sz="900" b="1" i="0" dirty="0">
                          <a:solidFill>
                            <a:schemeClr val="tx1"/>
                          </a:solidFill>
                          <a:effectLst/>
                          <a:latin typeface="Meiryo UI" panose="020B0604030504040204" pitchFamily="50" charset="-128"/>
                          <a:ea typeface="Meiryo UI" panose="020B0604030504040204" pitchFamily="50" charset="-128"/>
                          <a:hlinkClick r:id="rId15"/>
                        </a:rPr>
                        <a:t>#202</a:t>
                      </a:r>
                      <a:endParaRPr lang="ja-JP" altLang="en-US" sz="900" b="1" i="0"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i="0" dirty="0">
                          <a:solidFill>
                            <a:schemeClr val="tx1"/>
                          </a:solidFill>
                          <a:effectLst/>
                          <a:latin typeface="Meiryo UI" panose="020B0604030504040204" pitchFamily="50" charset="-128"/>
                          <a:ea typeface="Meiryo UI" panose="020B0604030504040204" pitchFamily="50" charset="-128"/>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ja-JP" altLang="en-US" sz="900" b="1" i="0" dirty="0">
                        <a:solidFill>
                          <a:schemeClr val="tx1"/>
                        </a:solidFill>
                        <a:effectLst/>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69668">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28</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SMN_00108-857</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シンクロシフト</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設定</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2/4</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2/9</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ctr" latinLnBrk="0"/>
                      <a:r>
                        <a:rPr lang="en-US"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a:t>
                      </a:r>
                      <a:endParaRPr lang="en-US" altLang="ja-JP" sz="900" b="1" i="0" dirty="0">
                        <a:solidFill>
                          <a:schemeClr val="tx1"/>
                        </a:solidFill>
                        <a:effectLst/>
                        <a:latin typeface="Meiryo UI" panose="020B0604030504040204" pitchFamily="50" charset="-128"/>
                        <a:ea typeface="Meiryo UI" panose="020B0604030504040204" pitchFamily="50" charset="-128"/>
                      </a:endParaRPr>
                    </a:p>
                    <a:p>
                      <a:pPr algn="l" fontAlgn="ctr" latinLnBrk="0"/>
                      <a:r>
                        <a:rPr lang="ja-JP" altLang="en-US" sz="900" b="1" i="0" dirty="0">
                          <a:solidFill>
                            <a:schemeClr val="tx1"/>
                          </a:solidFill>
                          <a:effectLst/>
                          <a:latin typeface="Meiryo UI" panose="020B0604030504040204" pitchFamily="50" charset="-128"/>
                          <a:ea typeface="Meiryo UI" panose="020B0604030504040204" pitchFamily="50" charset="-128"/>
                        </a:rPr>
                        <a:t> </a:t>
                      </a:r>
                      <a:r>
                        <a:rPr lang="en-US" altLang="ja-JP" sz="900" b="1" i="0" dirty="0">
                          <a:solidFill>
                            <a:srgbClr val="C00000"/>
                          </a:solidFill>
                          <a:effectLst/>
                          <a:latin typeface="Meiryo UI" panose="020B0604030504040204" pitchFamily="50" charset="-128"/>
                          <a:ea typeface="Meiryo UI" panose="020B0604030504040204" pitchFamily="50" charset="-128"/>
                          <a:hlinkClick r:id="rId16"/>
                        </a:rPr>
                        <a:t>#191</a:t>
                      </a:r>
                      <a:r>
                        <a:rPr lang="ja-JP" altLang="en-US" sz="900" b="1" i="0" dirty="0">
                          <a:solidFill>
                            <a:schemeClr val="tx1"/>
                          </a:solidFill>
                          <a:effectLst/>
                          <a:latin typeface="Meiryo UI" panose="020B0604030504040204" pitchFamily="50" charset="-128"/>
                          <a:ea typeface="Meiryo UI" panose="020B0604030504040204" pitchFamily="50" charset="-128"/>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71607">
                <a:tc>
                  <a:txBody>
                    <a:bodyPr/>
                    <a:lstStyle/>
                    <a:p>
                      <a:pPr marL="0" algn="ctr" defTabSz="914400" rtl="0" eaLnBrk="1" latinLnBrk="0" hangingPunct="1">
                        <a:lnSpc>
                          <a:spcPct val="100000"/>
                        </a:lnSpc>
                        <a:buClrTx/>
                        <a:buSzTx/>
                        <a:buFontTx/>
                        <a:buNone/>
                      </a:pPr>
                      <a:r>
                        <a:rPr lang="en-US" altLang="zh-CN" sz="900" strike="sngStrike" kern="1200" dirty="0">
                          <a:solidFill>
                            <a:schemeClr val="tx1"/>
                          </a:solidFill>
                          <a:latin typeface="Meiryo UI" panose="020B0604030504040204" pitchFamily="50" charset="-128"/>
                          <a:ea typeface="Meiryo UI" panose="020B0604030504040204" pitchFamily="50" charset="-128"/>
                          <a:cs typeface="+mn-cs"/>
                        </a:rPr>
                        <a:t>29</a:t>
                      </a:r>
                      <a:endParaRPr lang="en-US" altLang="zh-CN" sz="900" strike="sngStrike"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strike="sngStrike"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SMN_00108-1062</a:t>
                      </a:r>
                      <a:endPar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SW-UT600</a:t>
                      </a:r>
                      <a:r>
                        <a:rPr kumimoji="1" lang="ja-JP"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製品画像</a:t>
                      </a:r>
                      <a:r>
                        <a:rPr kumimoji="1" lang="ja-JP"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切</a:t>
                      </a:r>
                      <a:r>
                        <a:rPr kumimoji="1" lang="ja-JP"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り</a:t>
                      </a:r>
                      <a:r>
                        <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替</a:t>
                      </a:r>
                      <a:r>
                        <a:rPr kumimoji="1" lang="ja-JP"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え</a:t>
                      </a:r>
                      <a:r>
                        <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対応</a:t>
                      </a:r>
                      <a:endPar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strike="sngStrike" dirty="0">
                          <a:solidFill>
                            <a:schemeClr val="tx1"/>
                          </a:solidFill>
                          <a:latin typeface="Meiryo UI" panose="020B0604030504040204" pitchFamily="50" charset="-128"/>
                          <a:ea typeface="Meiryo UI" panose="020B0604030504040204" pitchFamily="50" charset="-128"/>
                          <a:sym typeface="+mn-ea"/>
                        </a:rPr>
                        <a:t>キャンセルした</a:t>
                      </a:r>
                      <a:endParaRPr lang="ja-JP" altLang="en-US" sz="900" b="1" strike="sngStrike"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strike="sngStrike" baseline="0" dirty="0">
                          <a:solidFill>
                            <a:schemeClr val="tx1"/>
                          </a:solidFill>
                          <a:latin typeface="Meiryo UI" panose="020B0604030504040204" pitchFamily="50" charset="-128"/>
                          <a:ea typeface="Meiryo UI" panose="020B0604030504040204" pitchFamily="50" charset="-128"/>
                          <a:sym typeface="+mn-ea"/>
                        </a:rPr>
                        <a:t>-</a:t>
                      </a:r>
                      <a:endParaRPr lang="en-US" altLang="ja-JP" sz="900" b="1" strike="sngStrike" kern="1200" baseline="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strike="sngStrike" kern="1200" baseline="0" dirty="0">
                          <a:solidFill>
                            <a:schemeClr val="tx1"/>
                          </a:solidFill>
                          <a:latin typeface="Meiryo UI" panose="020B0604030504040204" pitchFamily="50" charset="-128"/>
                          <a:ea typeface="Meiryo UI" panose="020B0604030504040204" pitchFamily="50" charset="-128"/>
                          <a:cs typeface="+mn-cs"/>
                        </a:rPr>
                        <a:t>-</a:t>
                      </a:r>
                      <a:endParaRPr lang="ja-JP" altLang="en-US" sz="900" b="1" strike="sngStrike" kern="1200" baseline="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キャンセルした</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71607">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30</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SMN_00108-1285</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CRA</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対応製品</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ETP Cyclist</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へのアップデートの</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誘導</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ja-JP" sz="900" b="1" dirty="0">
                          <a:solidFill>
                            <a:schemeClr val="tx1"/>
                          </a:solidFill>
                          <a:latin typeface="Meiryo UI" panose="020B0604030504040204" pitchFamily="50" charset="-128"/>
                          <a:ea typeface="Meiryo UI" panose="020B0604030504040204" pitchFamily="50" charset="-128"/>
                          <a:sym typeface="+mn-ea"/>
                        </a:rPr>
                        <a:t>詳細は、他のチケットで対応する</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69668">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31</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SMN_00108-1048</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パワー</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関連表示</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対応</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2/6</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2/18</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ctr" latinLnBrk="0"/>
                      <a:r>
                        <a:rPr lang="en-US"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r>
                        <a:rPr lang="en-US" altLang="ja-JP" sz="900" b="1" i="0" dirty="0">
                          <a:solidFill>
                            <a:srgbClr val="C00000"/>
                          </a:solidFill>
                          <a:effectLst/>
                          <a:latin typeface="Meiryo UI" panose="020B0604030504040204" pitchFamily="50" charset="-128"/>
                          <a:ea typeface="Meiryo UI" panose="020B0604030504040204" pitchFamily="50" charset="-128"/>
                          <a:hlinkClick r:id="rId17"/>
                        </a:rPr>
                        <a:t>#194</a:t>
                      </a:r>
                      <a:endParaRPr lang="en-US" altLang="ja-JP" sz="900" b="1" i="0" dirty="0">
                        <a:solidFill>
                          <a:srgbClr val="C00000"/>
                        </a:solidFill>
                        <a:effectLst/>
                        <a:latin typeface="Meiryo UI" panose="020B0604030504040204" pitchFamily="50" charset="-128"/>
                        <a:ea typeface="Meiryo UI" panose="020B0604030504040204" pitchFamily="50" charset="-128"/>
                      </a:endParaRPr>
                    </a:p>
                    <a:p>
                      <a:pPr marL="0" marR="0" lvl="0" indent="0" algn="l" defTabSz="914400" rtl="0" eaLnBrk="1" fontAlgn="ctr" latinLnBrk="0" hangingPunct="1">
                        <a:lnSpc>
                          <a:spcPct val="100000"/>
                        </a:lnSpc>
                        <a:spcBef>
                          <a:spcPts val="0"/>
                        </a:spcBef>
                        <a:spcAft>
                          <a:spcPts val="0"/>
                        </a:spcAft>
                        <a:buClrTx/>
                        <a:buSzTx/>
                        <a:buFontTx/>
                        <a:buNone/>
                        <a:defRPr/>
                      </a:pPr>
                      <a:r>
                        <a:rPr lang="ja-JP" altLang="en-US" sz="900" b="1" i="0" dirty="0">
                          <a:solidFill>
                            <a:srgbClr val="000000"/>
                          </a:solidFill>
                          <a:effectLst/>
                          <a:latin typeface="Meiryo UI" panose="020B0604030504040204" pitchFamily="50" charset="-128"/>
                          <a:ea typeface="Meiryo UI" panose="020B0604030504040204" pitchFamily="50" charset="-128"/>
                        </a:rPr>
                        <a:t>⇒</a:t>
                      </a:r>
                      <a:r>
                        <a:rPr lang="ja-JP" altLang="en-US" sz="900" b="1" kern="1200" dirty="0">
                          <a:solidFill>
                            <a:srgbClr val="000000"/>
                          </a:solidFill>
                          <a:latin typeface="Meiryo UI" panose="020B0604030504040204" pitchFamily="50" charset="-128"/>
                          <a:ea typeface="Meiryo UI" panose="020B0604030504040204" pitchFamily="50" charset="-128"/>
                          <a:cs typeface="+mn-cs"/>
                        </a:rPr>
                        <a:t>マージ</a:t>
                      </a:r>
                      <a:r>
                        <a:rPr lang="ja-JP" altLang="en-US" sz="900" b="1" dirty="0">
                          <a:solidFill>
                            <a:srgbClr val="000000"/>
                          </a:solidFill>
                          <a:latin typeface="Meiryo UI" panose="020B0604030504040204" pitchFamily="50" charset="-128"/>
                          <a:ea typeface="Meiryo UI" panose="020B0604030504040204" pitchFamily="50" charset="-128"/>
                          <a:sym typeface="+mn-ea"/>
                        </a:rPr>
                        <a:t>済み</a:t>
                      </a:r>
                      <a:endParaRPr lang="ja-JP" altLang="en-US" sz="900" b="1" i="0" dirty="0">
                        <a:solidFill>
                          <a:srgbClr val="000000"/>
                        </a:solidFill>
                        <a:effectLst/>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69668">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32</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SMN_00108-819</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900" dirty="0">
                          <a:solidFill>
                            <a:schemeClr val="tx1"/>
                          </a:solidFill>
                          <a:latin typeface="Meiryo UI" panose="020B0604030504040204" pitchFamily="50" charset="-128"/>
                          <a:ea typeface="Meiryo UI" panose="020B0604030504040204" pitchFamily="50" charset="-128"/>
                        </a:rPr>
                        <a:t>新製品対応</a:t>
                      </a:r>
                      <a:r>
                        <a:rPr lang="en-US" altLang="zh-CN" sz="900" dirty="0">
                          <a:solidFill>
                            <a:schemeClr val="tx1"/>
                          </a:solidFill>
                          <a:latin typeface="Meiryo UI" panose="020B0604030504040204" pitchFamily="50" charset="-128"/>
                          <a:ea typeface="Meiryo UI" panose="020B0604030504040204" pitchFamily="50" charset="-128"/>
                        </a:rPr>
                        <a:t>(EW-SS305)</a:t>
                      </a:r>
                      <a:r>
                        <a:rPr lang="zh-CN" altLang="en-US" sz="900" dirty="0">
                          <a:solidFill>
                            <a:schemeClr val="tx1"/>
                          </a:solidFill>
                          <a:latin typeface="Meiryo UI" panose="020B0604030504040204" pitchFamily="50" charset="-128"/>
                          <a:ea typeface="Meiryo UI" panose="020B0604030504040204" pitchFamily="50" charset="-128"/>
                        </a:rPr>
                        <a:t>多極</a:t>
                      </a:r>
                      <a:r>
                        <a:rPr lang="ja-JP" altLang="en-US" sz="900" dirty="0">
                          <a:solidFill>
                            <a:schemeClr val="tx1"/>
                          </a:solidFill>
                          <a:latin typeface="Meiryo UI" panose="020B0604030504040204" pitchFamily="50" charset="-128"/>
                          <a:ea typeface="Meiryo UI" panose="020B0604030504040204" pitchFamily="50" charset="-128"/>
                        </a:rPr>
                        <a:t>スピードセンサー</a:t>
                      </a:r>
                      <a:endParaRPr lang="ja-JP"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rgbClr val="000000"/>
                          </a:solidFill>
                          <a:latin typeface="Meiryo UI" panose="020B0604030504040204" pitchFamily="50" charset="-128"/>
                          <a:ea typeface="Meiryo UI" panose="020B0604030504040204" pitchFamily="50" charset="-128"/>
                          <a:cs typeface="+mn-cs"/>
                          <a:sym typeface="+mn-ea"/>
                        </a:rPr>
                        <a:t>マージ済み</a:t>
                      </a:r>
                      <a:endParaRPr lang="ja-JP" altLang="en-US" sz="900" b="1" kern="1200" dirty="0">
                        <a:solidFill>
                          <a:srgbClr val="000000"/>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2/13</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2/18-&gt;3/11</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ctr" latinLnBrk="0"/>
                      <a:r>
                        <a:rPr lang="en-US"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r>
                        <a:rPr lang="en-US" altLang="ja-JP" sz="900" b="1" i="0" dirty="0">
                          <a:solidFill>
                            <a:srgbClr val="C00000"/>
                          </a:solidFill>
                          <a:effectLst/>
                          <a:latin typeface="Meiryo UI" panose="020B0604030504040204" pitchFamily="50" charset="-128"/>
                          <a:ea typeface="Meiryo UI" panose="020B0604030504040204" pitchFamily="50" charset="-128"/>
                          <a:hlinkClick r:id="rId18"/>
                        </a:rPr>
                        <a:t>#196</a:t>
                      </a:r>
                      <a:endParaRPr lang="en-US" altLang="ja-JP" sz="900" b="1" i="0" dirty="0">
                        <a:solidFill>
                          <a:srgbClr val="C00000"/>
                        </a:solidFill>
                        <a:effectLst/>
                        <a:latin typeface="Meiryo UI" panose="020B0604030504040204" pitchFamily="50" charset="-128"/>
                        <a:ea typeface="Meiryo UI" panose="020B0604030504040204" pitchFamily="50" charset="-128"/>
                      </a:endParaRPr>
                    </a:p>
                    <a:p>
                      <a:pPr marL="0" marR="0" lvl="0" indent="0" algn="l" defTabSz="914400" rtl="0" eaLnBrk="1" fontAlgn="ctr" latinLnBrk="0" hangingPunct="1">
                        <a:lnSpc>
                          <a:spcPct val="100000"/>
                        </a:lnSpc>
                        <a:spcBef>
                          <a:spcPts val="0"/>
                        </a:spcBef>
                        <a:spcAft>
                          <a:spcPts val="0"/>
                        </a:spcAft>
                        <a:buClrTx/>
                        <a:buSzTx/>
                        <a:buFontTx/>
                        <a:buNone/>
                        <a:defRPr/>
                      </a:pPr>
                      <a:r>
                        <a:rPr lang="en-US" altLang="ja-JP" sz="900" b="1" kern="1200" dirty="0">
                          <a:solidFill>
                            <a:srgbClr val="000000"/>
                          </a:solidFill>
                          <a:latin typeface="Meiryo UI" panose="020B0604030504040204" pitchFamily="50" charset="-128"/>
                          <a:ea typeface="Meiryo UI" panose="020B0604030504040204" pitchFamily="50" charset="-128"/>
                          <a:cs typeface="+mn-cs"/>
                        </a:rPr>
                        <a:t>⇒</a:t>
                      </a:r>
                      <a:r>
                        <a:rPr lang="ja-JP" altLang="en-US" sz="900" b="1" dirty="0">
                          <a:solidFill>
                            <a:srgbClr val="000000"/>
                          </a:solidFill>
                          <a:latin typeface="Meiryo UI" panose="020B0604030504040204" pitchFamily="50" charset="-128"/>
                          <a:ea typeface="Meiryo UI" panose="020B0604030504040204" pitchFamily="50" charset="-128"/>
                          <a:sym typeface="+mn-ea"/>
                        </a:rPr>
                        <a:t>マージ済み</a:t>
                      </a:r>
                      <a:endParaRPr lang="ja-JP" altLang="en-US" sz="900" b="1" i="0" dirty="0">
                        <a:solidFill>
                          <a:srgbClr val="000000"/>
                        </a:solidFill>
                        <a:effectLst/>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69668">
                <a:tc>
                  <a:txBody>
                    <a:bodyPr/>
                    <a:lstStyle/>
                    <a:p>
                      <a:pPr marL="0" algn="ctr" defTabSz="914400" rtl="0" eaLnBrk="1" latinLnBrk="0" hangingPunct="1">
                        <a:lnSpc>
                          <a:spcPct val="100000"/>
                        </a:lnSpc>
                        <a:buClrTx/>
                        <a:buSzTx/>
                        <a:buFontTx/>
                        <a:buNone/>
                      </a:pPr>
                      <a:r>
                        <a:rPr lang="en-US" altLang="zh-CN" sz="900" kern="1200" dirty="0">
                          <a:solidFill>
                            <a:srgbClr val="C00000"/>
                          </a:solidFill>
                          <a:latin typeface="Meiryo UI" panose="020B0604030504040204" pitchFamily="50" charset="-128"/>
                          <a:ea typeface="Meiryo UI" panose="020B0604030504040204" pitchFamily="50" charset="-128"/>
                          <a:cs typeface="+mn-cs"/>
                        </a:rPr>
                        <a:t>33</a:t>
                      </a:r>
                      <a:endParaRPr lang="en-US" altLang="zh-CN" sz="900"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srgbClr val="C00000"/>
                          </a:solidFill>
                          <a:effectLst/>
                          <a:uLnTx/>
                          <a:uFillTx/>
                          <a:latin typeface="Meiryo UI" panose="020B0604030504040204" pitchFamily="50" charset="-128"/>
                          <a:ea typeface="Meiryo UI" panose="020B0604030504040204" pitchFamily="50" charset="-128"/>
                          <a:sym typeface="+mn-ea"/>
                        </a:rPr>
                        <a:t>SMN_00108-835</a:t>
                      </a:r>
                      <a:endParaRPr kumimoji="1" lang="en-US" altLang="zh-CN" sz="900" b="0" i="0" u="none" strike="noStrike" kern="0" cap="none" spc="0" normalizeH="0" baseline="0" noProof="0" dirty="0">
                        <a:ln>
                          <a:noFill/>
                        </a:ln>
                        <a:solidFill>
                          <a:srgbClr val="C00000"/>
                        </a:solidFill>
                        <a:effectLst/>
                        <a:uLnTx/>
                        <a:uFillTx/>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srgbClr val="C00000"/>
                          </a:solidFill>
                          <a:effectLst/>
                          <a:uLnTx/>
                          <a:uFillTx/>
                          <a:latin typeface="Meiryo UI" panose="020B0604030504040204" pitchFamily="50" charset="-128"/>
                          <a:ea typeface="Meiryo UI" panose="020B0604030504040204" pitchFamily="50" charset="-128"/>
                        </a:rPr>
                        <a:t>FW</a:t>
                      </a:r>
                      <a:r>
                        <a:rPr kumimoji="1" lang="ja-JP" altLang="en-US" sz="900" b="0" i="0" u="none" strike="noStrike" kern="0" cap="none" spc="0" normalizeH="0" baseline="0" noProof="0" dirty="0">
                          <a:ln>
                            <a:noFill/>
                          </a:ln>
                          <a:solidFill>
                            <a:srgbClr val="C00000"/>
                          </a:solidFill>
                          <a:effectLst/>
                          <a:uLnTx/>
                          <a:uFillTx/>
                          <a:latin typeface="Meiryo UI" panose="020B0604030504040204" pitchFamily="50" charset="-128"/>
                          <a:ea typeface="Meiryo UI" panose="020B0604030504040204" pitchFamily="50" charset="-128"/>
                        </a:rPr>
                        <a:t>アップデート</a:t>
                      </a:r>
                      <a:endParaRPr kumimoji="1" lang="ja-JP" altLang="en-US" sz="900" b="0" i="0" u="none" strike="noStrike" kern="0" cap="none" spc="0" normalizeH="0" baseline="0" noProof="0" dirty="0">
                        <a:ln>
                          <a:noFill/>
                        </a:ln>
                        <a:solidFill>
                          <a:srgbClr val="C00000"/>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rgbClr val="C00000"/>
                          </a:solidFill>
                          <a:latin typeface="Meiryo UI" panose="020B0604030504040204" pitchFamily="50" charset="-128"/>
                          <a:ea typeface="Meiryo UI" panose="020B0604030504040204" pitchFamily="50" charset="-128"/>
                          <a:sym typeface="+mn-ea"/>
                        </a:rPr>
                        <a:t>対応中</a:t>
                      </a:r>
                      <a:endParaRPr lang="ja-JP" altLang="en-US" sz="900" b="1" kern="1200" dirty="0">
                        <a:solidFill>
                          <a:srgbClr val="C00000"/>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2/13</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2/18</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fontAlgn="ctr" latinLnBrk="0"/>
                      <a:r>
                        <a:rPr lang="en-US" altLang="ja-JP"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altLang="ja-JP"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endParaRPr lang="en-US" altLang="ja-JP" sz="900" b="1" i="0" dirty="0">
                        <a:solidFill>
                          <a:schemeClr val="tx1"/>
                        </a:solidFill>
                        <a:effectLst/>
                        <a:latin typeface="Meiryo UI" panose="020B0604030504040204" pitchFamily="50" charset="-128"/>
                        <a:ea typeface="Meiryo UI" panose="020B0604030504040204" pitchFamily="50" charset="-128"/>
                      </a:endParaRPr>
                    </a:p>
                    <a:p>
                      <a:pPr fontAlgn="ctr" latinLnBrk="0"/>
                      <a:r>
                        <a:rPr lang="en-US" altLang="ja-JP" sz="900" b="1" i="0" dirty="0">
                          <a:solidFill>
                            <a:schemeClr val="tx1"/>
                          </a:solidFill>
                          <a:effectLst/>
                          <a:latin typeface="Meiryo UI" panose="020B0604030504040204" pitchFamily="50" charset="-128"/>
                          <a:ea typeface="Meiryo UI" panose="020B0604030504040204" pitchFamily="50" charset="-128"/>
                          <a:hlinkClick r:id="rId19"/>
                        </a:rPr>
                        <a:t>#203</a:t>
                      </a:r>
                      <a:r>
                        <a:rPr lang="en-US" altLang="ja-JP" sz="900" b="1" i="0" dirty="0">
                          <a:solidFill>
                            <a:schemeClr val="tx1"/>
                          </a:solidFill>
                          <a:effectLst/>
                          <a:latin typeface="Meiryo UI" panose="020B0604030504040204" pitchFamily="50" charset="-128"/>
                          <a:ea typeface="Meiryo UI" panose="020B0604030504040204" pitchFamily="50" charset="-128"/>
                        </a:rPr>
                        <a:t> </a:t>
                      </a:r>
                      <a:r>
                        <a:rPr lang="en-US" altLang="ja-JP" sz="900" b="1" kern="1200" dirty="0">
                          <a:solidFill>
                            <a:srgbClr val="C00000"/>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レビュー待ち</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p>
                      <a:pPr marL="0" marR="0" lvl="0" indent="0" algn="l" defTabSz="914400" rtl="0" eaLnBrk="1" fontAlgn="ctr" latinLnBrk="0" hangingPunct="1">
                        <a:lnSpc>
                          <a:spcPct val="100000"/>
                        </a:lnSpc>
                        <a:spcBef>
                          <a:spcPts val="0"/>
                        </a:spcBef>
                        <a:spcAft>
                          <a:spcPts val="0"/>
                        </a:spcAft>
                        <a:buClrTx/>
                        <a:buSzTx/>
                        <a:buFontTx/>
                        <a:buNone/>
                        <a:defRPr/>
                      </a:pPr>
                      <a:r>
                        <a:rPr lang="en-US" altLang="ja-JP" sz="900" b="1" i="0" dirty="0">
                          <a:solidFill>
                            <a:schemeClr val="tx1"/>
                          </a:solidFill>
                          <a:effectLst/>
                          <a:latin typeface="Meiryo UI" panose="020B0604030504040204" pitchFamily="50" charset="-128"/>
                          <a:ea typeface="Meiryo UI" panose="020B0604030504040204" pitchFamily="50" charset="-128"/>
                          <a:hlinkClick r:id="rId20"/>
                        </a:rPr>
                        <a:t>#252 </a:t>
                      </a:r>
                      <a:r>
                        <a:rPr lang="en-US" altLang="ja-JP" sz="900" b="1" kern="1200" dirty="0">
                          <a:solidFill>
                            <a:srgbClr val="C00000"/>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レビュー待ち</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bl>
          </a:graphicData>
        </a:graphic>
      </p:graphicFrame>
      <p:sp>
        <p:nvSpPr>
          <p:cNvPr id="2" name="矩形标注 1"/>
          <p:cNvSpPr/>
          <p:nvPr/>
        </p:nvSpPr>
        <p:spPr>
          <a:xfrm>
            <a:off x="9620885" y="5739130"/>
            <a:ext cx="1362710" cy="707390"/>
          </a:xfrm>
          <a:prstGeom prst="wedgeRectCallout">
            <a:avLst>
              <a:gd name="adj1" fmla="val -68266"/>
              <a:gd name="adj2" fmla="val 52603"/>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000">
                <a:solidFill>
                  <a:srgbClr val="C00000"/>
                </a:solidFill>
                <a:latin typeface="Meiryo UI" panose="020B0604030504040204" pitchFamily="50" charset="-128"/>
                <a:ea typeface="Meiryo UI" panose="020B0604030504040204" pitchFamily="50" charset="-128"/>
              </a:rPr>
              <a:t>遅延時間</a:t>
            </a:r>
            <a:r>
              <a:rPr lang="ja-JP" altLang="en-US" sz="1000">
                <a:solidFill>
                  <a:srgbClr val="C00000"/>
                </a:solidFill>
                <a:latin typeface="Meiryo UI" panose="020B0604030504040204" pitchFamily="50" charset="-128"/>
                <a:ea typeface="Meiryo UI" panose="020B0604030504040204" pitchFamily="50" charset="-128"/>
              </a:rPr>
              <a:t>が</a:t>
            </a:r>
            <a:r>
              <a:rPr lang="zh-CN" altLang="en-US" sz="1000">
                <a:solidFill>
                  <a:srgbClr val="C00000"/>
                </a:solidFill>
                <a:latin typeface="Meiryo UI" panose="020B0604030504040204" pitchFamily="50" charset="-128"/>
                <a:ea typeface="Meiryo UI" panose="020B0604030504040204" pitchFamily="50" charset="-128"/>
              </a:rPr>
              <a:t>長</a:t>
            </a:r>
            <a:r>
              <a:rPr lang="ja-JP" altLang="en-US" sz="1000">
                <a:solidFill>
                  <a:srgbClr val="C00000"/>
                </a:solidFill>
                <a:latin typeface="Meiryo UI" panose="020B0604030504040204" pitchFamily="50" charset="-128"/>
                <a:ea typeface="Meiryo UI" panose="020B0604030504040204" pitchFamily="50" charset="-128"/>
              </a:rPr>
              <a:t>いため、お</a:t>
            </a:r>
            <a:r>
              <a:rPr lang="zh-CN" altLang="en-US" sz="1000">
                <a:solidFill>
                  <a:srgbClr val="C00000"/>
                </a:solidFill>
                <a:latin typeface="Meiryo UI" panose="020B0604030504040204" pitchFamily="50" charset="-128"/>
                <a:ea typeface="Meiryo UI" panose="020B0604030504040204" pitchFamily="50" charset="-128"/>
              </a:rPr>
              <a:t>早</a:t>
            </a:r>
            <a:r>
              <a:rPr lang="ja-JP" altLang="en-US" sz="1000">
                <a:solidFill>
                  <a:srgbClr val="C00000"/>
                </a:solidFill>
                <a:latin typeface="Meiryo UI" panose="020B0604030504040204" pitchFamily="50" charset="-128"/>
                <a:ea typeface="Meiryo UI" panose="020B0604030504040204" pitchFamily="50" charset="-128"/>
              </a:rPr>
              <a:t>めにご</a:t>
            </a:r>
            <a:r>
              <a:rPr lang="zh-CN" altLang="en-US" sz="1000">
                <a:solidFill>
                  <a:srgbClr val="C00000"/>
                </a:solidFill>
                <a:latin typeface="Meiryo UI" panose="020B0604030504040204" pitchFamily="50" charset="-128"/>
                <a:ea typeface="Meiryo UI" panose="020B0604030504040204" pitchFamily="50" charset="-128"/>
              </a:rPr>
              <a:t>確認</a:t>
            </a:r>
            <a:r>
              <a:rPr lang="ja-JP" altLang="en-US" sz="1000">
                <a:solidFill>
                  <a:srgbClr val="C00000"/>
                </a:solidFill>
                <a:latin typeface="Meiryo UI" panose="020B0604030504040204" pitchFamily="50" charset="-128"/>
                <a:ea typeface="Meiryo UI" panose="020B0604030504040204" pitchFamily="50" charset="-128"/>
              </a:rPr>
              <a:t>お願い致します。</a:t>
            </a:r>
            <a:endParaRPr lang="ja-JP" altLang="en-US" sz="1000">
              <a:solidFill>
                <a:srgbClr val="C00000"/>
              </a:solidFill>
              <a:latin typeface="Meiryo UI" panose="020B0604030504040204" pitchFamily="50" charset="-128"/>
              <a:ea typeface="Meiryo UI" panose="020B0604030504040204" pitchFamily="50"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3"/>
          </p:nvPr>
        </p:nvSpPr>
        <p:spPr>
          <a:xfrm>
            <a:off x="451150" y="178635"/>
            <a:ext cx="10210270" cy="572828"/>
          </a:xfrm>
        </p:spPr>
        <p:txBody>
          <a:bodyPr>
            <a:normAutofit fontScale="97500"/>
          </a:bodyPr>
          <a:lstStyle/>
          <a:p>
            <a:pPr lvl="0"/>
            <a:r>
              <a:rPr lang="ja-JP" altLang="en-US" dirty="0">
                <a:solidFill>
                  <a:schemeClr val="tx1">
                    <a:lumMod val="85000"/>
                    <a:lumOff val="15000"/>
                  </a:schemeClr>
                </a:solidFill>
                <a:latin typeface="Meiryo UI" panose="020B0604030504040204" pitchFamily="50" charset="-128"/>
                <a:ea typeface="Meiryo UI" panose="020B0604030504040204" pitchFamily="50" charset="-128"/>
              </a:rPr>
              <a:t>全体</a:t>
            </a:r>
            <a:r>
              <a:rPr lang="en-US" altLang="ja-JP" dirty="0" err="1">
                <a:latin typeface="Meiryo UI" panose="020B0604030504040204" pitchFamily="50" charset="-128"/>
                <a:ea typeface="Meiryo UI" panose="020B0604030504040204" pitchFamily="50" charset="-128"/>
                <a:sym typeface="+mn-ea"/>
              </a:rPr>
              <a:t>対応スケジュール</a:t>
            </a:r>
            <a:r>
              <a:rPr lang="ja-JP" altLang="en-US" dirty="0" err="1">
                <a:latin typeface="Meiryo UI" panose="020B0604030504040204" pitchFamily="50" charset="-128"/>
                <a:ea typeface="Meiryo UI" panose="020B0604030504040204" pitchFamily="50" charset="-128"/>
                <a:sym typeface="+mn-ea"/>
              </a:rPr>
              <a:t>（</a:t>
            </a:r>
            <a:r>
              <a:rPr lang="en-US" altLang="ja-JP" dirty="0">
                <a:latin typeface="Meiryo UI" panose="020B0604030504040204" pitchFamily="50" charset="-128"/>
                <a:ea typeface="Meiryo UI" panose="020B0604030504040204" pitchFamily="50" charset="-128"/>
                <a:sym typeface="+mn-ea"/>
              </a:rPr>
              <a:t>SDK</a:t>
            </a:r>
            <a:r>
              <a:rPr lang="ja-JP" altLang="en-US" dirty="0">
                <a:latin typeface="Meiryo UI" panose="020B0604030504040204" pitchFamily="50" charset="-128"/>
                <a:ea typeface="Meiryo UI" panose="020B0604030504040204" pitchFamily="50" charset="-128"/>
                <a:sym typeface="+mn-ea"/>
              </a:rPr>
              <a:t>設計分</a:t>
            </a:r>
            <a:r>
              <a:rPr lang="en-US" altLang="ja-JP" dirty="0">
                <a:latin typeface="Meiryo UI" panose="020B0604030504040204" pitchFamily="50" charset="-128"/>
                <a:ea typeface="Meiryo UI" panose="020B0604030504040204" pitchFamily="50" charset="-128"/>
                <a:sym typeface="+mn-ea"/>
              </a:rPr>
              <a:t>-</a:t>
            </a:r>
            <a:r>
              <a:rPr lang="en-US" altLang="zh-CN" dirty="0">
                <a:latin typeface="Meiryo UI" panose="020B0604030504040204" pitchFamily="50" charset="-128"/>
                <a:ea typeface="Meiryo UI" panose="020B0604030504040204" pitchFamily="50" charset="-128"/>
                <a:sym typeface="+mn-ea"/>
              </a:rPr>
              <a:t>API I/F</a:t>
            </a:r>
            <a:r>
              <a:rPr lang="ja-JP" altLang="en-US" dirty="0">
                <a:latin typeface="Meiryo UI" panose="020B0604030504040204" pitchFamily="50" charset="-128"/>
                <a:ea typeface="Meiryo UI" panose="020B0604030504040204" pitchFamily="50" charset="-128"/>
                <a:sym typeface="+mn-ea"/>
              </a:rPr>
              <a:t>設計）</a:t>
            </a:r>
            <a:endParaRPr lang="ja-JP" altLang="en-US" dirty="0">
              <a:latin typeface="Meiryo UI" panose="020B0604030504040204" pitchFamily="50" charset="-128"/>
              <a:ea typeface="Meiryo UI" panose="020B0604030504040204" pitchFamily="50" charset="-128"/>
              <a:sym typeface="+mn-ea"/>
            </a:endParaRPr>
          </a:p>
        </p:txBody>
      </p:sp>
      <p:graphicFrame>
        <p:nvGraphicFramePr>
          <p:cNvPr id="5" name="表 4"/>
          <p:cNvGraphicFramePr>
            <a:graphicFrameLocks noGrp="1"/>
          </p:cNvGraphicFramePr>
          <p:nvPr>
            <p:custDataLst>
              <p:tags r:id="rId1"/>
            </p:custDataLst>
          </p:nvPr>
        </p:nvGraphicFramePr>
        <p:xfrm>
          <a:off x="286954" y="679835"/>
          <a:ext cx="11422147" cy="6242685"/>
        </p:xfrm>
        <a:graphic>
          <a:graphicData uri="http://schemas.openxmlformats.org/drawingml/2006/table">
            <a:tbl>
              <a:tblPr firstRow="1" bandRow="1"/>
              <a:tblGrid>
                <a:gridCol w="528282"/>
                <a:gridCol w="1516261"/>
                <a:gridCol w="2574429"/>
                <a:gridCol w="968829"/>
                <a:gridCol w="1026787"/>
                <a:gridCol w="1240972"/>
                <a:gridCol w="3566587"/>
              </a:tblGrid>
              <a:tr h="26519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lnSpc>
                          <a:spcPct val="100000"/>
                        </a:lnSpc>
                      </a:pPr>
                      <a:r>
                        <a:rPr lang="en-US" altLang="zh-CN" sz="900" dirty="0">
                          <a:latin typeface="Meiryo UI" panose="020B0604030504040204" pitchFamily="50" charset="-128"/>
                          <a:ea typeface="Meiryo UI" panose="020B0604030504040204" pitchFamily="50" charset="-128"/>
                        </a:rPr>
                        <a:t>No.</a:t>
                      </a:r>
                      <a:endParaRPr lang="zh-CN" altLang="en-US" sz="900" dirty="0">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900" dirty="0">
                          <a:solidFill>
                            <a:schemeClr val="bg1"/>
                          </a:solidFill>
                          <a:latin typeface="Meiryo UI" panose="020B0604030504040204" pitchFamily="50" charset="-128"/>
                          <a:ea typeface="SimSun" panose="02010600030101010101" pitchFamily="2" charset="-122"/>
                        </a:rPr>
                        <a:t>JIRA</a:t>
                      </a:r>
                      <a:endParaRPr kumimoji="1" lang="en-US" altLang="zh-CN" sz="900" dirty="0">
                        <a:solidFill>
                          <a:schemeClr val="bg1"/>
                        </a:solidFill>
                        <a:latin typeface="Meiryo UI" panose="020B0604030504040204" pitchFamily="50" charset="-128"/>
                        <a:ea typeface="SimSun" panose="02010600030101010101" pitchFamily="2"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dirty="0">
                          <a:solidFill>
                            <a:schemeClr val="bg1"/>
                          </a:solidFill>
                          <a:latin typeface="Meiryo UI" panose="020B0604030504040204" pitchFamily="50" charset="-128"/>
                          <a:ea typeface="Meiryo UI" panose="020B0604030504040204" pitchFamily="50" charset="-128"/>
                        </a:rPr>
                        <a:t>作業内容</a:t>
                      </a:r>
                      <a:endParaRPr kumimoji="1" lang="ja-JP" altLang="en-US" sz="900" dirty="0">
                        <a:solidFill>
                          <a:schemeClr val="bg1"/>
                        </a:solidFill>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状態</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I/F</a:t>
                      </a: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設計</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（提出時間）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I/F</a:t>
                      </a: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設計</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（レビュー完了時間）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r>
              <a:tr h="180811">
                <a:tc>
                  <a:txBody>
                    <a:bodyPr/>
                    <a:lstStyle/>
                    <a:p>
                      <a:pPr algn="ctr">
                        <a:lnSpc>
                          <a:spcPct val="100000"/>
                        </a:lnSpc>
                        <a:buClrTx/>
                        <a:buSzTx/>
                        <a:buFontTx/>
                        <a:buNone/>
                      </a:pPr>
                      <a:r>
                        <a:rPr lang="en-US" altLang="ja-JP" sz="900" dirty="0">
                          <a:latin typeface="Meiryo UI" panose="020B0604030504040204" pitchFamily="50" charset="-128"/>
                          <a:ea typeface="Meiryo UI" panose="020B0604030504040204" pitchFamily="50" charset="-128"/>
                        </a:rPr>
                        <a:t>34</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SMN_00108-1021</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オートロギング </a:t>
                      </a:r>
                      <a:r>
                        <a:rPr lang="en-US" sz="900" b="0" i="0" u="none" strike="noStrike">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Non E-BIKE</a:t>
                      </a:r>
                      <a:r>
                        <a:rPr lang="ja-JP" altLang="en-US" sz="900" b="0" i="0" u="none" strike="noStrike">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対応</a:t>
                      </a:r>
                      <a:endParaRPr lang="ja-JP" altLang="en-US" sz="900" b="0" i="0" u="none" strike="noStrike">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対応済み</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3/13</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3/18</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検討の結果、</a:t>
                      </a:r>
                      <a:r>
                        <a:rPr lang="en-US" altLang="ja-JP" sz="900" b="1" kern="1200" dirty="0">
                          <a:solidFill>
                            <a:schemeClr val="tx1"/>
                          </a:solidFill>
                          <a:latin typeface="Meiryo UI" panose="020B0604030504040204" pitchFamily="50" charset="-128"/>
                          <a:ea typeface="Meiryo UI" panose="020B0604030504040204" pitchFamily="50" charset="-128"/>
                          <a:cs typeface="+mn-cs"/>
                        </a:rPr>
                        <a:t>API</a:t>
                      </a:r>
                      <a:r>
                        <a:rPr lang="ja-JP" altLang="en-US" sz="900" b="1" kern="1200" dirty="0">
                          <a:solidFill>
                            <a:schemeClr val="tx1"/>
                          </a:solidFill>
                          <a:latin typeface="Meiryo UI" panose="020B0604030504040204" pitchFamily="50" charset="-128"/>
                          <a:ea typeface="Meiryo UI" panose="020B0604030504040204" pitchFamily="50" charset="-128"/>
                          <a:cs typeface="+mn-cs"/>
                        </a:rPr>
                        <a:t>の</a:t>
                      </a:r>
                      <a:r>
                        <a:rPr lang="en-US" altLang="ja-JP" sz="900" b="1" kern="1200" dirty="0">
                          <a:solidFill>
                            <a:schemeClr val="tx1"/>
                          </a:solidFill>
                          <a:latin typeface="Meiryo UI" panose="020B0604030504040204" pitchFamily="50" charset="-128"/>
                          <a:ea typeface="Meiryo UI" panose="020B0604030504040204" pitchFamily="50" charset="-128"/>
                          <a:cs typeface="+mn-cs"/>
                        </a:rPr>
                        <a:t>I/F</a:t>
                      </a:r>
                      <a:r>
                        <a:rPr lang="ja-JP" altLang="en-US" sz="900" b="1" kern="1200" dirty="0">
                          <a:solidFill>
                            <a:schemeClr val="tx1"/>
                          </a:solidFill>
                          <a:latin typeface="Meiryo UI" panose="020B0604030504040204" pitchFamily="50" charset="-128"/>
                          <a:ea typeface="Meiryo UI" panose="020B0604030504040204" pitchFamily="50" charset="-128"/>
                          <a:cs typeface="+mn-cs"/>
                        </a:rPr>
                        <a:t>設計は修正不要</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80811">
                <a:tc>
                  <a:txBody>
                    <a:bodyPr/>
                    <a:lstStyle/>
                    <a:p>
                      <a:pPr marL="0" algn="ctr" defTabSz="914400" rtl="0" eaLnBrk="1" latinLnBrk="0" hangingPunct="1">
                        <a:lnSpc>
                          <a:spcPct val="100000"/>
                        </a:lnSpc>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35</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SMN_00108-1028</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フロントダブルの表示対応</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ja-JP" sz="900" b="1" dirty="0">
                          <a:solidFill>
                            <a:schemeClr val="tx1"/>
                          </a:solidFill>
                          <a:latin typeface="Meiryo UI" panose="020B0604030504040204" pitchFamily="50" charset="-128"/>
                          <a:ea typeface="Meiryo UI" panose="020B0604030504040204" pitchFamily="50" charset="-128"/>
                          <a:sym typeface="+mn-ea"/>
                        </a:rPr>
                        <a:t>詳細は、他のチケットで対応する</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04682">
                <a:tc>
                  <a:txBody>
                    <a:bodyPr/>
                    <a:lstStyle/>
                    <a:p>
                      <a:pPr marL="0" algn="ctr" defTabSz="914400" rtl="0" eaLnBrk="1" latinLnBrk="0" hangingPunct="1">
                        <a:lnSpc>
                          <a:spcPct val="100000"/>
                        </a:lnSpc>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36</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SMN_00108-1119</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未ログインユーザー向けの利用規約</a:t>
                      </a:r>
                      <a:r>
                        <a:rPr lang="en-US" altLang="ja-JP" sz="900" b="0" i="0" u="none" strike="noStrike">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Ver</a:t>
                      </a:r>
                      <a:r>
                        <a:rPr lang="ja-JP" altLang="en-US" sz="900" b="0" i="0" u="none" strike="noStrike">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の更新</a:t>
                      </a:r>
                      <a:endParaRPr lang="ja-JP" altLang="en-US" sz="900" b="0" i="0" u="none" strike="noStrike">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変更が不要</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3/6</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3/11</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fontAlgn="ctr" latinLnBrk="0"/>
                      <a:r>
                        <a:rPr lang="en-US" altLang="ja-JP" sz="900" b="1" i="0" dirty="0">
                          <a:solidFill>
                            <a:srgbClr val="000000"/>
                          </a:solidFill>
                          <a:effectLst/>
                          <a:latin typeface="Meiryo UI" panose="020B0604030504040204" pitchFamily="50" charset="-128"/>
                          <a:ea typeface="Meiryo UI" panose="020B0604030504040204" pitchFamily="50" charset="-128"/>
                        </a:rPr>
                        <a:t>I/F</a:t>
                      </a:r>
                      <a:r>
                        <a:rPr lang="ja-JP" altLang="en-US" sz="900" b="1" i="0" dirty="0">
                          <a:solidFill>
                            <a:srgbClr val="000000"/>
                          </a:solidFill>
                          <a:effectLst/>
                          <a:latin typeface="Meiryo UI" panose="020B0604030504040204" pitchFamily="50" charset="-128"/>
                          <a:ea typeface="Meiryo UI" panose="020B0604030504040204" pitchFamily="50" charset="-128"/>
                        </a:rPr>
                        <a:t>設計の</a:t>
                      </a:r>
                      <a:r>
                        <a:rPr lang="en-US" altLang="ja-JP" sz="900" b="1" i="0" dirty="0">
                          <a:solidFill>
                            <a:srgbClr val="000000"/>
                          </a:solidFill>
                          <a:effectLst/>
                          <a:latin typeface="Meiryo UI" panose="020B0604030504040204" pitchFamily="50" charset="-128"/>
                          <a:ea typeface="Meiryo UI" panose="020B0604030504040204" pitchFamily="50" charset="-128"/>
                        </a:rPr>
                        <a:t>PR</a:t>
                      </a:r>
                      <a:r>
                        <a:rPr lang="ja-JP" altLang="en-US" sz="900" b="1" i="0" dirty="0">
                          <a:solidFill>
                            <a:srgbClr val="000000"/>
                          </a:solidFill>
                          <a:effectLst/>
                          <a:latin typeface="Meiryo UI" panose="020B0604030504040204" pitchFamily="50" charset="-128"/>
                          <a:ea typeface="Meiryo UI" panose="020B0604030504040204" pitchFamily="50" charset="-128"/>
                        </a:rPr>
                        <a:t>提出済 </a:t>
                      </a:r>
                      <a:r>
                        <a:rPr lang="en-US" altLang="ja-JP" sz="900" b="1" i="0" dirty="0">
                          <a:solidFill>
                            <a:srgbClr val="005BAC"/>
                          </a:solidFill>
                          <a:effectLst/>
                          <a:latin typeface="Meiryo UI" panose="020B0604030504040204" pitchFamily="50" charset="-128"/>
                          <a:ea typeface="Meiryo UI" panose="020B0604030504040204" pitchFamily="50" charset="-128"/>
                          <a:hlinkClick r:id="rId2"/>
                        </a:rPr>
                        <a:t>#217</a:t>
                      </a:r>
                      <a:r>
                        <a:rPr lang="en-US" altLang="ja-JP" sz="900" b="1" i="0" dirty="0">
                          <a:solidFill>
                            <a:srgbClr val="005BAC"/>
                          </a:solidFill>
                          <a:effectLst/>
                          <a:latin typeface="Meiryo UI" panose="020B0604030504040204" pitchFamily="50" charset="-128"/>
                          <a:ea typeface="Meiryo UI" panose="020B0604030504040204" pitchFamily="50" charset="-128"/>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dirty="0">
                          <a:solidFill>
                            <a:schemeClr val="tx1"/>
                          </a:solidFill>
                          <a:latin typeface="Meiryo UI" panose="020B0604030504040204" pitchFamily="50" charset="-128"/>
                          <a:ea typeface="Meiryo UI" panose="020B0604030504040204" pitchFamily="50" charset="-128"/>
                          <a:sym typeface="+mn-ea"/>
                        </a:rPr>
                        <a:t>クローズ済み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04682">
                <a:tc>
                  <a:txBody>
                    <a:bodyPr/>
                    <a:lstStyle/>
                    <a:p>
                      <a:pPr marL="0" algn="ctr" defTabSz="914400" rtl="0" eaLnBrk="1" latinLnBrk="0" hangingPunct="1">
                        <a:lnSpc>
                          <a:spcPct val="100000"/>
                        </a:lnSpc>
                        <a:spcBef>
                          <a:spcPts val="0"/>
                        </a:spcBef>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37</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SMN_00108-1215</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R93 DURA-ACE </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エンバルゴ前の対応</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latin typeface="Meiryo UI" panose="020B0604030504040204" pitchFamily="50" charset="-128"/>
                          <a:ea typeface="Meiryo UI" panose="020B0604030504040204" pitchFamily="50" charset="-128"/>
                          <a:sym typeface="+mn-ea"/>
                        </a:rPr>
                        <a:t>対応済み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3/6</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3/11</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fontAlgn="ctr" latinLnBrk="0"/>
                      <a:r>
                        <a:rPr lang="en-US" altLang="ja-JP"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altLang="ja-JP"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r>
                        <a:rPr lang="en-US" altLang="ja-JP" sz="900" b="1" i="0" dirty="0">
                          <a:solidFill>
                            <a:srgbClr val="005BAC"/>
                          </a:solidFill>
                          <a:effectLst/>
                          <a:latin typeface="Meiryo UI" panose="020B0604030504040204" pitchFamily="50" charset="-128"/>
                          <a:ea typeface="Meiryo UI" panose="020B0604030504040204" pitchFamily="50" charset="-128"/>
                          <a:hlinkClick r:id="rId3"/>
                        </a:rPr>
                        <a:t>#218</a:t>
                      </a:r>
                      <a:r>
                        <a:rPr lang="en-US" altLang="ja-JP" sz="900" b="1" i="0" dirty="0">
                          <a:solidFill>
                            <a:srgbClr val="005BAC"/>
                          </a:solidFill>
                          <a:effectLst/>
                          <a:latin typeface="Meiryo UI" panose="020B0604030504040204" pitchFamily="50" charset="-128"/>
                          <a:ea typeface="Meiryo UI" panose="020B0604030504040204" pitchFamily="50" charset="-128"/>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80811">
                <a:tc>
                  <a:txBody>
                    <a:bodyPr/>
                    <a:lstStyle/>
                    <a:p>
                      <a:pPr marL="0" algn="ctr" defTabSz="914400" rtl="0" eaLnBrk="1" latinLnBrk="0" hangingPunct="1">
                        <a:lnSpc>
                          <a:spcPct val="100000"/>
                        </a:lnSpc>
                        <a:spcBef>
                          <a:spcPts val="0"/>
                        </a:spcBef>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38</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SMN_00108-1250</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zh-TW"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新製品対応（</a:t>
                      </a:r>
                      <a:r>
                        <a:rPr lang="en-US" altLang="zh-TW"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SW</a:t>
                      </a:r>
                      <a:r>
                        <a:rPr lang="zh-TW"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endParaRPr lang="zh-TW"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ja-JP" sz="900" b="1" dirty="0">
                          <a:solidFill>
                            <a:schemeClr val="tx1"/>
                          </a:solidFill>
                          <a:latin typeface="Meiryo UI" panose="020B0604030504040204" pitchFamily="50" charset="-128"/>
                          <a:ea typeface="Meiryo UI" panose="020B0604030504040204" pitchFamily="50" charset="-128"/>
                          <a:sym typeface="+mn-ea"/>
                        </a:rPr>
                        <a:t>詳細は、他のチケットで対応する</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04682">
                <a:tc>
                  <a:txBody>
                    <a:bodyPr/>
                    <a:lstStyle/>
                    <a:p>
                      <a:pPr marL="0" algn="ctr" defTabSz="914400" rtl="0" eaLnBrk="1" latinLnBrk="0" hangingPunct="1">
                        <a:lnSpc>
                          <a:spcPct val="100000"/>
                        </a:lnSpc>
                        <a:spcBef>
                          <a:spcPts val="0"/>
                        </a:spcBef>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39</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SMN_00108-858</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ギアリミット</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変更が不要</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3/18</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3/25</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I/F</a:t>
                      </a:r>
                      <a:r>
                        <a:rPr lang="ja-JP" altLang="en-US" sz="900" b="1" dirty="0">
                          <a:solidFill>
                            <a:schemeClr val="tx1"/>
                          </a:solidFill>
                          <a:latin typeface="Meiryo UI" panose="020B0604030504040204" pitchFamily="50" charset="-128"/>
                          <a:ea typeface="Meiryo UI" panose="020B0604030504040204" pitchFamily="50" charset="-128"/>
                          <a:sym typeface="+mn-ea"/>
                        </a:rPr>
                        <a:t>設計</a:t>
                      </a:r>
                      <a:r>
                        <a:rPr lang="zh-CN" altLang="en-US" sz="900" b="1" dirty="0">
                          <a:solidFill>
                            <a:schemeClr val="tx1"/>
                          </a:solidFill>
                          <a:latin typeface="Meiryo UI" panose="020B0604030504040204" pitchFamily="50" charset="-128"/>
                          <a:ea typeface="Meiryo UI" panose="020B0604030504040204" pitchFamily="50" charset="-128"/>
                          <a:sym typeface="+mn-ea"/>
                        </a:rPr>
                        <a:t>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r>
                        <a:rPr lang="en-US" altLang="ja-JP" sz="900" b="1" dirty="0">
                          <a:solidFill>
                            <a:schemeClr val="tx1"/>
                          </a:solidFill>
                          <a:latin typeface="Meiryo UI" panose="020B0604030504040204" pitchFamily="50" charset="-128"/>
                          <a:ea typeface="Meiryo UI" panose="020B0604030504040204" pitchFamily="50" charset="-128"/>
                          <a:sym typeface="+mn-ea"/>
                          <a:hlinkClick r:id="rId4"/>
                        </a:rPr>
                        <a:t>#234</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dirty="0">
                          <a:solidFill>
                            <a:schemeClr val="tx1"/>
                          </a:solidFill>
                          <a:latin typeface="Meiryo UI" panose="020B0604030504040204" pitchFamily="50" charset="-128"/>
                          <a:ea typeface="Meiryo UI" panose="020B0604030504040204" pitchFamily="50" charset="-128"/>
                          <a:sym typeface="+mn-ea"/>
                        </a:rPr>
                        <a:t>クローズ済み</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89298">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algn="ctr" defTabSz="914400" rtl="0" eaLnBrk="1" latinLnBrk="0" hangingPunct="1">
                        <a:lnSpc>
                          <a:spcPct val="100000"/>
                        </a:lnSpc>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40</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SMN_00108-1471</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新製品対応に伴うパーツ一覧画面のコンポーネントブランド定義追加</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対応停止</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3/3</a:t>
                      </a:r>
                      <a:r>
                        <a:rPr lang="ja-JP" altLang="en-US" sz="900" b="1" kern="1200" dirty="0">
                          <a:solidFill>
                            <a:schemeClr val="tx1"/>
                          </a:solidFill>
                          <a:latin typeface="Meiryo UI" panose="020B0604030504040204" pitchFamily="50" charset="-128"/>
                          <a:ea typeface="Meiryo UI" panose="020B0604030504040204" pitchFamily="50" charset="-128"/>
                          <a:cs typeface="+mn-cs"/>
                        </a:rPr>
                        <a:t>定例会で提出した内容では、</a:t>
                      </a:r>
                      <a:r>
                        <a:rPr lang="en-US" altLang="ja-JP" sz="900" b="1" kern="1200" dirty="0">
                          <a:solidFill>
                            <a:schemeClr val="tx1"/>
                          </a:solidFill>
                          <a:latin typeface="Meiryo UI" panose="020B0604030504040204" pitchFamily="50" charset="-128"/>
                          <a:ea typeface="Meiryo UI" panose="020B0604030504040204" pitchFamily="50" charset="-128"/>
                          <a:cs typeface="+mn-cs"/>
                        </a:rPr>
                        <a:t>I/F</a:t>
                      </a:r>
                      <a:r>
                        <a:rPr lang="ja-JP" altLang="en-US" sz="900" b="1" kern="1200" dirty="0">
                          <a:solidFill>
                            <a:schemeClr val="tx1"/>
                          </a:solidFill>
                          <a:latin typeface="Meiryo UI" panose="020B0604030504040204" pitchFamily="50" charset="-128"/>
                          <a:ea typeface="Meiryo UI" panose="020B0604030504040204" pitchFamily="50" charset="-128"/>
                          <a:cs typeface="+mn-cs"/>
                        </a:rPr>
                        <a:t>設計は実施不要。詳細設計とコードについては再確認が必要。</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89298">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algn="ctr" defTabSz="914400" rtl="0" eaLnBrk="1" latinLnBrk="0" hangingPunct="1">
                        <a:lnSpc>
                          <a:spcPct val="100000"/>
                        </a:lnSpc>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41</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SMN_00108-1469</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開発起票</a:t>
                      </a:r>
                      <a:r>
                        <a:rPr lang="en-US" altLang="ja-JP"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パーツ一覧画面にて</a:t>
                      </a:r>
                      <a:r>
                        <a:rPr lang="en-US" altLang="ja-JP" sz="900" b="0" i="0" u="none" strike="noStrike" dirty="0" err="1">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DHub</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のセンサ画像を</a:t>
                      </a:r>
                      <a:r>
                        <a:rPr lang="en-US" altLang="ja-JP"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DU</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画像にオーバーレイさせる</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変更が不要</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3/20</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3/25</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I/F</a:t>
                      </a:r>
                      <a:r>
                        <a:rPr lang="ja-JP" altLang="en-US" sz="900" b="1" dirty="0">
                          <a:solidFill>
                            <a:schemeClr val="tx1"/>
                          </a:solidFill>
                          <a:latin typeface="Meiryo UI" panose="020B0604030504040204" pitchFamily="50" charset="-128"/>
                          <a:ea typeface="Meiryo UI" panose="020B0604030504040204" pitchFamily="50" charset="-128"/>
                          <a:sym typeface="+mn-ea"/>
                        </a:rPr>
                        <a:t>設計</a:t>
                      </a:r>
                      <a:r>
                        <a:rPr lang="zh-CN" altLang="en-US" sz="900" b="1" dirty="0">
                          <a:solidFill>
                            <a:schemeClr val="tx1"/>
                          </a:solidFill>
                          <a:latin typeface="Meiryo UI" panose="020B0604030504040204" pitchFamily="50" charset="-128"/>
                          <a:ea typeface="Meiryo UI" panose="020B0604030504040204" pitchFamily="50" charset="-128"/>
                          <a:sym typeface="+mn-ea"/>
                        </a:rPr>
                        <a:t>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r>
                        <a:rPr lang="en-US" altLang="ja-JP" sz="900" b="1" dirty="0">
                          <a:solidFill>
                            <a:schemeClr val="tx1"/>
                          </a:solidFill>
                          <a:latin typeface="Meiryo UI" panose="020B0604030504040204" pitchFamily="50" charset="-128"/>
                          <a:ea typeface="Meiryo UI" panose="020B0604030504040204" pitchFamily="50" charset="-128"/>
                          <a:sym typeface="+mn-ea"/>
                          <a:hlinkClick r:id="rId5"/>
                        </a:rPr>
                        <a:t>#233</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dirty="0">
                          <a:solidFill>
                            <a:schemeClr val="tx1"/>
                          </a:solidFill>
                          <a:latin typeface="Meiryo UI" panose="020B0604030504040204" pitchFamily="50" charset="-128"/>
                          <a:ea typeface="Meiryo UI" panose="020B0604030504040204" pitchFamily="50" charset="-128"/>
                          <a:sym typeface="+mn-ea"/>
                        </a:rPr>
                        <a:t>クローズ済み</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89298">
                <a:tc>
                  <a:txBody>
                    <a:bodyPr/>
                    <a:lstStyle/>
                    <a:p>
                      <a:pPr marL="0" algn="ctr" defTabSz="914400" rtl="0" eaLnBrk="1" latinLnBrk="0" hangingPunct="1">
                        <a:lnSpc>
                          <a:spcPct val="100000"/>
                        </a:lnSpc>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42</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SMN_00108-1761</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Non-E</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PM </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の設定における機能有効判定関連</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latin typeface="Meiryo UI" panose="020B0604030504040204" pitchFamily="50" charset="-128"/>
                          <a:ea typeface="Meiryo UI" panose="020B0604030504040204" pitchFamily="50" charset="-128"/>
                          <a:sym typeface="+mn-ea"/>
                        </a:rPr>
                        <a:t>対応済み</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4/17</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4/24</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fontAlgn="ctr" latinLnBrk="0"/>
                      <a:r>
                        <a:rPr lang="en-US" altLang="ja-JP"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altLang="ja-JP"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r>
                        <a:rPr lang="en-US" altLang="ja-JP" sz="900" b="1" i="0" dirty="0">
                          <a:solidFill>
                            <a:srgbClr val="C00000"/>
                          </a:solidFill>
                          <a:effectLst/>
                          <a:latin typeface="Meiryo UI" panose="020B0604030504040204" pitchFamily="50" charset="-128"/>
                          <a:ea typeface="Meiryo UI" panose="020B0604030504040204" pitchFamily="50" charset="-128"/>
                          <a:hlinkClick r:id="rId6"/>
                        </a:rPr>
                        <a:t>#254</a:t>
                      </a:r>
                      <a:endParaRPr lang="en-US" altLang="ja-JP" sz="900" b="1" i="0" dirty="0">
                        <a:solidFill>
                          <a:srgbClr val="005BAC"/>
                        </a:solidFill>
                        <a:effectLst/>
                        <a:latin typeface="Meiryo UI" panose="020B0604030504040204" pitchFamily="50" charset="-128"/>
                        <a:ea typeface="Meiryo UI" panose="020B0604030504040204" pitchFamily="50" charset="-128"/>
                      </a:endParaRPr>
                    </a:p>
                    <a:p>
                      <a:pPr fontAlgn="ctr" latinLnBrk="0"/>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04682">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43</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SMN_00108-1792</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最新アプリバージョンのお知らせ</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_I/F</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設計</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対応済み</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4/28</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4/30</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fontAlgn="ctr" latinLnBrk="0"/>
                      <a:r>
                        <a:rPr lang="en-US" altLang="ja-JP"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altLang="ja-JP"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r>
                        <a:rPr lang="en-US" altLang="ja-JP" sz="900" b="1" i="0" dirty="0">
                          <a:solidFill>
                            <a:srgbClr val="C00000"/>
                          </a:solidFill>
                          <a:effectLst/>
                          <a:latin typeface="Meiryo UI" panose="020B0604030504040204" pitchFamily="50" charset="-128"/>
                          <a:ea typeface="Meiryo UI" panose="020B0604030504040204" pitchFamily="50" charset="-128"/>
                          <a:hlinkClick r:id="rId7"/>
                        </a:rPr>
                        <a:t>#264</a:t>
                      </a:r>
                      <a:r>
                        <a:rPr lang="ja-JP" altLang="en-US" sz="900" b="1" i="0" dirty="0">
                          <a:solidFill>
                            <a:srgbClr val="C00000"/>
                          </a:solidFill>
                          <a:effectLst/>
                          <a:latin typeface="Meiryo UI" panose="020B0604030504040204" pitchFamily="50" charset="-128"/>
                          <a:ea typeface="Meiryo UI" panose="020B0604030504040204" pitchFamily="50" charset="-128"/>
                          <a:hlinkClick r:id="rId7"/>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16974">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44</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SMN_00108-1800</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対応する</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3rdParty</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センサーの追加</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_</a:t>
                      </a:r>
                      <a:r>
                        <a:rPr lang="en-US" altLang="ja-JP" sz="900" b="0" i="0" u="none" strike="noStrike" dirty="0" err="1">
                          <a:solidFill>
                            <a:schemeClr val="tx1"/>
                          </a:solidFill>
                          <a:effectLst/>
                          <a:latin typeface="Meiryo UI" panose="020B0604030504040204" pitchFamily="50" charset="-128"/>
                          <a:ea typeface="Meiryo UI" panose="020B0604030504040204" pitchFamily="50" charset="-128"/>
                        </a:rPr>
                        <a:t>MyBike</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へのタイヤ周長登録と取得の変更</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対応済み</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4/27</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4/30</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fontAlgn="ctr" latinLnBrk="0"/>
                      <a:r>
                        <a:rPr lang="en-US" altLang="ja-JP"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altLang="ja-JP"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r>
                        <a:rPr lang="en-US" altLang="ja-JP" sz="900" b="1" i="0" dirty="0">
                          <a:solidFill>
                            <a:srgbClr val="C00000"/>
                          </a:solidFill>
                          <a:effectLst/>
                          <a:latin typeface="Meiryo UI" panose="020B0604030504040204" pitchFamily="50" charset="-128"/>
                          <a:ea typeface="Meiryo UI" panose="020B0604030504040204" pitchFamily="50" charset="-128"/>
                          <a:hlinkClick r:id="rId8"/>
                        </a:rPr>
                        <a:t>#269</a:t>
                      </a:r>
                      <a:r>
                        <a:rPr lang="ja-JP" altLang="en-US" sz="900" b="1" i="0" dirty="0">
                          <a:solidFill>
                            <a:srgbClr val="C00000"/>
                          </a:solidFill>
                          <a:effectLst/>
                          <a:latin typeface="Meiryo UI" panose="020B0604030504040204" pitchFamily="50" charset="-128"/>
                          <a:ea typeface="Meiryo UI" panose="020B0604030504040204" pitchFamily="50" charset="-128"/>
                          <a:hlinkClick r:id="rId8"/>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04682">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45</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SMN_00108-1823</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アジャストの</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I/F API</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追加</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対応済み</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5/9</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5/15</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fontAlgn="ctr" latinLnBrk="0"/>
                      <a:r>
                        <a:rPr lang="en-US" altLang="ja-JP"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altLang="ja-JP"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 </a:t>
                      </a:r>
                      <a:r>
                        <a:rPr lang="en-US" altLang="ja-JP" sz="900" b="1" i="0" dirty="0">
                          <a:solidFill>
                            <a:srgbClr val="C00000"/>
                          </a:solidFill>
                          <a:effectLst/>
                          <a:latin typeface="Meiryo UI" panose="020B0604030504040204" pitchFamily="50" charset="-128"/>
                          <a:ea typeface="Meiryo UI" panose="020B0604030504040204" pitchFamily="50" charset="-128"/>
                          <a:hlinkClick r:id="rId9"/>
                        </a:rPr>
                        <a:t>#274</a:t>
                      </a:r>
                      <a:r>
                        <a:rPr lang="ja-JP" altLang="en-US" sz="900" b="1" i="0" dirty="0">
                          <a:solidFill>
                            <a:srgbClr val="C00000"/>
                          </a:solidFill>
                          <a:effectLst/>
                          <a:latin typeface="Meiryo UI" panose="020B0604030504040204" pitchFamily="50" charset="-128"/>
                          <a:ea typeface="Meiryo UI" panose="020B0604030504040204" pitchFamily="50" charset="-128"/>
                          <a:hlinkClick r:id="rId9"/>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89298">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46</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SMN_00108-1597</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シンクロシフト設定</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_I/F</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設計</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対応済み</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4/13</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4/24</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l" fontAlgn="ctr" latinLnBrk="0"/>
                      <a:r>
                        <a:rPr lang="en-US" altLang="ja-JP" sz="900" b="1" i="0" dirty="0">
                          <a:solidFill>
                            <a:schemeClr val="tx1"/>
                          </a:solidFill>
                          <a:effectLst/>
                          <a:latin typeface="Meiryo UI" panose="020B0604030504040204" pitchFamily="50" charset="-128"/>
                          <a:ea typeface="Meiryo UI" panose="020B0604030504040204" pitchFamily="50" charset="-128"/>
                        </a:rPr>
                        <a:t>I/F</a:t>
                      </a:r>
                      <a:r>
                        <a:rPr lang="ja-JP" altLang="en-US" sz="900" b="1" i="0" dirty="0">
                          <a:solidFill>
                            <a:schemeClr val="tx1"/>
                          </a:solidFill>
                          <a:effectLst/>
                          <a:latin typeface="Meiryo UI" panose="020B0604030504040204" pitchFamily="50" charset="-128"/>
                          <a:ea typeface="Meiryo UI" panose="020B0604030504040204" pitchFamily="50" charset="-128"/>
                        </a:rPr>
                        <a:t>設計の</a:t>
                      </a:r>
                      <a:r>
                        <a:rPr lang="en-US" altLang="ja-JP" sz="900" b="1" i="0" dirty="0">
                          <a:solidFill>
                            <a:schemeClr val="tx1"/>
                          </a:solidFill>
                          <a:effectLst/>
                          <a:latin typeface="Meiryo UI" panose="020B0604030504040204" pitchFamily="50" charset="-128"/>
                          <a:ea typeface="Meiryo UI" panose="020B0604030504040204" pitchFamily="50" charset="-128"/>
                        </a:rPr>
                        <a:t>PR</a:t>
                      </a:r>
                      <a:r>
                        <a:rPr lang="ja-JP" altLang="en-US" sz="900" b="1" i="0" dirty="0">
                          <a:solidFill>
                            <a:schemeClr val="tx1"/>
                          </a:solidFill>
                          <a:effectLst/>
                          <a:latin typeface="Meiryo UI" panose="020B0604030504040204" pitchFamily="50" charset="-128"/>
                          <a:ea typeface="Meiryo UI" panose="020B0604030504040204" pitchFamily="50" charset="-128"/>
                        </a:rPr>
                        <a:t>提出済</a:t>
                      </a:r>
                      <a:endParaRPr lang="en-US" altLang="ja-JP" sz="900" b="1" i="0"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ctr" latinLnBrk="0" hangingPunct="1">
                        <a:lnSpc>
                          <a:spcPct val="100000"/>
                        </a:lnSpc>
                        <a:spcBef>
                          <a:spcPts val="0"/>
                        </a:spcBef>
                        <a:spcAft>
                          <a:spcPts val="0"/>
                        </a:spcAft>
                        <a:buClrTx/>
                        <a:buSzTx/>
                        <a:buFontTx/>
                        <a:buNone/>
                        <a:defRPr/>
                      </a:pPr>
                      <a:r>
                        <a:rPr lang="ja-JP" altLang="en-US" sz="900" b="1" i="0" kern="1200" dirty="0">
                          <a:solidFill>
                            <a:schemeClr val="tx1"/>
                          </a:solidFill>
                          <a:effectLst/>
                          <a:latin typeface="Meiryo UI" panose="020B0604030504040204" pitchFamily="50" charset="-128"/>
                          <a:ea typeface="Meiryo UI" panose="020B0604030504040204" pitchFamily="50" charset="-128"/>
                          <a:cs typeface="+mn-cs"/>
                          <a:hlinkClick r:id="rId10"/>
                        </a:rPr>
                        <a:t>＃</a:t>
                      </a:r>
                      <a:r>
                        <a:rPr lang="en-US" altLang="ja-JP" sz="900" b="1" i="0" kern="1200" dirty="0">
                          <a:solidFill>
                            <a:schemeClr val="tx1"/>
                          </a:solidFill>
                          <a:effectLst/>
                          <a:latin typeface="Meiryo UI" panose="020B0604030504040204" pitchFamily="50" charset="-128"/>
                          <a:ea typeface="Meiryo UI" panose="020B0604030504040204" pitchFamily="50" charset="-128"/>
                          <a:cs typeface="+mn-cs"/>
                          <a:hlinkClick r:id="rId10"/>
                        </a:rPr>
                        <a:t>253</a:t>
                      </a:r>
                      <a:r>
                        <a:rPr lang="en-US" altLang="ja-JP" sz="900" b="1" i="0" kern="1200" dirty="0">
                          <a:solidFill>
                            <a:schemeClr val="tx1"/>
                          </a:solidFill>
                          <a:effectLst/>
                          <a:latin typeface="Meiryo UI" panose="020B0604030504040204" pitchFamily="50" charset="-128"/>
                          <a:ea typeface="Meiryo UI" panose="020B0604030504040204" pitchFamily="50" charset="-128"/>
                          <a:cs typeface="+mn-cs"/>
                        </a:rPr>
                        <a:t> </a:t>
                      </a:r>
                      <a:r>
                        <a:rPr lang="ja-JP" altLang="en-US" sz="900" b="1" i="0" dirty="0">
                          <a:solidFill>
                            <a:schemeClr val="tx1"/>
                          </a:solidFill>
                          <a:effectLst/>
                          <a:latin typeface="Meiryo UI" panose="020B0604030504040204" pitchFamily="50" charset="-128"/>
                          <a:ea typeface="Meiryo UI" panose="020B0604030504040204" pitchFamily="50" charset="-128"/>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04682">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47</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SMN_00108-1917</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altLang="ja-JP" sz="900" b="0" i="0" u="none" strike="noStrike" dirty="0" err="1">
                          <a:solidFill>
                            <a:schemeClr val="tx1"/>
                          </a:solidFill>
                          <a:effectLst/>
                          <a:latin typeface="Meiryo UI" panose="020B0604030504040204" pitchFamily="50" charset="-128"/>
                          <a:ea typeface="Meiryo UI" panose="020B0604030504040204" pitchFamily="50" charset="-128"/>
                        </a:rPr>
                        <a:t>getReports</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 SDK</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内部処理の修正</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対応中</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6/26</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7/3</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24508">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48</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SMN_00108-1985</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err="1">
                          <a:solidFill>
                            <a:schemeClr val="tx1"/>
                          </a:solidFill>
                          <a:effectLst/>
                          <a:latin typeface="Meiryo UI" panose="020B0604030504040204" pitchFamily="50" charset="-128"/>
                          <a:ea typeface="Meiryo UI" panose="020B0604030504040204" pitchFamily="50" charset="-128"/>
                        </a:rPr>
                        <a:t>MaintenanceException.MAINTENANCE_MODE_ERROR</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を追加</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対応中</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6/26</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7/3</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8081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49</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SMN_00108-1022</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未ログイン時に提供する機能</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SDK</a:t>
                      </a:r>
                      <a:r>
                        <a:rPr lang="ja-JP" altLang="en-US" sz="900" b="1"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対応対象外</a:t>
                      </a:r>
                      <a:endParaRPr lang="ja-JP" altLang="en-US" sz="900" b="1"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8081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50</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SMN_00108-823</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アプリ配布国の追加</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SDK</a:t>
                      </a:r>
                      <a:r>
                        <a:rPr lang="ja-JP" altLang="en-US" sz="900" b="1"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対応対象外</a:t>
                      </a:r>
                      <a:endParaRPr lang="ja-JP" altLang="en-US" sz="900" b="1"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8081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51</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SMN_00108-1100</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SDK</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対応（</a:t>
                      </a:r>
                      <a:r>
                        <a:rPr 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V1.0.2）</a:t>
                      </a:r>
                      <a:endParaRPr 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同上</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8081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52</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SMN_00108-1075</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ホーム画面のパネルの仕様追加</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同上</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8081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53</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SMN_00108-1425</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テキストテーブル文言修正</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rPr>
                        <a:t>同上</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8081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54</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SMN_00108-1267</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＜キャンセル＞</a:t>
                      </a:r>
                      <a:r>
                        <a:rPr lang="en-US" altLang="ja-JP"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Drop</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案件管理フォルダ</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rPr>
                        <a:t>同上</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8081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55</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SMN_00108-889</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OS</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対応（</a:t>
                      </a:r>
                      <a:r>
                        <a:rPr 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SCM1.0.2）</a:t>
                      </a:r>
                      <a:endParaRPr 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sym typeface="+mn-ea"/>
                        </a:rPr>
                        <a:t>開発完了後、対応予定</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8081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56</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SMN_00108-1072</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zh-TW"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動作保証端末（</a:t>
                      </a:r>
                      <a:r>
                        <a:rPr lang="en-US" altLang="zh-TW"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SCM1.0.2</a:t>
                      </a:r>
                      <a:r>
                        <a:rPr lang="zh-TW"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endParaRPr lang="zh-TW"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開発完了後、対応予定</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3"/>
          </p:nvPr>
        </p:nvSpPr>
        <p:spPr>
          <a:xfrm>
            <a:off x="626229" y="181629"/>
            <a:ext cx="10210270" cy="572828"/>
          </a:xfrm>
        </p:spPr>
        <p:txBody>
          <a:bodyPr>
            <a:normAutofit fontScale="97500"/>
          </a:bodyPr>
          <a:lstStyle/>
          <a:p>
            <a:pPr lvl="0"/>
            <a:r>
              <a:rPr lang="ja-JP" altLang="en-US" dirty="0">
                <a:solidFill>
                  <a:schemeClr val="tx1">
                    <a:lumMod val="85000"/>
                    <a:lumOff val="15000"/>
                  </a:schemeClr>
                </a:solidFill>
                <a:latin typeface="Meiryo UI" panose="020B0604030504040204" pitchFamily="50" charset="-128"/>
                <a:ea typeface="Meiryo UI" panose="020B0604030504040204" pitchFamily="50" charset="-128"/>
              </a:rPr>
              <a:t>全体</a:t>
            </a:r>
            <a:r>
              <a:rPr lang="en-US" altLang="ja-JP" dirty="0" err="1">
                <a:latin typeface="Meiryo UI" panose="020B0604030504040204" pitchFamily="50" charset="-128"/>
                <a:ea typeface="Meiryo UI" panose="020B0604030504040204" pitchFamily="50" charset="-128"/>
                <a:sym typeface="+mn-ea"/>
              </a:rPr>
              <a:t>対応スケジュール</a:t>
            </a:r>
            <a:r>
              <a:rPr lang="ja-JP" altLang="en-US" dirty="0" err="1">
                <a:latin typeface="Meiryo UI" panose="020B0604030504040204" pitchFamily="50" charset="-128"/>
                <a:ea typeface="Meiryo UI" panose="020B0604030504040204" pitchFamily="50" charset="-128"/>
                <a:sym typeface="+mn-ea"/>
              </a:rPr>
              <a:t>（</a:t>
            </a:r>
            <a:r>
              <a:rPr lang="en-US" altLang="ja-JP" dirty="0">
                <a:latin typeface="Meiryo UI" panose="020B0604030504040204" pitchFamily="50" charset="-128"/>
                <a:ea typeface="Meiryo UI" panose="020B0604030504040204" pitchFamily="50" charset="-128"/>
                <a:sym typeface="+mn-ea"/>
              </a:rPr>
              <a:t>SDK</a:t>
            </a:r>
            <a:r>
              <a:rPr lang="ja-JP" altLang="en-US" dirty="0">
                <a:latin typeface="Meiryo UI" panose="020B0604030504040204" pitchFamily="50" charset="-128"/>
                <a:ea typeface="Meiryo UI" panose="020B0604030504040204" pitchFamily="50" charset="-128"/>
                <a:sym typeface="+mn-ea"/>
              </a:rPr>
              <a:t>設計分</a:t>
            </a:r>
            <a:r>
              <a:rPr lang="en-US" altLang="ja-JP" dirty="0">
                <a:latin typeface="Meiryo UI" panose="020B0604030504040204" pitchFamily="50" charset="-128"/>
                <a:ea typeface="Meiryo UI" panose="020B0604030504040204" pitchFamily="50" charset="-128"/>
                <a:sym typeface="+mn-ea"/>
              </a:rPr>
              <a:t>- API</a:t>
            </a:r>
            <a:r>
              <a:rPr lang="ja-JP" altLang="en-US" dirty="0">
                <a:latin typeface="Meiryo UI" panose="020B0604030504040204" pitchFamily="50" charset="-128"/>
                <a:ea typeface="Meiryo UI" panose="020B0604030504040204" pitchFamily="50" charset="-128"/>
                <a:sym typeface="+mn-ea"/>
              </a:rPr>
              <a:t>詳細設計）</a:t>
            </a:r>
            <a:endParaRPr lang="ja-JP" altLang="en-US" dirty="0">
              <a:latin typeface="Meiryo UI" panose="020B0604030504040204" pitchFamily="50" charset="-128"/>
              <a:ea typeface="Meiryo UI" panose="020B0604030504040204" pitchFamily="50" charset="-128"/>
              <a:sym typeface="+mn-ea"/>
            </a:endParaRPr>
          </a:p>
        </p:txBody>
      </p:sp>
      <p:graphicFrame>
        <p:nvGraphicFramePr>
          <p:cNvPr id="5" name="表 4"/>
          <p:cNvGraphicFramePr>
            <a:graphicFrameLocks noGrp="1"/>
          </p:cNvGraphicFramePr>
          <p:nvPr>
            <p:custDataLst>
              <p:tags r:id="rId1"/>
            </p:custDataLst>
          </p:nvPr>
        </p:nvGraphicFramePr>
        <p:xfrm>
          <a:off x="364961" y="685819"/>
          <a:ext cx="11200810" cy="5677042"/>
        </p:xfrm>
        <a:graphic>
          <a:graphicData uri="http://schemas.openxmlformats.org/drawingml/2006/table">
            <a:tbl>
              <a:tblPr firstRow="1" bandRow="1"/>
              <a:tblGrid>
                <a:gridCol w="564481"/>
                <a:gridCol w="1475311"/>
                <a:gridCol w="2243447"/>
                <a:gridCol w="762000"/>
                <a:gridCol w="1126086"/>
                <a:gridCol w="1593109"/>
                <a:gridCol w="3436376"/>
              </a:tblGrid>
              <a:tr h="43657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lnSpc>
                          <a:spcPct val="100000"/>
                        </a:lnSpc>
                      </a:pPr>
                      <a:r>
                        <a:rPr lang="en-US" altLang="zh-CN" sz="900" dirty="0">
                          <a:latin typeface="Meiryo UI" panose="020B0604030504040204" pitchFamily="50" charset="-128"/>
                          <a:ea typeface="Meiryo UI" panose="020B0604030504040204" pitchFamily="50" charset="-128"/>
                        </a:rPr>
                        <a:t>No.</a:t>
                      </a:r>
                      <a:endParaRPr lang="zh-CN" altLang="en-US" sz="900" dirty="0">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900" dirty="0">
                          <a:solidFill>
                            <a:schemeClr val="bg1"/>
                          </a:solidFill>
                          <a:latin typeface="Meiryo UI" panose="020B0604030504040204" pitchFamily="50" charset="-128"/>
                          <a:ea typeface="SimSun" panose="02010600030101010101" pitchFamily="2" charset="-122"/>
                        </a:rPr>
                        <a:t>JIRA</a:t>
                      </a:r>
                      <a:endParaRPr kumimoji="1" lang="en-US" altLang="zh-CN" sz="900" dirty="0">
                        <a:solidFill>
                          <a:schemeClr val="bg1"/>
                        </a:solidFill>
                        <a:latin typeface="Meiryo UI" panose="020B0604030504040204" pitchFamily="50" charset="-128"/>
                        <a:ea typeface="SimSun" panose="02010600030101010101" pitchFamily="2"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dirty="0">
                          <a:solidFill>
                            <a:schemeClr val="bg1"/>
                          </a:solidFill>
                          <a:latin typeface="Meiryo UI" panose="020B0604030504040204" pitchFamily="50" charset="-128"/>
                          <a:ea typeface="Meiryo UI" panose="020B0604030504040204" pitchFamily="50" charset="-128"/>
                        </a:rPr>
                        <a:t>作業内容</a:t>
                      </a:r>
                      <a:endParaRPr kumimoji="1" lang="ja-JP" altLang="en-US" sz="900" dirty="0">
                        <a:solidFill>
                          <a:schemeClr val="bg1"/>
                        </a:solidFill>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状態</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詳細設計</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（提出時間）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詳細設計</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（レビュー完了時間）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r>
              <a:tr h="286571">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1</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SMN_00108-511 </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l">
                        <a:lnSpc>
                          <a:spcPct val="100000"/>
                        </a:lnSpc>
                        <a:buClrTx/>
                        <a:buSzTx/>
                        <a:buFontTx/>
                      </a:pPr>
                      <a:r>
                        <a:rPr lang="zh-CN"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rPr>
                        <a:t>新製品対応</a:t>
                      </a:r>
                      <a:r>
                        <a:rPr lang="en-US" altLang="zh-CN" sz="900" dirty="0">
                          <a:solidFill>
                            <a:schemeClr val="tx1">
                              <a:lumMod val="85000"/>
                              <a:lumOff val="15000"/>
                            </a:schemeClr>
                          </a:solidFill>
                          <a:latin typeface="Meiryo UI" panose="020B0604030504040204" pitchFamily="50" charset="-128"/>
                          <a:ea typeface="Meiryo UI" panose="020B0604030504040204" pitchFamily="50" charset="-128"/>
                          <a:sym typeface="+mn-ea"/>
                        </a:rPr>
                        <a:t>(SW-MT700</a:t>
                      </a:r>
                      <a:r>
                        <a:rPr lang="zh-CN"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rPr>
                        <a:t>）</a:t>
                      </a:r>
                      <a:endParaRPr lang="zh-CN"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latin typeface="Meiryo UI" panose="020B0604030504040204" pitchFamily="50" charset="-128"/>
                          <a:ea typeface="Meiryo UI" panose="020B0604030504040204" pitchFamily="50" charset="-128"/>
                          <a:sym typeface="+mn-ea"/>
                        </a:rPr>
                        <a:t>対応済み</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4/14</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4/17</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検討の結果、</a:t>
                      </a:r>
                      <a:r>
                        <a:rPr lang="en-US" altLang="ja-JP" sz="900" b="1" kern="1200" dirty="0">
                          <a:solidFill>
                            <a:schemeClr val="tx1"/>
                          </a:solidFill>
                          <a:latin typeface="Meiryo UI" panose="020B0604030504040204" pitchFamily="50" charset="-128"/>
                          <a:ea typeface="Meiryo UI" panose="020B0604030504040204" pitchFamily="50" charset="-128"/>
                          <a:cs typeface="+mn-cs"/>
                        </a:rPr>
                        <a:t>API</a:t>
                      </a:r>
                      <a:r>
                        <a:rPr lang="ja-JP" altLang="en-US" sz="900" b="1" kern="1200" dirty="0">
                          <a:solidFill>
                            <a:schemeClr val="tx1"/>
                          </a:solidFill>
                          <a:latin typeface="Meiryo UI" panose="020B0604030504040204" pitchFamily="50" charset="-128"/>
                          <a:ea typeface="Meiryo UI" panose="020B0604030504040204" pitchFamily="50" charset="-128"/>
                          <a:cs typeface="+mn-cs"/>
                        </a:rPr>
                        <a:t>詳細設計は修正不要</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436579">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ja-JP" altLang="en-US" sz="900" dirty="0">
                          <a:latin typeface="Meiryo UI" panose="020B0604030504040204" pitchFamily="50" charset="-128"/>
                          <a:ea typeface="Meiryo UI" panose="020B0604030504040204" pitchFamily="50" charset="-128"/>
                        </a:rPr>
                        <a:t>２</a:t>
                      </a:r>
                      <a:endParaRPr lang="ja-JP" altLang="en-US"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SMN_00108-530 </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dirty="0">
                          <a:solidFill>
                            <a:schemeClr val="tx1"/>
                          </a:solidFill>
                          <a:latin typeface="Meiryo UI" panose="020B0604030504040204" pitchFamily="50" charset="-128"/>
                          <a:ea typeface="Meiryo UI" panose="020B0604030504040204" pitchFamily="50" charset="-128"/>
                        </a:rPr>
                        <a:t>BES3</a:t>
                      </a:r>
                      <a:r>
                        <a:rPr lang="ja-JP" altLang="en-US" sz="900" dirty="0">
                          <a:solidFill>
                            <a:schemeClr val="tx1"/>
                          </a:solidFill>
                          <a:latin typeface="Meiryo UI" panose="020B0604030504040204" pitchFamily="50" charset="-128"/>
                          <a:ea typeface="Meiryo UI" panose="020B0604030504040204" pitchFamily="50" charset="-128"/>
                        </a:rPr>
                        <a:t>など</a:t>
                      </a:r>
                      <a:r>
                        <a:rPr lang="zh-CN" altLang="en-US" sz="900" dirty="0">
                          <a:solidFill>
                            <a:schemeClr val="tx1"/>
                          </a:solidFill>
                          <a:latin typeface="Meiryo UI" panose="020B0604030504040204" pitchFamily="50" charset="-128"/>
                          <a:ea typeface="Meiryo UI" panose="020B0604030504040204" pitchFamily="50" charset="-128"/>
                        </a:rPr>
                        <a:t>他社</a:t>
                      </a:r>
                      <a:r>
                        <a:rPr lang="ja-JP" altLang="en-US" sz="900" dirty="0">
                          <a:solidFill>
                            <a:schemeClr val="tx1"/>
                          </a:solidFill>
                          <a:latin typeface="Meiryo UI" panose="020B0604030504040204" pitchFamily="50" charset="-128"/>
                          <a:ea typeface="Meiryo UI" panose="020B0604030504040204" pitchFamily="50" charset="-128"/>
                        </a:rPr>
                        <a:t>バッテリーによる</a:t>
                      </a:r>
                      <a:r>
                        <a:rPr lang="en-US" altLang="zh-CN" sz="900" dirty="0">
                          <a:solidFill>
                            <a:schemeClr val="tx1"/>
                          </a:solidFill>
                          <a:latin typeface="Meiryo UI" panose="020B0604030504040204" pitchFamily="50" charset="-128"/>
                          <a:ea typeface="Meiryo UI" panose="020B0604030504040204" pitchFamily="50" charset="-128"/>
                        </a:rPr>
                        <a:t>Di2</a:t>
                      </a:r>
                      <a:r>
                        <a:rPr lang="ja-JP" altLang="en-US" sz="900" dirty="0">
                          <a:solidFill>
                            <a:schemeClr val="tx1"/>
                          </a:solidFill>
                          <a:latin typeface="Meiryo UI" panose="020B0604030504040204" pitchFamily="50" charset="-128"/>
                          <a:ea typeface="Meiryo UI" panose="020B0604030504040204" pitchFamily="50" charset="-128"/>
                        </a:rPr>
                        <a:t>バイク</a:t>
                      </a:r>
                      <a:r>
                        <a:rPr lang="zh-CN" altLang="en-US" sz="900" dirty="0">
                          <a:solidFill>
                            <a:schemeClr val="tx1"/>
                          </a:solidFill>
                          <a:latin typeface="Meiryo UI" panose="020B0604030504040204" pitchFamily="50" charset="-128"/>
                          <a:ea typeface="Meiryo UI" panose="020B0604030504040204" pitchFamily="50" charset="-128"/>
                        </a:rPr>
                        <a:t>対応</a:t>
                      </a:r>
                      <a:endParaRPr lang="zh-CN"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rgbClr val="C00000"/>
                          </a:solidFill>
                          <a:latin typeface="Meiryo UI" panose="020B0604030504040204" pitchFamily="50" charset="-128"/>
                          <a:ea typeface="Meiryo UI" panose="020B0604030504040204" pitchFamily="50" charset="-128"/>
                          <a:sym typeface="+mn-ea"/>
                        </a:rPr>
                        <a:t>対応済み</a:t>
                      </a:r>
                      <a:endParaRPr lang="ja-JP" altLang="en-US"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3/13</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3/18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dirty="0">
                          <a:solidFill>
                            <a:srgbClr val="467886"/>
                          </a:solidFill>
                          <a:latin typeface="Meiryo UI" panose="020B0604030504040204" pitchFamily="50" charset="-128"/>
                          <a:ea typeface="Meiryo UI" panose="020B0604030504040204" pitchFamily="50" charset="-128"/>
                          <a:sym typeface="+mn-ea"/>
                          <a:hlinkClick r:id="rId2"/>
                        </a:rPr>
                        <a:t>#230</a:t>
                      </a:r>
                      <a:r>
                        <a:rPr lang="en-US" altLang="ja-JP" sz="900" b="1" dirty="0">
                          <a:solidFill>
                            <a:schemeClr val="tx1"/>
                          </a:solidFill>
                          <a:latin typeface="Meiryo UI" panose="020B0604030504040204" pitchFamily="50" charset="-128"/>
                          <a:ea typeface="Meiryo UI" panose="020B0604030504040204" pitchFamily="50" charset="-128"/>
                          <a:sym typeface="+mn-ea"/>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86571">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3</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SMN_00108-752</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900" dirty="0">
                          <a:solidFill>
                            <a:schemeClr val="tx1"/>
                          </a:solidFill>
                          <a:latin typeface="Meiryo UI" panose="020B0604030504040204" pitchFamily="50" charset="-128"/>
                          <a:ea typeface="Meiryo UI" panose="020B0604030504040204" pitchFamily="50" charset="-128"/>
                        </a:rPr>
                        <a:t>変速</a:t>
                      </a:r>
                      <a:r>
                        <a:rPr lang="ja-JP" altLang="en-US" sz="900" dirty="0">
                          <a:solidFill>
                            <a:schemeClr val="tx1"/>
                          </a:solidFill>
                          <a:latin typeface="Meiryo UI" panose="020B0604030504040204" pitchFamily="50" charset="-128"/>
                          <a:ea typeface="Meiryo UI" panose="020B0604030504040204" pitchFamily="50" charset="-128"/>
                        </a:rPr>
                        <a:t>アジャスト</a:t>
                      </a:r>
                      <a:endParaRPr lang="ja-JP"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rgbClr val="C00000"/>
                          </a:solidFill>
                          <a:latin typeface="Meiryo UI" panose="020B0604030504040204" pitchFamily="50" charset="-128"/>
                          <a:ea typeface="Meiryo UI" panose="020B0604030504040204" pitchFamily="50" charset="-128"/>
                          <a:sym typeface="+mn-ea"/>
                        </a:rPr>
                        <a:t>対応済み</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3/13</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3/18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hlinkClick r:id="rId3"/>
                        </a:rPr>
                        <a:t>#227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86571">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4</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SMN_00108-1240</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パーツ</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一覧画面</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で</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RD</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BLE</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MAC</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アドレスを</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表示</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する</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latin typeface="Meiryo UI" panose="020B0604030504040204" pitchFamily="50" charset="-128"/>
                          <a:ea typeface="Meiryo UI" panose="020B0604030504040204" pitchFamily="50" charset="-128"/>
                          <a:sym typeface="+mn-ea"/>
                        </a:rPr>
                        <a:t>対応済み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3/27</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4/1</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hlinkClick r:id="rId4"/>
                        </a:rPr>
                        <a:t>#236</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86571">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5</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SMN_00108-821 </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900" dirty="0">
                          <a:solidFill>
                            <a:schemeClr val="tx1"/>
                          </a:solidFill>
                          <a:latin typeface="Meiryo UI" panose="020B0604030504040204" pitchFamily="50" charset="-128"/>
                          <a:ea typeface="Meiryo UI" panose="020B0604030504040204" pitchFamily="50" charset="-128"/>
                        </a:rPr>
                        <a:t>未</a:t>
                      </a:r>
                      <a:r>
                        <a:rPr lang="ja-JP" altLang="en-US" sz="900" dirty="0">
                          <a:solidFill>
                            <a:schemeClr val="tx1"/>
                          </a:solidFill>
                          <a:latin typeface="Meiryo UI" panose="020B0604030504040204" pitchFamily="50" charset="-128"/>
                          <a:ea typeface="Meiryo UI" panose="020B0604030504040204" pitchFamily="50" charset="-128"/>
                        </a:rPr>
                        <a:t>ログイン</a:t>
                      </a:r>
                      <a:r>
                        <a:rPr lang="zh-CN" altLang="en-US" sz="900" dirty="0">
                          <a:solidFill>
                            <a:schemeClr val="tx1"/>
                          </a:solidFill>
                          <a:latin typeface="Meiryo UI" panose="020B0604030504040204" pitchFamily="50" charset="-128"/>
                          <a:ea typeface="Meiryo UI" panose="020B0604030504040204" pitchFamily="50" charset="-128"/>
                        </a:rPr>
                        <a:t>利用</a:t>
                      </a:r>
                      <a:r>
                        <a:rPr lang="ja-JP" altLang="en-US" sz="900" dirty="0">
                          <a:solidFill>
                            <a:schemeClr val="tx1"/>
                          </a:solidFill>
                          <a:latin typeface="Meiryo UI" panose="020B0604030504040204" pitchFamily="50" charset="-128"/>
                          <a:ea typeface="Meiryo UI" panose="020B0604030504040204" pitchFamily="50" charset="-128"/>
                        </a:rPr>
                        <a:t>バイク</a:t>
                      </a:r>
                      <a:r>
                        <a:rPr lang="zh-CN" altLang="en-US" sz="900" dirty="0">
                          <a:solidFill>
                            <a:schemeClr val="tx1"/>
                          </a:solidFill>
                          <a:latin typeface="Meiryo UI" panose="020B0604030504040204" pitchFamily="50" charset="-128"/>
                          <a:ea typeface="Meiryo UI" panose="020B0604030504040204" pitchFamily="50" charset="-128"/>
                        </a:rPr>
                        <a:t>登録</a:t>
                      </a:r>
                      <a:endParaRPr lang="zh-CN"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rgbClr val="C00000"/>
                          </a:solidFill>
                          <a:latin typeface="Meiryo UI" panose="020B0604030504040204" pitchFamily="50" charset="-128"/>
                          <a:ea typeface="Meiryo UI" panose="020B0604030504040204" pitchFamily="50" charset="-128"/>
                          <a:sym typeface="+mn-ea"/>
                        </a:rPr>
                        <a:t>対応済み</a:t>
                      </a:r>
                      <a:endParaRPr lang="ja-JP" altLang="en-US" sz="900" b="1" kern="1200" dirty="0">
                        <a:solidFill>
                          <a:srgbClr val="C00000"/>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3/13</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3/18</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hlinkClick r:id="rId5"/>
                        </a:rPr>
                        <a:t>#222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86571">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zh-CN" sz="900" dirty="0">
                          <a:latin typeface="Meiryo UI" panose="020B0604030504040204" pitchFamily="50" charset="-128"/>
                          <a:ea typeface="Meiryo UI" panose="020B0604030504040204" pitchFamily="50" charset="-128"/>
                        </a:rPr>
                        <a:t>6</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SMN_00108-822 </a:t>
                      </a:r>
                      <a:endPar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新製品対応</a:t>
                      </a:r>
                      <a:r>
                        <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(SC)</a:t>
                      </a:r>
                      <a:endPar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strike="sngStrike" kern="1200" baseline="0" dirty="0">
                          <a:solidFill>
                            <a:schemeClr val="tx1"/>
                          </a:solidFill>
                          <a:latin typeface="Meiryo UI" panose="020B0604030504040204" pitchFamily="50" charset="-128"/>
                          <a:ea typeface="Meiryo UI" panose="020B0604030504040204" pitchFamily="50" charset="-128"/>
                          <a:cs typeface="+mn-cs"/>
                        </a:rPr>
                        <a:t>キャンセル</a:t>
                      </a:r>
                      <a:endParaRPr lang="ja-JP" altLang="en-US" sz="900" b="1" strike="sngStrike" kern="1200" baseline="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strike="sngStrike" kern="1200" baseline="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strike="sngStrike" kern="1200" baseline="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strike="sngStrike" kern="1200" baseline="0" dirty="0">
                          <a:solidFill>
                            <a:schemeClr val="tx1"/>
                          </a:solidFill>
                          <a:latin typeface="Meiryo UI" panose="020B0604030504040204" pitchFamily="50" charset="-128"/>
                          <a:ea typeface="Meiryo UI" panose="020B0604030504040204" pitchFamily="50" charset="-128"/>
                          <a:cs typeface="+mn-cs"/>
                        </a:rPr>
                        <a:t>-</a:t>
                      </a:r>
                      <a:endParaRPr lang="en-US" altLang="ja-JP" sz="900" b="1" strike="sngStrike" kern="1200" baseline="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strike="sngStrike" kern="1200" dirty="0">
                          <a:solidFill>
                            <a:schemeClr val="tx1"/>
                          </a:solidFill>
                          <a:latin typeface="Meiryo UI" panose="020B0604030504040204" pitchFamily="50" charset="-128"/>
                          <a:ea typeface="Meiryo UI" panose="020B0604030504040204" pitchFamily="50" charset="-128"/>
                          <a:cs typeface="+mn-cs"/>
                        </a:rPr>
                        <a:t>キャンセルした</a:t>
                      </a:r>
                      <a:endParaRPr lang="ja-JP" altLang="en-US" sz="900" b="1" strike="sngStrike"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65760">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7</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SMN_00108-834</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登録</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バイク</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数上限</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を</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30</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台</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に</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変更</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sym typeface="+mn-ea"/>
                        </a:rPr>
                        <a:t>未着手</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strike="sngStrike" kern="1200" baseline="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strike="sngStrike" kern="1200" baseline="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strike="sngStrike" kern="1200" baseline="0" dirty="0">
                          <a:solidFill>
                            <a:schemeClr val="tx1"/>
                          </a:solidFill>
                          <a:latin typeface="Meiryo UI" panose="020B0604030504040204" pitchFamily="50" charset="-128"/>
                          <a:ea typeface="Meiryo UI" panose="020B0604030504040204" pitchFamily="50" charset="-128"/>
                          <a:cs typeface="+mn-cs"/>
                        </a:rPr>
                        <a:t>-</a:t>
                      </a:r>
                      <a:endParaRPr lang="en-US" altLang="ja-JP" sz="900" b="1" strike="sngStrike" kern="1200" baseline="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ja-JP" altLang="en-US"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12011">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8</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SMN_00108-836</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新製品対応</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(RD</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latin typeface="Meiryo UI" panose="020B0604030504040204" pitchFamily="50" charset="-128"/>
                          <a:ea typeface="Meiryo UI" panose="020B0604030504040204" pitchFamily="50" charset="-128"/>
                          <a:sym typeface="+mn-ea"/>
                        </a:rPr>
                        <a:t>対応済み</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lumMod val="85000"/>
                              <a:lumOff val="15000"/>
                            </a:schemeClr>
                          </a:solidFill>
                          <a:latin typeface="Meiryo UI" panose="020B0604030504040204" pitchFamily="50" charset="-128"/>
                          <a:ea typeface="Meiryo UI" panose="020B0604030504040204" pitchFamily="50" charset="-128"/>
                          <a:sym typeface="+mn-ea"/>
                        </a:rPr>
                        <a:t>4/24</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4/28</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6"/>
                        </a:rPr>
                        <a:t>#261</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86571">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9</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SMN_00108-866</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kumimoji="1" lang="zh-CN" altLang="en-US"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アシストキャリーオーバーの設定項目追加</a:t>
                      </a:r>
                      <a:endParaRPr kumimoji="1" lang="zh-CN" altLang="en-US"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latin typeface="Meiryo UI" panose="020B0604030504040204" pitchFamily="50" charset="-128"/>
                          <a:ea typeface="Meiryo UI" panose="020B0604030504040204" pitchFamily="50" charset="-128"/>
                          <a:sym typeface="+mn-ea"/>
                        </a:rPr>
                        <a:t>対応済み</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3/13</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3/18</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hlinkClick r:id="rId7"/>
                        </a:rPr>
                        <a:t>#228</a:t>
                      </a: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86571">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10</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SMN_00108-863</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歯組設定</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rgbClr val="C00000"/>
                          </a:solidFill>
                          <a:latin typeface="Meiryo UI" panose="020B0604030504040204" pitchFamily="50" charset="-128"/>
                          <a:ea typeface="Meiryo UI" panose="020B0604030504040204" pitchFamily="50" charset="-128"/>
                          <a:sym typeface="+mn-ea"/>
                        </a:rPr>
                        <a:t>対応済み</a:t>
                      </a:r>
                      <a:endParaRPr lang="ja-JP" altLang="en-US" sz="900" b="1" kern="1200" dirty="0">
                        <a:solidFill>
                          <a:srgbClr val="C00000"/>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3/27</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4/1</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hlinkClick r:id="rId8"/>
                        </a:rPr>
                        <a:t>#237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86571">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11</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SMN_00108-839</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新製品対応</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(BT</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lumMod val="85000"/>
                              <a:lumOff val="15000"/>
                            </a:schemeClr>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lumMod val="85000"/>
                              <a:lumOff val="15000"/>
                            </a:schemeClr>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ja-JP" sz="900" b="1" dirty="0">
                          <a:solidFill>
                            <a:schemeClr val="tx1">
                              <a:lumMod val="85000"/>
                              <a:lumOff val="15000"/>
                            </a:schemeClr>
                          </a:solidFill>
                          <a:latin typeface="Meiryo UI" panose="020B0604030504040204" pitchFamily="50" charset="-128"/>
                          <a:ea typeface="Meiryo UI" panose="020B0604030504040204" pitchFamily="50" charset="-128"/>
                          <a:sym typeface="+mn-ea"/>
                        </a:rPr>
                        <a:t>詳細は、他のチケットで対応する</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86571">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12</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SMN_00108-925</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ギアの</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使用割合</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表示</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latin typeface="Meiryo UI" panose="020B0604030504040204" pitchFamily="50" charset="-128"/>
                          <a:ea typeface="Meiryo UI" panose="020B0604030504040204" pitchFamily="50" charset="-128"/>
                          <a:sym typeface="+mn-ea"/>
                        </a:rPr>
                        <a:t>対応中</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3/13</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3/18</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hlinkClick r:id="rId9"/>
                        </a:rPr>
                        <a:t>#225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指摘対応済み、近井様のレビュー待ち</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86571">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13</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SMN_00108-911</a:t>
                      </a:r>
                      <a:endParaRPr kumimoji="1" lang="en-US" altLang="zh-CN"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kumimoji="1" lang="ja-JP" altLang="en-US" sz="900" b="0" i="0" u="none" strike="noStrike" cap="none" spc="0" normalizeH="0" baseline="0" dirty="0">
                          <a:solidFill>
                            <a:schemeClr val="tx1">
                              <a:lumMod val="85000"/>
                              <a:lumOff val="15000"/>
                            </a:schemeClr>
                          </a:solidFill>
                          <a:latin typeface="Meiryo UI" panose="020B0604030504040204" pitchFamily="50" charset="-128"/>
                          <a:ea typeface="Meiryo UI" panose="020B0604030504040204" pitchFamily="50" charset="-128"/>
                        </a:rPr>
                        <a:t>ゼロオフセット</a:t>
                      </a:r>
                      <a:r>
                        <a:rPr kumimoji="1" lang="zh-CN" altLang="en-US" sz="900" b="0" i="0" u="none" strike="noStrike" cap="none" spc="0" normalizeH="0" baseline="0" dirty="0">
                          <a:solidFill>
                            <a:schemeClr val="tx1">
                              <a:lumMod val="85000"/>
                              <a:lumOff val="15000"/>
                            </a:schemeClr>
                          </a:solidFill>
                          <a:latin typeface="Meiryo UI" panose="020B0604030504040204" pitchFamily="50" charset="-128"/>
                          <a:ea typeface="Meiryo UI" panose="020B0604030504040204" pitchFamily="50" charset="-128"/>
                        </a:rPr>
                        <a:t>設定</a:t>
                      </a:r>
                      <a:endParaRPr kumimoji="1" lang="zh-CN" altLang="en-US" sz="900" b="0" i="0" u="none" strike="noStrike" cap="none" spc="0" normalizeH="0" baseline="0" dirty="0">
                        <a:solidFill>
                          <a:schemeClr val="tx1">
                            <a:lumMod val="85000"/>
                            <a:lumOff val="15000"/>
                          </a:schemeClr>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rgbClr val="C00000"/>
                          </a:solidFill>
                          <a:latin typeface="Meiryo UI" panose="020B0604030504040204" pitchFamily="50" charset="-128"/>
                          <a:ea typeface="Meiryo UI" panose="020B0604030504040204" pitchFamily="50" charset="-128"/>
                          <a:sym typeface="+mn-ea"/>
                        </a:rPr>
                        <a:t>対応済み</a:t>
                      </a:r>
                      <a:endParaRPr lang="ja-JP" altLang="en-US"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3/27</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4/1</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hlinkClick r:id="rId10"/>
                        </a:rPr>
                        <a:t>#239</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86571">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14</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SMN_00108-844</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Non E-BIKE</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対応</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rgbClr val="C00000"/>
                          </a:solidFill>
                          <a:latin typeface="Meiryo UI" panose="020B0604030504040204" pitchFamily="50" charset="-128"/>
                          <a:ea typeface="Meiryo UI" panose="020B0604030504040204" pitchFamily="50" charset="-128"/>
                          <a:sym typeface="+mn-ea"/>
                        </a:rPr>
                        <a:t>対応済み</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4/14</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4/17</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rgbClr val="000000"/>
                          </a:solidFill>
                          <a:latin typeface="Meiryo UI" panose="020B0604030504040204" pitchFamily="50" charset="-128"/>
                          <a:ea typeface="Meiryo UI" panose="020B0604030504040204" pitchFamily="50" charset="-128"/>
                          <a:sym typeface="+mn-ea"/>
                        </a:rPr>
                        <a:t>API</a:t>
                      </a:r>
                      <a:r>
                        <a:rPr lang="zh-CN" altLang="en-US" sz="900" b="1" dirty="0">
                          <a:solidFill>
                            <a:srgbClr val="000000"/>
                          </a:solidFill>
                          <a:latin typeface="Meiryo UI" panose="020B0604030504040204" pitchFamily="50" charset="-128"/>
                          <a:ea typeface="Meiryo UI" panose="020B0604030504040204" pitchFamily="50" charset="-128"/>
                          <a:sym typeface="+mn-ea"/>
                        </a:rPr>
                        <a:t>詳細設計の</a:t>
                      </a:r>
                      <a:r>
                        <a:rPr lang="en-US" altLang="zh-CN" sz="900" b="1" dirty="0">
                          <a:solidFill>
                            <a:srgbClr val="000000"/>
                          </a:solidFill>
                          <a:latin typeface="Meiryo UI" panose="020B0604030504040204" pitchFamily="50" charset="-128"/>
                          <a:ea typeface="Meiryo UI" panose="020B0604030504040204" pitchFamily="50" charset="-128"/>
                          <a:sym typeface="+mn-ea"/>
                        </a:rPr>
                        <a:t>PR</a:t>
                      </a:r>
                      <a:r>
                        <a:rPr lang="ja-JP" altLang="en-US" sz="900" b="1" dirty="0">
                          <a:solidFill>
                            <a:srgbClr val="000000"/>
                          </a:solidFill>
                          <a:latin typeface="Meiryo UI" panose="020B0604030504040204" pitchFamily="50" charset="-128"/>
                          <a:ea typeface="Meiryo UI" panose="020B0604030504040204" pitchFamily="50" charset="-128"/>
                          <a:sym typeface="+mn-ea"/>
                        </a:rPr>
                        <a:t>提出済 </a:t>
                      </a:r>
                      <a:endParaRPr lang="en-US" altLang="ja-JP" sz="900" b="1" dirty="0">
                        <a:solidFill>
                          <a:srgbClr val="000000"/>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solidFill>
                            <a:schemeClr val="tx2">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sym typeface="+mn-ea"/>
                          <a:hlinkClick r:id="rId11"/>
                        </a:rPr>
                        <a:t>#255</a:t>
                      </a:r>
                      <a:r>
                        <a:rPr lang="en-US" altLang="ja-JP" sz="900" b="1" kern="1200" dirty="0">
                          <a:solidFill>
                            <a:srgbClr val="000000"/>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86571">
                <a:tc>
                  <a:txBody>
                    <a:bodyPr/>
                    <a:lstStyle/>
                    <a:p>
                      <a:pPr algn="ctr">
                        <a:lnSpc>
                          <a:spcPct val="100000"/>
                        </a:lnSpc>
                        <a:buClrTx/>
                        <a:buSzTx/>
                        <a:buFontTx/>
                        <a:buNone/>
                      </a:pPr>
                      <a:r>
                        <a:rPr lang="en-US" altLang="zh-CN" sz="900" strike="sngStrike" dirty="0">
                          <a:latin typeface="Meiryo UI" panose="020B0604030504040204" pitchFamily="50" charset="-128"/>
                          <a:ea typeface="Meiryo UI" panose="020B0604030504040204" pitchFamily="50" charset="-128"/>
                        </a:rPr>
                        <a:t>15</a:t>
                      </a:r>
                      <a:endParaRPr lang="en-US" altLang="zh-CN" sz="900" strike="sngStrike"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SMN_00108-860</a:t>
                      </a:r>
                      <a:endPar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Di2</a:t>
                      </a:r>
                      <a:r>
                        <a:rPr kumimoji="1" lang="ja-JP"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段数</a:t>
                      </a:r>
                      <a:r>
                        <a:rPr kumimoji="1" lang="ja-JP"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を</a:t>
                      </a:r>
                      <a:r>
                        <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利用</a:t>
                      </a:r>
                      <a:r>
                        <a:rPr kumimoji="1" lang="ja-JP"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したパワー</a:t>
                      </a:r>
                      <a:r>
                        <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補正</a:t>
                      </a:r>
                      <a:endPar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strike="sngStrike" kern="1200" dirty="0">
                          <a:solidFill>
                            <a:schemeClr val="tx1"/>
                          </a:solidFill>
                          <a:latin typeface="Meiryo UI" panose="020B0604030504040204" pitchFamily="50" charset="-128"/>
                          <a:ea typeface="Meiryo UI" panose="020B0604030504040204" pitchFamily="50" charset="-128"/>
                          <a:cs typeface="+mn-cs"/>
                          <a:sym typeface="+mn-ea"/>
                        </a:rPr>
                        <a:t>未着手</a:t>
                      </a:r>
                      <a:endParaRPr lang="en-US" altLang="ja-JP" sz="900" b="1" strike="sngStrike"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strike="sngStrike"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strike="sngStrike"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strike="sngStrike"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strike="sngStrike"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strike="sngStrike" kern="1200" dirty="0">
                          <a:solidFill>
                            <a:schemeClr val="tx1"/>
                          </a:solidFill>
                          <a:latin typeface="Meiryo UI" panose="020B0604030504040204" pitchFamily="50" charset="-128"/>
                          <a:ea typeface="Meiryo UI" panose="020B0604030504040204" pitchFamily="50" charset="-128"/>
                          <a:cs typeface="+mn-cs"/>
                        </a:rPr>
                        <a:t>キャンセルした</a:t>
                      </a:r>
                      <a:endParaRPr lang="ja-JP" altLang="en-US" sz="900" b="1" strike="sngStrike"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3"/>
          </p:nvPr>
        </p:nvSpPr>
        <p:spPr>
          <a:xfrm>
            <a:off x="451150" y="178635"/>
            <a:ext cx="10210270" cy="572828"/>
          </a:xfrm>
        </p:spPr>
        <p:txBody>
          <a:bodyPr>
            <a:normAutofit fontScale="97500"/>
          </a:bodyPr>
          <a:lstStyle/>
          <a:p>
            <a:pPr lvl="0"/>
            <a:r>
              <a:rPr lang="ja-JP" altLang="en-US" dirty="0">
                <a:solidFill>
                  <a:schemeClr val="tx1">
                    <a:lumMod val="85000"/>
                    <a:lumOff val="15000"/>
                  </a:schemeClr>
                </a:solidFill>
                <a:latin typeface="Meiryo UI" panose="020B0604030504040204" pitchFamily="50" charset="-128"/>
                <a:ea typeface="Meiryo UI" panose="020B0604030504040204" pitchFamily="50" charset="-128"/>
              </a:rPr>
              <a:t>全体</a:t>
            </a:r>
            <a:r>
              <a:rPr lang="en-US" altLang="ja-JP" dirty="0" err="1">
                <a:latin typeface="Meiryo UI" panose="020B0604030504040204" pitchFamily="50" charset="-128"/>
                <a:ea typeface="Meiryo UI" panose="020B0604030504040204" pitchFamily="50" charset="-128"/>
                <a:sym typeface="+mn-ea"/>
              </a:rPr>
              <a:t>対応スケジュール</a:t>
            </a:r>
            <a:r>
              <a:rPr lang="ja-JP" altLang="en-US" dirty="0" err="1">
                <a:latin typeface="Meiryo UI" panose="020B0604030504040204" pitchFamily="50" charset="-128"/>
                <a:ea typeface="Meiryo UI" panose="020B0604030504040204" pitchFamily="50" charset="-128"/>
                <a:sym typeface="+mn-ea"/>
              </a:rPr>
              <a:t>（</a:t>
            </a:r>
            <a:r>
              <a:rPr lang="en-US" altLang="ja-JP" dirty="0">
                <a:latin typeface="Meiryo UI" panose="020B0604030504040204" pitchFamily="50" charset="-128"/>
                <a:ea typeface="Meiryo UI" panose="020B0604030504040204" pitchFamily="50" charset="-128"/>
                <a:sym typeface="+mn-ea"/>
              </a:rPr>
              <a:t>SDK</a:t>
            </a:r>
            <a:r>
              <a:rPr lang="ja-JP" altLang="en-US" dirty="0">
                <a:latin typeface="Meiryo UI" panose="020B0604030504040204" pitchFamily="50" charset="-128"/>
                <a:ea typeface="Meiryo UI" panose="020B0604030504040204" pitchFamily="50" charset="-128"/>
                <a:sym typeface="+mn-ea"/>
              </a:rPr>
              <a:t>設計分</a:t>
            </a:r>
            <a:r>
              <a:rPr lang="en-US" altLang="ja-JP" dirty="0">
                <a:latin typeface="Meiryo UI" panose="020B0604030504040204" pitchFamily="50" charset="-128"/>
                <a:ea typeface="Meiryo UI" panose="020B0604030504040204" pitchFamily="50" charset="-128"/>
                <a:sym typeface="+mn-ea"/>
              </a:rPr>
              <a:t>- API</a:t>
            </a:r>
            <a:r>
              <a:rPr lang="ja-JP" altLang="en-US" dirty="0">
                <a:latin typeface="Meiryo UI" panose="020B0604030504040204" pitchFamily="50" charset="-128"/>
                <a:ea typeface="Meiryo UI" panose="020B0604030504040204" pitchFamily="50" charset="-128"/>
                <a:sym typeface="+mn-ea"/>
              </a:rPr>
              <a:t>詳細設計）</a:t>
            </a:r>
            <a:endParaRPr lang="ja-JP" altLang="en-US" dirty="0">
              <a:latin typeface="Meiryo UI" panose="020B0604030504040204" pitchFamily="50" charset="-128"/>
              <a:ea typeface="Meiryo UI" panose="020B0604030504040204" pitchFamily="50" charset="-128"/>
              <a:sym typeface="+mn-ea"/>
            </a:endParaRPr>
          </a:p>
        </p:txBody>
      </p:sp>
      <p:graphicFrame>
        <p:nvGraphicFramePr>
          <p:cNvPr id="5" name="表 4"/>
          <p:cNvGraphicFramePr>
            <a:graphicFrameLocks noGrp="1"/>
          </p:cNvGraphicFramePr>
          <p:nvPr>
            <p:custDataLst>
              <p:tags r:id="rId1"/>
            </p:custDataLst>
          </p:nvPr>
        </p:nvGraphicFramePr>
        <p:xfrm>
          <a:off x="450686" y="750954"/>
          <a:ext cx="11290166" cy="5978199"/>
        </p:xfrm>
        <a:graphic>
          <a:graphicData uri="http://schemas.openxmlformats.org/drawingml/2006/table">
            <a:tbl>
              <a:tblPr firstRow="1" bandRow="1"/>
              <a:tblGrid>
                <a:gridCol w="574557"/>
                <a:gridCol w="1649075"/>
                <a:gridCol w="2633781"/>
                <a:gridCol w="749296"/>
                <a:gridCol w="1490284"/>
                <a:gridCol w="1302407"/>
                <a:gridCol w="2890766"/>
              </a:tblGrid>
              <a:tr h="341005">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lnSpc>
                          <a:spcPct val="100000"/>
                        </a:lnSpc>
                      </a:pPr>
                      <a:r>
                        <a:rPr lang="en-US" altLang="zh-CN" sz="900" dirty="0">
                          <a:latin typeface="Meiryo UI" panose="020B0604030504040204" pitchFamily="50" charset="-128"/>
                          <a:ea typeface="Meiryo UI" panose="020B0604030504040204" pitchFamily="50" charset="-128"/>
                        </a:rPr>
                        <a:t>No.</a:t>
                      </a:r>
                      <a:endParaRPr lang="zh-CN" altLang="en-US" sz="900" dirty="0">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900" dirty="0">
                          <a:solidFill>
                            <a:schemeClr val="bg1"/>
                          </a:solidFill>
                          <a:latin typeface="Meiryo UI" panose="020B0604030504040204" pitchFamily="50" charset="-128"/>
                          <a:ea typeface="SimSun" panose="02010600030101010101" pitchFamily="2" charset="-122"/>
                        </a:rPr>
                        <a:t>JIRA</a:t>
                      </a:r>
                      <a:endParaRPr kumimoji="1" lang="en-US" altLang="zh-CN" sz="900" dirty="0">
                        <a:solidFill>
                          <a:schemeClr val="bg1"/>
                        </a:solidFill>
                        <a:latin typeface="Meiryo UI" panose="020B0604030504040204" pitchFamily="50" charset="-128"/>
                        <a:ea typeface="SimSun" panose="02010600030101010101" pitchFamily="2"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dirty="0">
                          <a:solidFill>
                            <a:schemeClr val="bg1"/>
                          </a:solidFill>
                          <a:latin typeface="Meiryo UI" panose="020B0604030504040204" pitchFamily="50" charset="-128"/>
                          <a:ea typeface="Meiryo UI" panose="020B0604030504040204" pitchFamily="50" charset="-128"/>
                        </a:rPr>
                        <a:t>作業内容</a:t>
                      </a:r>
                      <a:endParaRPr kumimoji="1" lang="ja-JP" altLang="en-US" sz="900" dirty="0">
                        <a:solidFill>
                          <a:schemeClr val="bg1"/>
                        </a:solidFill>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状態</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詳細設計</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（提出時間）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詳細設計</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（レビュー完了時間）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r>
              <a:tr h="338875">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16</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SMN_00108-862</a:t>
                      </a:r>
                      <a:endParaRPr kumimoji="1" lang="en-US" altLang="zh-CN" sz="900" b="0"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多段変速設定</a:t>
                      </a:r>
                      <a:endParaRPr kumimoji="1" lang="zh-CN" altLang="en-US" sz="900" b="0"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3/13</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3/18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hlinkClick r:id="rId3"/>
                        </a:rPr>
                        <a:t>#224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23836">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17</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SMN_00108-838</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新製品対応</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(ST</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3/26</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4/1</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検討の結果、</a:t>
                      </a:r>
                      <a:r>
                        <a:rPr lang="en-US" altLang="ja-JP" sz="900" b="1" kern="1200" dirty="0">
                          <a:solidFill>
                            <a:schemeClr val="tx1"/>
                          </a:solidFill>
                          <a:latin typeface="Meiryo UI" panose="020B0604030504040204" pitchFamily="50" charset="-128"/>
                          <a:ea typeface="Meiryo UI" panose="020B0604030504040204" pitchFamily="50" charset="-128"/>
                          <a:cs typeface="+mn-cs"/>
                        </a:rPr>
                        <a:t>API</a:t>
                      </a:r>
                      <a:r>
                        <a:rPr lang="ja-JP" altLang="en-US" sz="900" b="1" kern="1200" dirty="0">
                          <a:solidFill>
                            <a:schemeClr val="tx1"/>
                          </a:solidFill>
                          <a:latin typeface="Meiryo UI" panose="020B0604030504040204" pitchFamily="50" charset="-128"/>
                          <a:ea typeface="Meiryo UI" panose="020B0604030504040204" pitchFamily="50" charset="-128"/>
                          <a:cs typeface="+mn-cs"/>
                        </a:rPr>
                        <a:t>詳細設計は修正不要</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338875">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18</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kumimoji="1" lang="en-US" altLang="zh-CN"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SMN_00108-864 </a:t>
                      </a:r>
                      <a:endParaRPr kumimoji="1" lang="en-US" altLang="zh-CN"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kumimoji="1" lang="zh-CN" altLang="en-US"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パワーメーターのアドバタイズモード切替</a:t>
                      </a:r>
                      <a:endParaRPr kumimoji="1" lang="zh-CN" altLang="en-US"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rgbClr val="C00000"/>
                          </a:solidFill>
                          <a:latin typeface="Meiryo UI" panose="020B0604030504040204" pitchFamily="50" charset="-128"/>
                          <a:ea typeface="Meiryo UI" panose="020B0604030504040204" pitchFamily="50" charset="-128"/>
                          <a:cs typeface="+mn-cs"/>
                        </a:rPr>
                        <a:t>対応済み</a:t>
                      </a:r>
                      <a:endParaRPr lang="ja-JP" altLang="en-US" sz="900" b="1" kern="1200" dirty="0">
                        <a:solidFill>
                          <a:srgbClr val="C00000"/>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3/26</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4/1</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hlinkClick r:id="rId4"/>
                        </a:rPr>
                        <a:t>#240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338875">
                <a:tc>
                  <a:txBody>
                    <a:bodyPr/>
                    <a:lstStyle/>
                    <a:p>
                      <a:pPr marL="0" algn="ctr" defTabSz="914400" rtl="0" eaLnBrk="1" latinLnBrk="0" hangingPunct="1">
                        <a:lnSpc>
                          <a:spcPct val="100000"/>
                        </a:lnSpc>
                        <a:spcBef>
                          <a:spcPts val="0"/>
                        </a:spcBef>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19</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SMN_00108-837</a:t>
                      </a:r>
                      <a:endParaRPr kumimoji="1" lang="en-US" altLang="zh-CN"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新製品対応</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(EW</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a:t>
                      </a:r>
                      <a:endParaRPr kumimoji="1" lang="zh-CN" altLang="en-US" sz="90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3/13</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3/18</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hlinkClick r:id="rId5"/>
                        </a:rPr>
                        <a:t>#229</a:t>
                      </a: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rPr>
                        <a:t>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レビュー待ち</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38875">
                <a:tc>
                  <a:txBody>
                    <a:bodyPr/>
                    <a:lstStyle/>
                    <a:p>
                      <a:pPr marL="0" algn="ctr" defTabSz="914400" rtl="0" eaLnBrk="1" latinLnBrk="0" hangingPunct="1">
                        <a:lnSpc>
                          <a:spcPct val="100000"/>
                        </a:lnSpc>
                        <a:spcBef>
                          <a:spcPts val="0"/>
                        </a:spcBef>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20</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SMN_00108-842 </a:t>
                      </a:r>
                      <a:endParaRPr kumimoji="1" lang="en-US" altLang="zh-CN" sz="900" b="0"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新製品対応</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(PM</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4/14</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4/17</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algn="l" defTabSz="914400" rtl="0" eaLnBrk="1" fontAlgn="auto" latinLnBrk="0" hangingPunct="1">
                        <a:lnSpc>
                          <a:spcPct val="100000"/>
                        </a:lnSpc>
                        <a:spcBef>
                          <a:spcPts val="0"/>
                        </a:spcBef>
                        <a:spcAft>
                          <a:spcPts val="0"/>
                        </a:spcAft>
                        <a:buClrTx/>
                        <a:buSzTx/>
                        <a:buFontTx/>
                        <a:buNone/>
                        <a:defRPr/>
                      </a:pPr>
                      <a:r>
                        <a:rPr lang="en-US" altLang="ja-JP" sz="900" dirty="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n-ea"/>
                          <a:hlinkClick r:id="rId6"/>
                        </a:rPr>
                        <a:t>#260</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指摘対応済み、レビュー待ち</a:t>
                      </a:r>
                      <a:endParaRPr lang="ja-JP" altLang="zh-CN"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38875">
                <a:tc>
                  <a:txBody>
                    <a:bodyPr/>
                    <a:lstStyle/>
                    <a:p>
                      <a:pPr marL="0" algn="ctr" defTabSz="914400" rtl="0" eaLnBrk="1" latinLnBrk="0" hangingPunct="1">
                        <a:lnSpc>
                          <a:spcPct val="100000"/>
                        </a:lnSpc>
                        <a:spcBef>
                          <a:spcPts val="0"/>
                        </a:spcBef>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21</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schemeClr val="tx1"/>
                          </a:solidFill>
                          <a:effectLst/>
                          <a:uLnTx/>
                          <a:uFillTx/>
                          <a:latin typeface="Meiryo UI" panose="020B0604030504040204" pitchFamily="50" charset="-128"/>
                          <a:ea typeface="Meiryo UI" panose="020B0604030504040204" pitchFamily="50" charset="-128"/>
                          <a:sym typeface="+mn-ea"/>
                        </a:rPr>
                        <a:t>SMN_00108-1083</a:t>
                      </a:r>
                      <a:endParaRPr kumimoji="1" lang="en-US" altLang="zh-CN" sz="900" b="0"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l">
                        <a:buClrTx/>
                        <a:buSzTx/>
                        <a:buFontTx/>
                      </a:pPr>
                      <a:r>
                        <a:rPr lang="ja-JP"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rPr>
                        <a:t>マイバイク</a:t>
                      </a:r>
                      <a:r>
                        <a:rPr lang="zh-CN"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rPr>
                        <a:t>情報</a:t>
                      </a:r>
                      <a:r>
                        <a:rPr lang="ja-JP"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rPr>
                        <a:t>のお</a:t>
                      </a:r>
                      <a:r>
                        <a:rPr lang="zh-CN"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rPr>
                        <a:t>知</a:t>
                      </a:r>
                      <a:r>
                        <a:rPr lang="ja-JP"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rPr>
                        <a:t>らせ</a:t>
                      </a:r>
                      <a:endParaRPr lang="ja-JP"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3/13</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3/18</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hlinkClick r:id="rId7"/>
                        </a:rPr>
                        <a:t>#226 </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指摘対応済み、レビュー待ち</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23836">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algn="ctr" defTabSz="914400" rtl="0" eaLnBrk="1" latinLnBrk="0" hangingPunct="1">
                        <a:lnSpc>
                          <a:spcPct val="100000"/>
                        </a:lnSpc>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22</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schemeClr val="tx1"/>
                          </a:solidFill>
                          <a:effectLst/>
                          <a:uLnTx/>
                          <a:uFillTx/>
                          <a:latin typeface="Meiryo UI" panose="020B0604030504040204" pitchFamily="50" charset="-128"/>
                          <a:ea typeface="Meiryo UI" panose="020B0604030504040204" pitchFamily="50" charset="-128"/>
                          <a:sym typeface="+mn-ea"/>
                        </a:rPr>
                        <a:t>SMN_00108-820</a:t>
                      </a:r>
                      <a:endParaRPr kumimoji="1" lang="en-US" altLang="zh-CN" sz="900" b="0"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dirty="0">
                          <a:solidFill>
                            <a:schemeClr val="tx1"/>
                          </a:solidFill>
                          <a:latin typeface="Meiryo UI" panose="020B0604030504040204" pitchFamily="50" charset="-128"/>
                          <a:ea typeface="Meiryo UI" panose="020B0604030504040204" pitchFamily="50" charset="-128"/>
                        </a:rPr>
                        <a:t>SC</a:t>
                      </a:r>
                      <a:r>
                        <a:rPr lang="ja-JP" altLang="en-US" sz="900" dirty="0">
                          <a:solidFill>
                            <a:schemeClr val="tx1"/>
                          </a:solidFill>
                          <a:latin typeface="Meiryo UI" panose="020B0604030504040204" pitchFamily="50" charset="-128"/>
                          <a:ea typeface="Meiryo UI" panose="020B0604030504040204" pitchFamily="50" charset="-128"/>
                        </a:rPr>
                        <a:t>のカスタマイズに</a:t>
                      </a:r>
                      <a:r>
                        <a:rPr lang="zh-CN" altLang="en-US" sz="900" dirty="0">
                          <a:solidFill>
                            <a:schemeClr val="tx1"/>
                          </a:solidFill>
                          <a:latin typeface="Meiryo UI" panose="020B0604030504040204" pitchFamily="50" charset="-128"/>
                          <a:ea typeface="Meiryo UI" panose="020B0604030504040204" pitchFamily="50" charset="-128"/>
                        </a:rPr>
                        <a:t>傾斜角度</a:t>
                      </a:r>
                      <a:r>
                        <a:rPr lang="ja-JP" altLang="en-US" sz="900" dirty="0">
                          <a:solidFill>
                            <a:schemeClr val="tx1"/>
                          </a:solidFill>
                          <a:latin typeface="Meiryo UI" panose="020B0604030504040204" pitchFamily="50" charset="-128"/>
                          <a:ea typeface="Meiryo UI" panose="020B0604030504040204" pitchFamily="50" charset="-128"/>
                        </a:rPr>
                        <a:t>の</a:t>
                      </a:r>
                      <a:r>
                        <a:rPr lang="zh-CN" altLang="en-US" sz="900" dirty="0">
                          <a:solidFill>
                            <a:schemeClr val="tx1"/>
                          </a:solidFill>
                          <a:latin typeface="Meiryo UI" panose="020B0604030504040204" pitchFamily="50" charset="-128"/>
                          <a:ea typeface="Meiryo UI" panose="020B0604030504040204" pitchFamily="50" charset="-128"/>
                        </a:rPr>
                        <a:t>追加</a:t>
                      </a:r>
                      <a:endParaRPr lang="zh-CN"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3/26</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4/1</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検討の結果、</a:t>
                      </a:r>
                      <a:r>
                        <a:rPr lang="en-US" altLang="ja-JP" sz="900" b="1" kern="1200" dirty="0">
                          <a:solidFill>
                            <a:schemeClr val="tx1"/>
                          </a:solidFill>
                          <a:latin typeface="Meiryo UI" panose="020B0604030504040204" pitchFamily="50" charset="-128"/>
                          <a:ea typeface="Meiryo UI" panose="020B0604030504040204" pitchFamily="50" charset="-128"/>
                          <a:cs typeface="+mn-cs"/>
                        </a:rPr>
                        <a:t>API</a:t>
                      </a:r>
                      <a:r>
                        <a:rPr lang="ja-JP" altLang="en-US" sz="900" b="1" kern="1200" dirty="0">
                          <a:solidFill>
                            <a:schemeClr val="tx1"/>
                          </a:solidFill>
                          <a:latin typeface="Meiryo UI" panose="020B0604030504040204" pitchFamily="50" charset="-128"/>
                          <a:ea typeface="Meiryo UI" panose="020B0604030504040204" pitchFamily="50" charset="-128"/>
                          <a:cs typeface="+mn-cs"/>
                        </a:rPr>
                        <a:t>詳細設計は修正不要</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38875">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algn="ctr" defTabSz="914400" rtl="0" eaLnBrk="1" latinLnBrk="0" hangingPunct="1">
                        <a:lnSpc>
                          <a:spcPct val="100000"/>
                        </a:lnSpc>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23</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schemeClr val="tx1"/>
                          </a:solidFill>
                          <a:effectLst/>
                          <a:uLnTx/>
                          <a:uFillTx/>
                          <a:latin typeface="Meiryo UI" panose="020B0604030504040204" pitchFamily="50" charset="-128"/>
                          <a:ea typeface="Meiryo UI" panose="020B0604030504040204" pitchFamily="50" charset="-128"/>
                          <a:sym typeface="+mn-ea"/>
                        </a:rPr>
                        <a:t>SMN_00108-867</a:t>
                      </a:r>
                      <a:endParaRPr kumimoji="1" lang="en-US" altLang="zh-CN" sz="900" b="0"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dirty="0">
                          <a:solidFill>
                            <a:schemeClr val="tx1"/>
                          </a:solidFill>
                          <a:latin typeface="Meiryo UI" panose="020B0604030504040204" pitchFamily="50" charset="-128"/>
                          <a:ea typeface="Meiryo UI" panose="020B0604030504040204" pitchFamily="50" charset="-128"/>
                        </a:rPr>
                        <a:t>ウォークアシストの</a:t>
                      </a:r>
                      <a:r>
                        <a:rPr lang="zh-CN" altLang="en-US" sz="900" dirty="0">
                          <a:solidFill>
                            <a:schemeClr val="tx1"/>
                          </a:solidFill>
                          <a:latin typeface="Meiryo UI" panose="020B0604030504040204" pitchFamily="50" charset="-128"/>
                          <a:ea typeface="Meiryo UI" panose="020B0604030504040204" pitchFamily="50" charset="-128"/>
                        </a:rPr>
                        <a:t>設定項目対応</a:t>
                      </a:r>
                      <a:endParaRPr lang="zh-CN"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3/26</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4/1</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hlinkClick r:id="rId8"/>
                        </a:rPr>
                        <a:t>#238</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338875">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24</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schemeClr val="tx1"/>
                          </a:solidFill>
                          <a:effectLst/>
                          <a:uLnTx/>
                          <a:uFillTx/>
                          <a:latin typeface="Meiryo UI" panose="020B0604030504040204" pitchFamily="50" charset="-128"/>
                          <a:ea typeface="Meiryo UI" panose="020B0604030504040204" pitchFamily="50" charset="-128"/>
                          <a:sym typeface="+mn-ea"/>
                        </a:rPr>
                        <a:t>SMN_00108-859</a:t>
                      </a:r>
                      <a:endParaRPr kumimoji="1" lang="en-US" altLang="zh-CN" sz="900" b="0"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dirty="0">
                          <a:solidFill>
                            <a:schemeClr val="tx1"/>
                          </a:solidFill>
                          <a:latin typeface="Meiryo UI" panose="020B0604030504040204" pitchFamily="50" charset="-128"/>
                          <a:ea typeface="Meiryo UI" panose="020B0604030504040204" pitchFamily="50" charset="-128"/>
                        </a:rPr>
                        <a:t>ライド</a:t>
                      </a:r>
                      <a:r>
                        <a:rPr lang="zh-CN" altLang="en-US" sz="900" dirty="0">
                          <a:solidFill>
                            <a:schemeClr val="tx1"/>
                          </a:solidFill>
                          <a:latin typeface="Meiryo UI" panose="020B0604030504040204" pitchFamily="50" charset="-128"/>
                          <a:ea typeface="Meiryo UI" panose="020B0604030504040204" pitchFamily="50" charset="-128"/>
                        </a:rPr>
                        <a:t>画面</a:t>
                      </a:r>
                      <a:r>
                        <a:rPr lang="ja-JP" altLang="en-US" sz="900" dirty="0">
                          <a:solidFill>
                            <a:schemeClr val="tx1"/>
                          </a:solidFill>
                          <a:latin typeface="Meiryo UI" panose="020B0604030504040204" pitchFamily="50" charset="-128"/>
                          <a:ea typeface="Meiryo UI" panose="020B0604030504040204" pitchFamily="50" charset="-128"/>
                        </a:rPr>
                        <a:t>の</a:t>
                      </a:r>
                      <a:r>
                        <a:rPr lang="zh-CN" altLang="en-US" sz="900" dirty="0">
                          <a:solidFill>
                            <a:schemeClr val="tx1"/>
                          </a:solidFill>
                          <a:latin typeface="Meiryo UI" panose="020B0604030504040204" pitchFamily="50" charset="-128"/>
                          <a:ea typeface="Meiryo UI" panose="020B0604030504040204" pitchFamily="50" charset="-128"/>
                        </a:rPr>
                        <a:t>表示</a:t>
                      </a:r>
                      <a:r>
                        <a:rPr lang="ja-JP" altLang="en-US" sz="900" dirty="0">
                          <a:solidFill>
                            <a:schemeClr val="tx1"/>
                          </a:solidFill>
                          <a:latin typeface="Meiryo UI" panose="020B0604030504040204" pitchFamily="50" charset="-128"/>
                          <a:ea typeface="Meiryo UI" panose="020B0604030504040204" pitchFamily="50" charset="-128"/>
                        </a:rPr>
                        <a:t>に</a:t>
                      </a:r>
                      <a:r>
                        <a:rPr lang="zh-CN" altLang="en-US" sz="900" dirty="0">
                          <a:solidFill>
                            <a:schemeClr val="tx1"/>
                          </a:solidFill>
                          <a:latin typeface="Meiryo UI" panose="020B0604030504040204" pitchFamily="50" charset="-128"/>
                          <a:ea typeface="Meiryo UI" panose="020B0604030504040204" pitchFamily="50" charset="-128"/>
                        </a:rPr>
                        <a:t>傾斜角度</a:t>
                      </a:r>
                      <a:r>
                        <a:rPr lang="ja-JP" altLang="en-US" sz="900" dirty="0">
                          <a:solidFill>
                            <a:schemeClr val="tx1"/>
                          </a:solidFill>
                          <a:latin typeface="Meiryo UI" panose="020B0604030504040204" pitchFamily="50" charset="-128"/>
                          <a:ea typeface="Meiryo UI" panose="020B0604030504040204" pitchFamily="50" charset="-128"/>
                        </a:rPr>
                        <a:t>を</a:t>
                      </a:r>
                      <a:r>
                        <a:rPr lang="zh-CN" altLang="en-US" sz="900" dirty="0">
                          <a:solidFill>
                            <a:schemeClr val="tx1"/>
                          </a:solidFill>
                          <a:latin typeface="Meiryo UI" panose="020B0604030504040204" pitchFamily="50" charset="-128"/>
                          <a:ea typeface="Meiryo UI" panose="020B0604030504040204" pitchFamily="50" charset="-128"/>
                        </a:rPr>
                        <a:t>追加</a:t>
                      </a:r>
                      <a:endParaRPr lang="zh-CN"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zh-CN"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4/14</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4/17</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algn="l" fontAlgn="ctr" latinLnBrk="0"/>
                      <a:r>
                        <a:rPr lang="en-US" altLang="ja-JP" sz="900" b="1" i="0" dirty="0">
                          <a:solidFill>
                            <a:srgbClr val="C00000"/>
                          </a:solidFill>
                          <a:effectLst/>
                          <a:latin typeface="Meiryo UI" panose="020B0604030504040204" pitchFamily="50" charset="-128"/>
                          <a:ea typeface="Meiryo UI" panose="020B0604030504040204" pitchFamily="50" charset="-128"/>
                          <a:hlinkClick r:id="rId9"/>
                        </a:rPr>
                        <a:t>#258</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指摘対応済み、レビュー待ち</a:t>
                      </a:r>
                      <a:endParaRPr lang="ja-JP" altLang="en-US" sz="900" b="1" i="0" dirty="0">
                        <a:solidFill>
                          <a:schemeClr val="tx1"/>
                        </a:solidFill>
                        <a:effectLst/>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23836">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25</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SMN_00108-840</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新製品対応</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(FD</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3/27</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4/1</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検討の結果、</a:t>
                      </a:r>
                      <a:r>
                        <a:rPr lang="en-US" altLang="ja-JP" sz="900" b="1" kern="1200" dirty="0">
                          <a:solidFill>
                            <a:schemeClr val="tx1"/>
                          </a:solidFill>
                          <a:latin typeface="Meiryo UI" panose="020B0604030504040204" pitchFamily="50" charset="-128"/>
                          <a:ea typeface="Meiryo UI" panose="020B0604030504040204" pitchFamily="50" charset="-128"/>
                          <a:cs typeface="+mn-cs"/>
                        </a:rPr>
                        <a:t>API</a:t>
                      </a:r>
                      <a:r>
                        <a:rPr lang="ja-JP" altLang="en-US" sz="900" b="1" kern="1200" dirty="0">
                          <a:solidFill>
                            <a:schemeClr val="tx1"/>
                          </a:solidFill>
                          <a:latin typeface="Meiryo UI" panose="020B0604030504040204" pitchFamily="50" charset="-128"/>
                          <a:ea typeface="Meiryo UI" panose="020B0604030504040204" pitchFamily="50" charset="-128"/>
                          <a:cs typeface="+mn-cs"/>
                        </a:rPr>
                        <a:t>詳細設計は修正不要</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38875">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26</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SMN_00108-973</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オートゼロオフセット</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設定</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rgbClr val="C00000"/>
                          </a:solidFill>
                          <a:latin typeface="Meiryo UI" panose="020B0604030504040204" pitchFamily="50" charset="-128"/>
                          <a:ea typeface="Meiryo UI" panose="020B0604030504040204" pitchFamily="50" charset="-128"/>
                          <a:cs typeface="+mn-cs"/>
                        </a:rPr>
                        <a:t>対応済み</a:t>
                      </a:r>
                      <a:endParaRPr lang="zh-CN"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4/14</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4/17</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fontAlgn="ctr" latinLnBrk="0"/>
                      <a:r>
                        <a:rPr lang="en-US" altLang="ja-JP" sz="900" b="1" i="0" dirty="0">
                          <a:solidFill>
                            <a:schemeClr val="tx1"/>
                          </a:solidFill>
                          <a:effectLst/>
                          <a:latin typeface="Meiryo UI" panose="020B0604030504040204" pitchFamily="50" charset="-128"/>
                          <a:ea typeface="Meiryo UI" panose="020B0604030504040204" pitchFamily="50" charset="-128"/>
                          <a:hlinkClick r:id="rId10"/>
                        </a:rPr>
                        <a:t>#256</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ja-JP" altLang="en-US" sz="900" b="1" i="0" dirty="0">
                        <a:solidFill>
                          <a:srgbClr val="C00000"/>
                        </a:solidFill>
                        <a:effectLst/>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338875">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27</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SMN_00108-972</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対応</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する</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3rdParty</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センサーの</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追加</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rgbClr val="C00000"/>
                          </a:solidFill>
                          <a:latin typeface="Meiryo UI" panose="020B0604030504040204" pitchFamily="50" charset="-128"/>
                          <a:ea typeface="Meiryo UI" panose="020B0604030504040204" pitchFamily="50" charset="-128"/>
                          <a:cs typeface="+mn-cs"/>
                        </a:rPr>
                        <a:t>対応済み</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3/26</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4/1</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hlinkClick r:id="rId11"/>
                        </a:rPr>
                        <a:t>#241</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338875">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28</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SMN_00108-857</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シンクロシフト</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設定</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rgbClr val="C00000"/>
                          </a:solidFill>
                          <a:latin typeface="Meiryo UI" panose="020B0604030504040204" pitchFamily="50" charset="-128"/>
                          <a:ea typeface="Meiryo UI" panose="020B0604030504040204" pitchFamily="50" charset="-128"/>
                          <a:cs typeface="+mn-cs"/>
                        </a:rPr>
                        <a:t>対応済み</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3/26</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4/1</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hlinkClick r:id="rId12"/>
                        </a:rPr>
                        <a:t>#242</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23836">
                <a:tc>
                  <a:txBody>
                    <a:bodyPr/>
                    <a:lstStyle/>
                    <a:p>
                      <a:pPr marL="0" algn="ctr" defTabSz="914400" rtl="0" eaLnBrk="1" latinLnBrk="0" hangingPunct="1">
                        <a:lnSpc>
                          <a:spcPct val="100000"/>
                        </a:lnSpc>
                        <a:buClrTx/>
                        <a:buSzTx/>
                        <a:buFontTx/>
                        <a:buNone/>
                      </a:pPr>
                      <a:r>
                        <a:rPr lang="en-US" altLang="zh-CN" sz="900" strike="sngStrike" kern="1200" dirty="0">
                          <a:solidFill>
                            <a:schemeClr val="tx1"/>
                          </a:solidFill>
                          <a:latin typeface="Meiryo UI" panose="020B0604030504040204" pitchFamily="50" charset="-128"/>
                          <a:ea typeface="Meiryo UI" panose="020B0604030504040204" pitchFamily="50" charset="-128"/>
                          <a:cs typeface="+mn-cs"/>
                        </a:rPr>
                        <a:t>29</a:t>
                      </a:r>
                      <a:endParaRPr lang="en-US" altLang="zh-CN" sz="900" strike="sngStrike"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strike="sngStrike"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SMN_00108-1062</a:t>
                      </a:r>
                      <a:endPar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SW-UT600</a:t>
                      </a:r>
                      <a:r>
                        <a:rPr kumimoji="1" lang="ja-JP"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製品画像</a:t>
                      </a:r>
                      <a:r>
                        <a:rPr kumimoji="1" lang="ja-JP"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切</a:t>
                      </a:r>
                      <a:r>
                        <a:rPr kumimoji="1" lang="ja-JP"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り</a:t>
                      </a:r>
                      <a:r>
                        <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替</a:t>
                      </a:r>
                      <a:r>
                        <a:rPr kumimoji="1" lang="ja-JP"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え</a:t>
                      </a:r>
                      <a:r>
                        <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対応</a:t>
                      </a:r>
                      <a:endParaRPr kumimoji="1" lang="zh-CN" altLang="en-US" sz="900" b="0" i="0" u="none" strike="sng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sym typeface="+mn-ea"/>
                        </a:rPr>
                        <a:t>未着手</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strike="sngStrike" baseline="0" dirty="0">
                          <a:solidFill>
                            <a:schemeClr val="tx1"/>
                          </a:solidFill>
                          <a:latin typeface="Meiryo UI" panose="020B0604030504040204" pitchFamily="50" charset="-128"/>
                          <a:ea typeface="Meiryo UI" panose="020B0604030504040204" pitchFamily="50" charset="-128"/>
                          <a:sym typeface="+mn-ea"/>
                        </a:rPr>
                        <a:t>-</a:t>
                      </a:r>
                      <a:endParaRPr lang="en-US" altLang="ja-JP" sz="900" b="1" strike="sngStrike" kern="1200" baseline="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strike="sngStrike" kern="1200" baseline="0" dirty="0">
                          <a:solidFill>
                            <a:schemeClr val="tx1"/>
                          </a:solidFill>
                          <a:latin typeface="Meiryo UI" panose="020B0604030504040204" pitchFamily="50" charset="-128"/>
                          <a:ea typeface="Meiryo UI" panose="020B0604030504040204" pitchFamily="50" charset="-128"/>
                          <a:cs typeface="+mn-cs"/>
                        </a:rPr>
                        <a:t>-</a:t>
                      </a:r>
                      <a:endParaRPr lang="ja-JP" altLang="en-US" sz="900" b="1" strike="sngStrike" kern="1200" baseline="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キャンセルした</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34528">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30</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SMN_00108-1285</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CRA</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対応製品</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ETP Cyclist</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へのアップデートの</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誘導</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ja-JP" sz="900" b="1" dirty="0">
                          <a:solidFill>
                            <a:schemeClr val="tx1"/>
                          </a:solidFill>
                          <a:latin typeface="Meiryo UI" panose="020B0604030504040204" pitchFamily="50" charset="-128"/>
                          <a:ea typeface="Meiryo UI" panose="020B0604030504040204" pitchFamily="50" charset="-128"/>
                          <a:sym typeface="+mn-ea"/>
                        </a:rPr>
                        <a:t>詳細は、他のチケットで対応する</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38875">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31</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SMN_00108-1048</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パワー</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関連表示</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の</a:t>
                      </a:r>
                      <a:r>
                        <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対応</a:t>
                      </a:r>
                      <a:endParaRPr kumimoji="1" lang="zh-CN"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rgbClr val="C00000"/>
                          </a:solidFill>
                          <a:latin typeface="Meiryo UI" panose="020B0604030504040204" pitchFamily="50" charset="-128"/>
                          <a:ea typeface="Meiryo UI" panose="020B0604030504040204" pitchFamily="50" charset="-128"/>
                          <a:cs typeface="+mn-cs"/>
                        </a:rPr>
                        <a:t>対応済み</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4/14</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4/17</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r>
                        <a:rPr lang="en-US" altLang="ja-JP" sz="900" b="1" kern="1200" dirty="0">
                          <a:solidFill>
                            <a:srgbClr val="C00000"/>
                          </a:solidFill>
                          <a:latin typeface="Meiryo UI" panose="020B0604030504040204" pitchFamily="50" charset="-128"/>
                          <a:ea typeface="Meiryo UI" panose="020B0604030504040204" pitchFamily="50" charset="-128"/>
                          <a:cs typeface="+mn-cs"/>
                          <a:sym typeface="+mn-ea"/>
                          <a:hlinkClick r:id="rId13"/>
                        </a:rPr>
                        <a:t>#257</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6319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32</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SMN_00108-819</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900" dirty="0">
                          <a:solidFill>
                            <a:schemeClr val="tx1"/>
                          </a:solidFill>
                          <a:latin typeface="Meiryo UI" panose="020B0604030504040204" pitchFamily="50" charset="-128"/>
                          <a:ea typeface="Meiryo UI" panose="020B0604030504040204" pitchFamily="50" charset="-128"/>
                        </a:rPr>
                        <a:t>新製品対応</a:t>
                      </a:r>
                      <a:r>
                        <a:rPr lang="en-US" altLang="zh-CN" sz="900" dirty="0">
                          <a:solidFill>
                            <a:schemeClr val="tx1"/>
                          </a:solidFill>
                          <a:latin typeface="Meiryo UI" panose="020B0604030504040204" pitchFamily="50" charset="-128"/>
                          <a:ea typeface="Meiryo UI" panose="020B0604030504040204" pitchFamily="50" charset="-128"/>
                        </a:rPr>
                        <a:t>(EW-SS305)</a:t>
                      </a:r>
                      <a:r>
                        <a:rPr lang="zh-CN" altLang="en-US" sz="900" dirty="0">
                          <a:solidFill>
                            <a:schemeClr val="tx1"/>
                          </a:solidFill>
                          <a:latin typeface="Meiryo UI" panose="020B0604030504040204" pitchFamily="50" charset="-128"/>
                          <a:ea typeface="Meiryo UI" panose="020B0604030504040204" pitchFamily="50" charset="-128"/>
                        </a:rPr>
                        <a:t>多極</a:t>
                      </a:r>
                      <a:r>
                        <a:rPr lang="ja-JP" altLang="en-US" sz="900" dirty="0">
                          <a:solidFill>
                            <a:schemeClr val="tx1"/>
                          </a:solidFill>
                          <a:latin typeface="Meiryo UI" panose="020B0604030504040204" pitchFamily="50" charset="-128"/>
                          <a:ea typeface="Meiryo UI" panose="020B0604030504040204" pitchFamily="50" charset="-128"/>
                        </a:rPr>
                        <a:t>スピードセンサー</a:t>
                      </a:r>
                      <a:endParaRPr lang="ja-JP"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rgbClr val="C00000"/>
                          </a:solidFill>
                          <a:latin typeface="Meiryo UI" panose="020B0604030504040204" pitchFamily="50" charset="-128"/>
                          <a:ea typeface="Meiryo UI" panose="020B0604030504040204" pitchFamily="50" charset="-128"/>
                          <a:cs typeface="+mn-cs"/>
                        </a:rPr>
                        <a:t>対応済み</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4/21</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4/23</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r>
                        <a:rPr lang="en-US" altLang="ja-JP" sz="900" b="1" i="0" dirty="0">
                          <a:solidFill>
                            <a:srgbClr val="C00000"/>
                          </a:solidFill>
                          <a:effectLst/>
                          <a:latin typeface="Meiryo UI" panose="020B0604030504040204" pitchFamily="50" charset="-128"/>
                          <a:ea typeface="Meiryo UI" panose="020B0604030504040204" pitchFamily="50" charset="-128"/>
                          <a:hlinkClick r:id="rId14"/>
                        </a:rPr>
                        <a:t>#259</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ja-JP" altLang="en-US" sz="900" b="1" i="0" dirty="0">
                        <a:solidFill>
                          <a:schemeClr val="tx1"/>
                        </a:solidFill>
                        <a:effectLst/>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23836">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33</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kern="0" noProof="0" dirty="0">
                          <a:ln>
                            <a:noFill/>
                          </a:ln>
                          <a:solidFill>
                            <a:prstClr val="black"/>
                          </a:solidFill>
                          <a:effectLst/>
                          <a:uLnTx/>
                          <a:uFillTx/>
                          <a:latin typeface="Meiryo UI" panose="020B0604030504040204" pitchFamily="50" charset="-128"/>
                          <a:ea typeface="Meiryo UI" panose="020B0604030504040204" pitchFamily="50" charset="-128"/>
                          <a:sym typeface="+mn-ea"/>
                        </a:rPr>
                        <a:t>SMN_00108-835</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FW</a:t>
                      </a:r>
                      <a:r>
                        <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アップデート</a:t>
                      </a:r>
                      <a:endParaRPr kumimoji="1"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sym typeface="+mn-ea"/>
                        </a:rPr>
                        <a:t>未着手</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3"/>
          </p:nvPr>
        </p:nvSpPr>
        <p:spPr>
          <a:xfrm>
            <a:off x="451150" y="178635"/>
            <a:ext cx="10210270" cy="572828"/>
          </a:xfrm>
        </p:spPr>
        <p:txBody>
          <a:bodyPr>
            <a:normAutofit fontScale="97500"/>
          </a:bodyPr>
          <a:lstStyle/>
          <a:p>
            <a:pPr lvl="0"/>
            <a:r>
              <a:rPr lang="ja-JP" altLang="en-US" dirty="0">
                <a:solidFill>
                  <a:schemeClr val="tx1">
                    <a:lumMod val="85000"/>
                    <a:lumOff val="15000"/>
                  </a:schemeClr>
                </a:solidFill>
                <a:latin typeface="Meiryo UI" panose="020B0604030504040204" pitchFamily="50" charset="-128"/>
                <a:ea typeface="Meiryo UI" panose="020B0604030504040204" pitchFamily="50" charset="-128"/>
              </a:rPr>
              <a:t>全体</a:t>
            </a:r>
            <a:r>
              <a:rPr lang="en-US" altLang="ja-JP" dirty="0" err="1">
                <a:latin typeface="Meiryo UI" panose="020B0604030504040204" pitchFamily="50" charset="-128"/>
                <a:ea typeface="Meiryo UI" panose="020B0604030504040204" pitchFamily="50" charset="-128"/>
                <a:sym typeface="+mn-ea"/>
              </a:rPr>
              <a:t>対応スケジュール</a:t>
            </a:r>
            <a:r>
              <a:rPr lang="ja-JP" altLang="en-US" dirty="0" err="1">
                <a:latin typeface="Meiryo UI" panose="020B0604030504040204" pitchFamily="50" charset="-128"/>
                <a:ea typeface="Meiryo UI" panose="020B0604030504040204" pitchFamily="50" charset="-128"/>
                <a:sym typeface="+mn-ea"/>
              </a:rPr>
              <a:t>（</a:t>
            </a:r>
            <a:r>
              <a:rPr lang="en-US" altLang="ja-JP" dirty="0">
                <a:latin typeface="Meiryo UI" panose="020B0604030504040204" pitchFamily="50" charset="-128"/>
                <a:ea typeface="Meiryo UI" panose="020B0604030504040204" pitchFamily="50" charset="-128"/>
                <a:sym typeface="+mn-ea"/>
              </a:rPr>
              <a:t>SDK</a:t>
            </a:r>
            <a:r>
              <a:rPr lang="ja-JP" altLang="en-US" dirty="0">
                <a:latin typeface="Meiryo UI" panose="020B0604030504040204" pitchFamily="50" charset="-128"/>
                <a:ea typeface="Meiryo UI" panose="020B0604030504040204" pitchFamily="50" charset="-128"/>
                <a:sym typeface="+mn-ea"/>
              </a:rPr>
              <a:t>設計分</a:t>
            </a:r>
            <a:r>
              <a:rPr lang="en-US" altLang="ja-JP" dirty="0">
                <a:latin typeface="Meiryo UI" panose="020B0604030504040204" pitchFamily="50" charset="-128"/>
                <a:ea typeface="Meiryo UI" panose="020B0604030504040204" pitchFamily="50" charset="-128"/>
                <a:sym typeface="+mn-ea"/>
              </a:rPr>
              <a:t>- API</a:t>
            </a:r>
            <a:r>
              <a:rPr lang="ja-JP" altLang="en-US" dirty="0">
                <a:latin typeface="Meiryo UI" panose="020B0604030504040204" pitchFamily="50" charset="-128"/>
                <a:ea typeface="Meiryo UI" panose="020B0604030504040204" pitchFamily="50" charset="-128"/>
                <a:sym typeface="+mn-ea"/>
              </a:rPr>
              <a:t>詳細設計）</a:t>
            </a:r>
            <a:endParaRPr lang="ja-JP" altLang="en-US" dirty="0">
              <a:latin typeface="Meiryo UI" panose="020B0604030504040204" pitchFamily="50" charset="-128"/>
              <a:ea typeface="Meiryo UI" panose="020B0604030504040204" pitchFamily="50" charset="-128"/>
              <a:sym typeface="+mn-ea"/>
            </a:endParaRPr>
          </a:p>
        </p:txBody>
      </p:sp>
      <p:graphicFrame>
        <p:nvGraphicFramePr>
          <p:cNvPr id="5" name="表 4"/>
          <p:cNvGraphicFramePr>
            <a:graphicFrameLocks noGrp="1"/>
          </p:cNvGraphicFramePr>
          <p:nvPr>
            <p:custDataLst>
              <p:tags r:id="rId1"/>
            </p:custDataLst>
          </p:nvPr>
        </p:nvGraphicFramePr>
        <p:xfrm>
          <a:off x="279599" y="731521"/>
          <a:ext cx="11422545" cy="5918388"/>
        </p:xfrm>
        <a:graphic>
          <a:graphicData uri="http://schemas.openxmlformats.org/drawingml/2006/table">
            <a:tbl>
              <a:tblPr firstRow="1" bandRow="1"/>
              <a:tblGrid>
                <a:gridCol w="542919"/>
                <a:gridCol w="1558271"/>
                <a:gridCol w="3741583"/>
                <a:gridCol w="828454"/>
                <a:gridCol w="959955"/>
                <a:gridCol w="1233219"/>
                <a:gridCol w="2558144"/>
              </a:tblGrid>
              <a:tr h="292694">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lnSpc>
                          <a:spcPct val="100000"/>
                        </a:lnSpc>
                      </a:pPr>
                      <a:r>
                        <a:rPr lang="en-US" altLang="zh-CN" sz="900" dirty="0">
                          <a:latin typeface="Meiryo UI" panose="020B0604030504040204" pitchFamily="50" charset="-128"/>
                          <a:ea typeface="Meiryo UI" panose="020B0604030504040204" pitchFamily="50" charset="-128"/>
                        </a:rPr>
                        <a:t>No.</a:t>
                      </a:r>
                      <a:endParaRPr lang="zh-CN" altLang="en-US" sz="900" dirty="0">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900" dirty="0">
                          <a:solidFill>
                            <a:schemeClr val="bg1"/>
                          </a:solidFill>
                          <a:latin typeface="Meiryo UI" panose="020B0604030504040204" pitchFamily="50" charset="-128"/>
                          <a:ea typeface="SimSun" panose="02010600030101010101" pitchFamily="2" charset="-122"/>
                        </a:rPr>
                        <a:t>JIRA</a:t>
                      </a:r>
                      <a:endParaRPr kumimoji="1" lang="en-US" altLang="zh-CN" sz="900" dirty="0">
                        <a:solidFill>
                          <a:schemeClr val="bg1"/>
                        </a:solidFill>
                        <a:latin typeface="Meiryo UI" panose="020B0604030504040204" pitchFamily="50" charset="-128"/>
                        <a:ea typeface="SimSun" panose="02010600030101010101" pitchFamily="2"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dirty="0">
                          <a:solidFill>
                            <a:schemeClr val="bg1"/>
                          </a:solidFill>
                          <a:latin typeface="Meiryo UI" panose="020B0604030504040204" pitchFamily="50" charset="-128"/>
                          <a:ea typeface="Meiryo UI" panose="020B0604030504040204" pitchFamily="50" charset="-128"/>
                        </a:rPr>
                        <a:t>作業内容</a:t>
                      </a:r>
                      <a:endParaRPr kumimoji="1" lang="ja-JP" altLang="en-US" sz="900" dirty="0">
                        <a:solidFill>
                          <a:schemeClr val="bg1"/>
                        </a:solidFill>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状態</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詳細設計</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（提出時間）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詳細設計</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（レビュー完了時間）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r>
              <a:tr h="279390">
                <a:tc>
                  <a:txBody>
                    <a:bodyPr/>
                    <a:lstStyle/>
                    <a:p>
                      <a:pPr algn="ctr">
                        <a:lnSpc>
                          <a:spcPct val="100000"/>
                        </a:lnSpc>
                        <a:buClrTx/>
                        <a:buSzTx/>
                        <a:buFontTx/>
                        <a:buNone/>
                      </a:pPr>
                      <a:r>
                        <a:rPr lang="en-US" altLang="ja-JP" sz="900" dirty="0">
                          <a:latin typeface="Meiryo UI" panose="020B0604030504040204" pitchFamily="50" charset="-128"/>
                          <a:ea typeface="Meiryo UI" panose="020B0604030504040204" pitchFamily="50" charset="-128"/>
                        </a:rPr>
                        <a:t>34</a:t>
                      </a:r>
                      <a:endParaRPr lang="en-US" altLang="ja-JP" sz="900" dirty="0">
                        <a:latin typeface="Meiryo UI" panose="020B0604030504040204" pitchFamily="50" charset="-128"/>
                        <a:ea typeface="Meiryo UI" panose="020B0604030504040204" pitchFamily="50" charset="-128"/>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SMN_00108-1021</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オートロギング </a:t>
                      </a:r>
                      <a:r>
                        <a:rPr 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Non E-BIKE</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対応</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4/24</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ctr" latinLnBrk="0" hangingPunct="1">
                        <a:lnSpc>
                          <a:spcPct val="100000"/>
                        </a:lnSpc>
                        <a:spcBef>
                          <a:spcPts val="0"/>
                        </a:spcBef>
                        <a:spcAft>
                          <a:spcPts val="0"/>
                        </a:spcAft>
                        <a:buClrTx/>
                        <a:buSzTx/>
                        <a:buFontTx/>
                        <a:buNone/>
                        <a:defRPr/>
                      </a:pPr>
                      <a:r>
                        <a:rPr lang="ja-JP" altLang="en-US" sz="900" b="1" kern="1200" dirty="0">
                          <a:solidFill>
                            <a:srgbClr val="C00000"/>
                          </a:solidFill>
                          <a:latin typeface="Meiryo UI" panose="020B0604030504040204" pitchFamily="50" charset="-128"/>
                          <a:ea typeface="Meiryo UI" panose="020B0604030504040204" pitchFamily="50" charset="-128"/>
                          <a:cs typeface="+mn-cs"/>
                          <a:hlinkClick r:id="rId3"/>
                        </a:rPr>
                        <a:t>＃</a:t>
                      </a:r>
                      <a:r>
                        <a:rPr lang="en-US" altLang="ja-JP" sz="900" b="1" kern="1200" dirty="0">
                          <a:solidFill>
                            <a:srgbClr val="C00000"/>
                          </a:solidFill>
                          <a:latin typeface="Meiryo UI" panose="020B0604030504040204" pitchFamily="50" charset="-128"/>
                          <a:ea typeface="Meiryo UI" panose="020B0604030504040204" pitchFamily="50" charset="-128"/>
                          <a:cs typeface="+mn-cs"/>
                          <a:hlinkClick r:id="rId3"/>
                        </a:rPr>
                        <a:t>266</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レビュー待ち</a:t>
                      </a:r>
                      <a:endParaRPr lang="ja-JP" altLang="en-US" sz="900" b="1" kern="1200" dirty="0">
                        <a:solidFill>
                          <a:srgbClr val="C00000"/>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59651">
                <a:tc>
                  <a:txBody>
                    <a:bodyPr/>
                    <a:lstStyle/>
                    <a:p>
                      <a:pPr marL="0" algn="ctr" defTabSz="914400" rtl="0" eaLnBrk="1" latinLnBrk="0" hangingPunct="1">
                        <a:lnSpc>
                          <a:spcPct val="100000"/>
                        </a:lnSpc>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35</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SMN_00108-1028</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フロントダブルの表示対応</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ja-JP" sz="900" b="1" dirty="0">
                          <a:solidFill>
                            <a:schemeClr val="tx1"/>
                          </a:solidFill>
                          <a:latin typeface="Meiryo UI" panose="020B0604030504040204" pitchFamily="50" charset="-128"/>
                          <a:ea typeface="Meiryo UI" panose="020B0604030504040204" pitchFamily="50" charset="-128"/>
                          <a:sym typeface="+mn-ea"/>
                        </a:rPr>
                        <a:t>詳細は、他のチケットで対応する</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59651">
                <a:tc>
                  <a:txBody>
                    <a:bodyPr/>
                    <a:lstStyle/>
                    <a:p>
                      <a:pPr marL="0" algn="ctr" defTabSz="914400" rtl="0" eaLnBrk="1" latinLnBrk="0" hangingPunct="1">
                        <a:lnSpc>
                          <a:spcPct val="100000"/>
                        </a:lnSpc>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36</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SMN_00108-1119</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未ログインユーザー向けの利用規約</a:t>
                      </a:r>
                      <a:r>
                        <a:rPr lang="en-US" altLang="ja-JP"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Ver</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の更新</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変更が不要</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endParaRPr lang="ja-JP" altLang="en-US" sz="900" b="1" kern="1200" dirty="0">
                        <a:solidFill>
                          <a:srgbClr val="C00000"/>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79390">
                <a:tc>
                  <a:txBody>
                    <a:bodyPr/>
                    <a:lstStyle/>
                    <a:p>
                      <a:pPr marL="0" algn="ctr" defTabSz="914400" rtl="0" eaLnBrk="1" latinLnBrk="0" hangingPunct="1">
                        <a:lnSpc>
                          <a:spcPct val="100000"/>
                        </a:lnSpc>
                        <a:spcBef>
                          <a:spcPts val="0"/>
                        </a:spcBef>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37</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SMN_00108-1215</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R93 DURA-ACE </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エンバルゴ前の対応</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rPr>
                        <a:t>未着手</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4/24</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4/28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ctr" latinLnBrk="0" hangingPunct="1">
                        <a:lnSpc>
                          <a:spcPct val="100000"/>
                        </a:lnSpc>
                        <a:spcBef>
                          <a:spcPts val="0"/>
                        </a:spcBef>
                        <a:spcAft>
                          <a:spcPts val="0"/>
                        </a:spcAft>
                        <a:buClrTx/>
                        <a:buSzTx/>
                        <a:buFontTx/>
                        <a:buNone/>
                        <a:defRPr/>
                      </a:pPr>
                      <a:r>
                        <a:rPr lang="ja-JP" altLang="en-US" sz="900" b="1" kern="1200" dirty="0">
                          <a:solidFill>
                            <a:srgbClr val="C00000"/>
                          </a:solidFill>
                          <a:latin typeface="Meiryo UI" panose="020B0604030504040204" pitchFamily="50" charset="-128"/>
                          <a:ea typeface="Meiryo UI" panose="020B0604030504040204" pitchFamily="50" charset="-128"/>
                          <a:cs typeface="+mn-cs"/>
                          <a:hlinkClick r:id="rId4"/>
                        </a:rPr>
                        <a:t>＃</a:t>
                      </a:r>
                      <a:r>
                        <a:rPr lang="en-US" altLang="ja-JP" sz="900" b="1" kern="1200" dirty="0">
                          <a:solidFill>
                            <a:srgbClr val="C00000"/>
                          </a:solidFill>
                          <a:latin typeface="Meiryo UI" panose="020B0604030504040204" pitchFamily="50" charset="-128"/>
                          <a:ea typeface="Meiryo UI" panose="020B0604030504040204" pitchFamily="50" charset="-128"/>
                          <a:cs typeface="+mn-cs"/>
                          <a:hlinkClick r:id="rId4"/>
                        </a:rPr>
                        <a:t>265</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rgbClr val="C00000"/>
                          </a:solidFill>
                          <a:latin typeface="Meiryo UI" panose="020B0604030504040204" pitchFamily="50" charset="-128"/>
                          <a:ea typeface="Meiryo UI" panose="020B0604030504040204" pitchFamily="50" charset="-128"/>
                          <a:cs typeface="+mn-cs"/>
                        </a:rPr>
                        <a:t>指摘対応中</a:t>
                      </a:r>
                      <a:endParaRPr lang="ja-JP" altLang="en-US" sz="900" b="1" kern="1200" dirty="0">
                        <a:solidFill>
                          <a:srgbClr val="C00000"/>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59651">
                <a:tc>
                  <a:txBody>
                    <a:bodyPr/>
                    <a:lstStyle/>
                    <a:p>
                      <a:pPr marL="0" algn="ctr" defTabSz="914400" rtl="0" eaLnBrk="1" latinLnBrk="0" hangingPunct="1">
                        <a:lnSpc>
                          <a:spcPct val="100000"/>
                        </a:lnSpc>
                        <a:spcBef>
                          <a:spcPts val="0"/>
                        </a:spcBef>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38</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SMN_00108-1250</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l" fontAlgn="ctr"/>
                      <a:r>
                        <a:rPr lang="zh-TW"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新製品対応（</a:t>
                      </a:r>
                      <a:r>
                        <a:rPr lang="en-US" altLang="zh-TW"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SW</a:t>
                      </a:r>
                      <a:r>
                        <a:rPr lang="zh-TW"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endParaRPr lang="zh-TW"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ja-JP" sz="900" b="1" dirty="0">
                          <a:solidFill>
                            <a:schemeClr val="tx1"/>
                          </a:solidFill>
                          <a:latin typeface="Meiryo UI" panose="020B0604030504040204" pitchFamily="50" charset="-128"/>
                          <a:ea typeface="Meiryo UI" panose="020B0604030504040204" pitchFamily="50" charset="-128"/>
                          <a:sym typeface="+mn-ea"/>
                        </a:rPr>
                        <a:t>詳細は、他のチケットで対応する</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159651">
                <a:tc>
                  <a:txBody>
                    <a:bodyPr/>
                    <a:lstStyle/>
                    <a:p>
                      <a:pPr marL="0" algn="ctr" defTabSz="914400" rtl="0" eaLnBrk="1" latinLnBrk="0" hangingPunct="1">
                        <a:lnSpc>
                          <a:spcPct val="100000"/>
                        </a:lnSpc>
                        <a:spcBef>
                          <a:spcPts val="0"/>
                        </a:spcBef>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39</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SMN_00108-858</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b">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ギアリミット</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変更が不要</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endParaRPr lang="ja-JP" altLang="en-US" sz="900" b="1" kern="1200" dirty="0">
                        <a:solidFill>
                          <a:srgbClr val="C00000"/>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79390">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algn="ctr" defTabSz="914400" rtl="0" eaLnBrk="1" latinLnBrk="0" hangingPunct="1">
                        <a:lnSpc>
                          <a:spcPct val="100000"/>
                        </a:lnSpc>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40</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SMN_00108-1471</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新製品対応に伴うパーツ一覧画面のコンポーネントブランド定義追加</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変更が不要</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3/3</a:t>
                      </a:r>
                      <a:r>
                        <a:rPr lang="ja-JP" altLang="en-US" sz="900" b="1" kern="1200" dirty="0">
                          <a:solidFill>
                            <a:schemeClr val="tx1"/>
                          </a:solidFill>
                          <a:latin typeface="Meiryo UI" panose="020B0604030504040204" pitchFamily="50" charset="-128"/>
                          <a:ea typeface="Meiryo UI" panose="020B0604030504040204" pitchFamily="50" charset="-128"/>
                          <a:cs typeface="+mn-cs"/>
                        </a:rPr>
                        <a:t>定例会で提出した内容では、</a:t>
                      </a:r>
                      <a:r>
                        <a:rPr lang="en-US" altLang="ja-JP" sz="900" b="1" kern="1200" dirty="0">
                          <a:solidFill>
                            <a:schemeClr val="tx1"/>
                          </a:solidFill>
                          <a:latin typeface="Meiryo UI" panose="020B0604030504040204" pitchFamily="50" charset="-128"/>
                          <a:ea typeface="Meiryo UI" panose="020B0604030504040204" pitchFamily="50" charset="-128"/>
                          <a:cs typeface="+mn-cs"/>
                        </a:rPr>
                        <a:t>I/F</a:t>
                      </a:r>
                      <a:r>
                        <a:rPr lang="ja-JP" altLang="en-US" sz="900" b="1" kern="1200" dirty="0">
                          <a:solidFill>
                            <a:schemeClr val="tx1"/>
                          </a:solidFill>
                          <a:latin typeface="Meiryo UI" panose="020B0604030504040204" pitchFamily="50" charset="-128"/>
                          <a:ea typeface="Meiryo UI" panose="020B0604030504040204" pitchFamily="50" charset="-128"/>
                          <a:cs typeface="+mn-cs"/>
                        </a:rPr>
                        <a:t>設計は実施不要。詳細設計とコードについては再確認が必要。</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39478">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algn="ctr" defTabSz="914400" rtl="0" eaLnBrk="1" latinLnBrk="0" hangingPunct="1">
                        <a:lnSpc>
                          <a:spcPct val="100000"/>
                        </a:lnSpc>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41</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SMN_00108-1469</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l"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開発起票</a:t>
                      </a:r>
                      <a:r>
                        <a:rPr lang="en-US" altLang="ja-JP"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パーツ一覧画面にて</a:t>
                      </a:r>
                      <a:r>
                        <a:rPr lang="en-US" altLang="ja-JP" sz="900" b="0" i="0" u="none" strike="noStrike" dirty="0" err="1">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DHub</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のセンサ画像を</a:t>
                      </a:r>
                      <a:r>
                        <a:rPr lang="en-US" altLang="ja-JP"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DU</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画像にオーバーレイさせる</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変更が不要</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ja-JP" altLang="en-US" sz="900" b="1" kern="1200" dirty="0">
                        <a:solidFill>
                          <a:srgbClr val="C00000"/>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79390">
                <a:tc>
                  <a:txBody>
                    <a:bodyPr/>
                    <a:lstStyle/>
                    <a:p>
                      <a:pPr marL="0" algn="ctr" defTabSz="914400" rtl="0" eaLnBrk="1" latinLnBrk="0" hangingPunct="1">
                        <a:lnSpc>
                          <a:spcPct val="100000"/>
                        </a:lnSpc>
                        <a:buClrTx/>
                        <a:buSzTx/>
                        <a:buFontTx/>
                        <a:buNone/>
                      </a:pPr>
                      <a:r>
                        <a:rPr lang="en-US" altLang="ja-JP" sz="900" kern="1200" dirty="0">
                          <a:solidFill>
                            <a:schemeClr val="tx1"/>
                          </a:solidFill>
                          <a:latin typeface="Meiryo UI" panose="020B0604030504040204" pitchFamily="50" charset="-128"/>
                          <a:ea typeface="Meiryo UI" panose="020B0604030504040204" pitchFamily="50" charset="-128"/>
                          <a:cs typeface="+mn-cs"/>
                        </a:rPr>
                        <a:t>42</a:t>
                      </a:r>
                      <a:endParaRPr lang="en-US" altLang="ja-JP"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SMN_00108-1761</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0" marR="0"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l" rtl="0"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Non-E</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PM </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の設定における機能有効判定関連</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0" marR="0"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対応済み</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4/27</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4/30</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ctr"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hlinkClick r:id="rId5"/>
                        </a:rPr>
                        <a:t>#271</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79390">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43</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SMN_00108-1792</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0" marR="0"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最新アプリバージョンのお知らせ</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_I/F</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設計</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0" marR="0"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対応中</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4/24</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4/30</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ctr"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hlinkClick r:id="rId6"/>
                        </a:rPr>
                        <a:t>#268</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レビュー待ち</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79390">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44</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SMN_00108-1800</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0" marR="0"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l" rtl="0"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対応する</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3rdParty</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センサーの追加</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_</a:t>
                      </a:r>
                      <a:r>
                        <a:rPr lang="en-US" altLang="ja-JP" sz="900" b="0" i="0" u="none" strike="noStrike" dirty="0" err="1">
                          <a:solidFill>
                            <a:schemeClr val="tx1"/>
                          </a:solidFill>
                          <a:effectLst/>
                          <a:latin typeface="Meiryo UI" panose="020B0604030504040204" pitchFamily="50" charset="-128"/>
                          <a:ea typeface="Meiryo UI" panose="020B0604030504040204" pitchFamily="50" charset="-128"/>
                        </a:rPr>
                        <a:t>MyBike</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へのタイヤ周長登録と取得の変更</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0" marR="0"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対応済み</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5/12</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5/15</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dirty="0">
                          <a:solidFill>
                            <a:srgbClr val="C00000"/>
                          </a:solidFill>
                          <a:latin typeface="Meiryo UI" panose="020B0604030504040204" pitchFamily="50" charset="-128"/>
                          <a:ea typeface="Meiryo UI" panose="020B0604030504040204" pitchFamily="50" charset="-128"/>
                          <a:cs typeface="Meiryo UI" panose="020B0604030504040204" pitchFamily="50" charset="-128"/>
                          <a:sym typeface="+mn-ea"/>
                          <a:hlinkClick r:id="rId7"/>
                        </a:rPr>
                        <a:t>#241</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79390">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45</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SMN_00108-1823</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0" marR="0"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アジャストの</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I/F API</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追加</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対応中</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5/13</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5/15</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ctr"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hlinkClick r:id="rId8"/>
                        </a:rPr>
                        <a:t>#275</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レビュー待ち</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79390">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46</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SMN_00108-1597</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0" marR="0"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l" rtl="0"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シンクロシフト設定</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_I/F</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設計</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0" marR="0"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対応済み</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4/24</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4/30</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API</a:t>
                      </a:r>
                      <a:r>
                        <a:rPr lang="zh-CN" altLang="en-US" sz="900" b="1" dirty="0">
                          <a:solidFill>
                            <a:schemeClr val="tx1"/>
                          </a:solidFill>
                          <a:latin typeface="Meiryo UI" panose="020B0604030504040204" pitchFamily="50" charset="-128"/>
                          <a:ea typeface="Meiryo UI" panose="020B0604030504040204" pitchFamily="50" charset="-128"/>
                          <a:sym typeface="+mn-ea"/>
                        </a:rPr>
                        <a:t>詳細設計の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kern="1200" dirty="0">
                        <a:solidFill>
                          <a:srgbClr val="C00000"/>
                        </a:solidFill>
                        <a:latin typeface="Meiryo UI" panose="020B0604030504040204" pitchFamily="50" charset="-128"/>
                        <a:ea typeface="Meiryo UI" panose="020B0604030504040204" pitchFamily="50" charset="-128"/>
                        <a:cs typeface="+mn-cs"/>
                        <a:hlinkClick r:id="rId9"/>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hlinkClick r:id="rId9"/>
                        </a:rPr>
                        <a:t>#242</a:t>
                      </a:r>
                      <a:r>
                        <a:rPr lang="en-US" altLang="ja-JP" sz="900" b="1" kern="1200" dirty="0">
                          <a:solidFill>
                            <a:schemeClr val="tx1"/>
                          </a:solidFill>
                          <a:latin typeface="Meiryo UI" panose="020B0604030504040204" pitchFamily="50" charset="-128"/>
                          <a:ea typeface="Meiryo UI" panose="020B0604030504040204" pitchFamily="50" charset="-128"/>
                          <a:cs typeface="+mn-cs"/>
                        </a:rPr>
                        <a:t>⇒</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lang="ja-JP" altLang="en-US" sz="900" b="1" kern="1200" dirty="0">
                        <a:solidFill>
                          <a:srgbClr val="C00000"/>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r>
              <a:tr h="276954">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47</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SMN_00108-1917</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altLang="ja-JP" sz="900" b="0" i="0" u="none" strike="noStrike" dirty="0" err="1">
                          <a:solidFill>
                            <a:schemeClr val="tx1"/>
                          </a:solidFill>
                          <a:effectLst/>
                          <a:latin typeface="Meiryo UI" panose="020B0604030504040204" pitchFamily="50" charset="-128"/>
                          <a:ea typeface="Meiryo UI" panose="020B0604030504040204" pitchFamily="50" charset="-128"/>
                        </a:rPr>
                        <a:t>getReports</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 SDK</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内部処理の修正</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対応中</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6/26</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7/3</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ja-JP" altLang="en-US" sz="900" b="1" kern="1200" dirty="0">
                        <a:solidFill>
                          <a:srgbClr val="C00000"/>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76954">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48</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SMN_00108-1985</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err="1">
                          <a:solidFill>
                            <a:schemeClr val="tx1"/>
                          </a:solidFill>
                          <a:effectLst/>
                          <a:latin typeface="Meiryo UI" panose="020B0604030504040204" pitchFamily="50" charset="-128"/>
                          <a:ea typeface="Meiryo UI" panose="020B0604030504040204" pitchFamily="50" charset="-128"/>
                        </a:rPr>
                        <a:t>MaintenanceException.MAINTENANCE_MODE_ERROR</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を追加</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対応中</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6/26</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7/3</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ja-JP" altLang="en-US" sz="900" b="1" kern="1200" dirty="0">
                        <a:solidFill>
                          <a:srgbClr val="C00000"/>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5965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49</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chemeClr val="tx1"/>
                          </a:solidFill>
                          <a:effectLst/>
                          <a:latin typeface="Meiryo UI" panose="020B0604030504040204" pitchFamily="50" charset="-128"/>
                          <a:ea typeface="Meiryo UI" panose="020B0604030504040204" pitchFamily="50" charset="-128"/>
                        </a:rPr>
                        <a:t>SMN_00108-1022</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未ログイン時に提供する機能</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SDK</a:t>
                      </a:r>
                      <a:r>
                        <a:rPr lang="ja-JP" altLang="en-US" sz="900" b="1"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対応対象外</a:t>
                      </a:r>
                      <a:endParaRPr lang="ja-JP" altLang="en-US" sz="900" b="1"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5965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50</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SMN_00108-823</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アプリ配布国の追加</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SDK</a:t>
                      </a:r>
                      <a:r>
                        <a:rPr lang="ja-JP" altLang="en-US" sz="900" b="1"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対応対象外</a:t>
                      </a:r>
                      <a:endParaRPr lang="ja-JP" altLang="en-US" sz="900" b="1" kern="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5965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5</a:t>
                      </a:r>
                      <a:r>
                        <a:rPr lang="en-US" altLang="ja-JP" sz="900" kern="1200" dirty="0">
                          <a:solidFill>
                            <a:schemeClr val="tx1"/>
                          </a:solidFill>
                          <a:latin typeface="Meiryo UI" panose="020B0604030504040204" pitchFamily="50" charset="-128"/>
                          <a:ea typeface="Meiryo UI" panose="020B0604030504040204" pitchFamily="50" charset="-128"/>
                          <a:cs typeface="+mn-cs"/>
                        </a:rPr>
                        <a:t>1</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SMN_00108-1100</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SDK</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対応（</a:t>
                      </a:r>
                      <a:r>
                        <a:rPr 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V1.0.2）</a:t>
                      </a:r>
                      <a:endParaRPr 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同上</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5965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52</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SMN_00108-1075</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ホーム画面のパネルの仕様追加</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同上</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5965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53</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SMN_00108-1425</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テキストテーブル文言修正</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rPr>
                        <a:t>同上</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5965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54</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SMN_00108-1267</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＜キャンセル＞</a:t>
                      </a:r>
                      <a:r>
                        <a:rPr lang="en-US" altLang="ja-JP"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Drop</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案件管理フォルダ</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sym typeface="+mn-ea"/>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rPr>
                        <a:t>同上</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5965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55</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SMN_00108-889</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OS</a:t>
                      </a:r>
                      <a:r>
                        <a:rPr lang="ja-JP"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対応（</a:t>
                      </a:r>
                      <a:r>
                        <a:rPr 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SCM1.0.2）</a:t>
                      </a:r>
                      <a:endParaRPr 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sym typeface="+mn-ea"/>
                        </a:rPr>
                        <a:t>開発完了後、対応予定</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159651">
                <a:tc>
                  <a:txBody>
                    <a:bodyPr/>
                    <a:lstStyle/>
                    <a:p>
                      <a:pPr marL="0" algn="ctr" defTabSz="914400" rtl="0" eaLnBrk="1" latinLnBrk="0" hangingPunct="1">
                        <a:lnSpc>
                          <a:spcPct val="100000"/>
                        </a:lnSpc>
                        <a:buClrTx/>
                        <a:buSzTx/>
                        <a:buFontTx/>
                        <a:buNone/>
                      </a:pPr>
                      <a:r>
                        <a:rPr lang="en-US" altLang="zh-CN" sz="900" kern="1200" dirty="0">
                          <a:solidFill>
                            <a:schemeClr val="tx1"/>
                          </a:solidFill>
                          <a:latin typeface="Meiryo UI" panose="020B0604030504040204" pitchFamily="50" charset="-128"/>
                          <a:ea typeface="Meiryo UI" panose="020B0604030504040204" pitchFamily="50" charset="-128"/>
                          <a:cs typeface="+mn-cs"/>
                        </a:rPr>
                        <a:t>56</a:t>
                      </a:r>
                      <a:endParaRPr lang="en-US" altLang="zh-CN" sz="900"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b"/>
                      <a:r>
                        <a:rPr lang="en-US" sz="900" b="0" i="0" u="none" strike="noStrike" dirty="0">
                          <a:solidFill>
                            <a:srgbClr val="000000"/>
                          </a:solidFill>
                          <a:effectLst/>
                          <a:latin typeface="Meiryo UI" panose="020B0604030504040204" pitchFamily="50" charset="-128"/>
                          <a:ea typeface="Meiryo UI" panose="020B0604030504040204" pitchFamily="50" charset="-128"/>
                        </a:rPr>
                        <a:t>SMN_00108-1072</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fontAlgn="ctr"/>
                      <a:r>
                        <a:rPr lang="zh-TW"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動作保証端末（</a:t>
                      </a:r>
                      <a:r>
                        <a:rPr lang="en-US" altLang="zh-TW"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SCM1.0.2</a:t>
                      </a:r>
                      <a:r>
                        <a:rPr lang="zh-TW"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a:t>
                      </a:r>
                      <a:endParaRPr lang="zh-TW" altLang="en-US" sz="900" b="0" i="0" u="none" strike="noStrike" dirty="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開発完了後、対応予定</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marL="0" marR="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3"/>
          </p:nvPr>
        </p:nvSpPr>
        <p:spPr>
          <a:xfrm>
            <a:off x="469384" y="181629"/>
            <a:ext cx="10210270" cy="572828"/>
          </a:xfrm>
        </p:spPr>
        <p:txBody>
          <a:bodyPr>
            <a:normAutofit fontScale="97500"/>
          </a:bodyPr>
          <a:lstStyle/>
          <a:p>
            <a:pPr lvl="0"/>
            <a:r>
              <a:rPr lang="ja-JP" altLang="en-US" dirty="0">
                <a:solidFill>
                  <a:schemeClr val="tx1">
                    <a:lumMod val="85000"/>
                    <a:lumOff val="15000"/>
                  </a:schemeClr>
                </a:solidFill>
                <a:latin typeface="Meiryo UI" panose="020B0604030504040204" pitchFamily="50" charset="-128"/>
                <a:ea typeface="Meiryo UI" panose="020B0604030504040204" pitchFamily="50" charset="-128"/>
              </a:rPr>
              <a:t>全体</a:t>
            </a:r>
            <a:r>
              <a:rPr lang="en-US" altLang="ja-JP" dirty="0" err="1">
                <a:latin typeface="Meiryo UI" panose="020B0604030504040204" pitchFamily="50" charset="-128"/>
                <a:ea typeface="Meiryo UI" panose="020B0604030504040204" pitchFamily="50" charset="-128"/>
                <a:sym typeface="+mn-ea"/>
              </a:rPr>
              <a:t>対応スケジュール</a:t>
            </a:r>
            <a:r>
              <a:rPr lang="ja-JP" altLang="en-US" dirty="0">
                <a:latin typeface="Meiryo UI" panose="020B0604030504040204" pitchFamily="50" charset="-128"/>
                <a:ea typeface="Meiryo UI" panose="020B0604030504040204" pitchFamily="50" charset="-128"/>
                <a:sym typeface="+mn-ea"/>
              </a:rPr>
              <a:t>（</a:t>
            </a:r>
            <a:r>
              <a:rPr lang="en-US" altLang="ja-JP" dirty="0">
                <a:latin typeface="Meiryo UI" panose="020B0604030504040204" pitchFamily="50" charset="-128"/>
                <a:ea typeface="Meiryo UI" panose="020B0604030504040204" pitchFamily="50" charset="-128"/>
                <a:sym typeface="+mn-ea"/>
              </a:rPr>
              <a:t>SDK</a:t>
            </a:r>
            <a:r>
              <a:rPr lang="ja-JP" altLang="en-US" dirty="0">
                <a:latin typeface="Meiryo UI" panose="020B0604030504040204" pitchFamily="50" charset="-128"/>
                <a:ea typeface="Meiryo UI" panose="020B0604030504040204" pitchFamily="50" charset="-128"/>
                <a:sym typeface="+mn-ea"/>
              </a:rPr>
              <a:t>設計分</a:t>
            </a:r>
            <a:r>
              <a:rPr lang="en-US" altLang="ja-JP" dirty="0">
                <a:latin typeface="Meiryo UI" panose="020B0604030504040204" pitchFamily="50" charset="-128"/>
                <a:ea typeface="Meiryo UI" panose="020B0604030504040204" pitchFamily="50" charset="-128"/>
                <a:sym typeface="+mn-ea"/>
              </a:rPr>
              <a:t>-</a:t>
            </a:r>
            <a:r>
              <a:rPr lang="en-US" altLang="zh-CN" dirty="0">
                <a:latin typeface="Meiryo UI" panose="020B0604030504040204" pitchFamily="50" charset="-128"/>
                <a:ea typeface="Meiryo UI" panose="020B0604030504040204" pitchFamily="50" charset="-128"/>
                <a:sym typeface="+mn-ea"/>
              </a:rPr>
              <a:t>UT</a:t>
            </a:r>
            <a:r>
              <a:rPr lang="ja-JP" altLang="en-US" dirty="0">
                <a:latin typeface="Meiryo UI" panose="020B0604030504040204" pitchFamily="50" charset="-128"/>
                <a:ea typeface="Meiryo UI" panose="020B0604030504040204" pitchFamily="50" charset="-128"/>
                <a:sym typeface="+mn-ea"/>
              </a:rPr>
              <a:t>ケース設計）</a:t>
            </a:r>
            <a:endParaRPr lang="ja-JP" altLang="en-US" dirty="0">
              <a:latin typeface="Meiryo UI" panose="020B0604030504040204" pitchFamily="50" charset="-128"/>
              <a:ea typeface="Meiryo UI" panose="020B0604030504040204" pitchFamily="50" charset="-128"/>
              <a:sym typeface="+mn-ea"/>
            </a:endParaRPr>
          </a:p>
        </p:txBody>
      </p:sp>
      <p:graphicFrame>
        <p:nvGraphicFramePr>
          <p:cNvPr id="5" name="表 4"/>
          <p:cNvGraphicFramePr>
            <a:graphicFrameLocks noGrp="1"/>
          </p:cNvGraphicFramePr>
          <p:nvPr>
            <p:custDataLst>
              <p:tags r:id="rId1"/>
            </p:custDataLst>
          </p:nvPr>
        </p:nvGraphicFramePr>
        <p:xfrm>
          <a:off x="373274" y="874299"/>
          <a:ext cx="11282752" cy="4955203"/>
        </p:xfrm>
        <a:graphic>
          <a:graphicData uri="http://schemas.openxmlformats.org/drawingml/2006/table">
            <a:tbl>
              <a:tblPr firstRow="1" bandRow="1"/>
              <a:tblGrid>
                <a:gridCol w="579141"/>
                <a:gridCol w="1513627"/>
                <a:gridCol w="2335530"/>
                <a:gridCol w="839470"/>
                <a:gridCol w="970922"/>
                <a:gridCol w="1226938"/>
                <a:gridCol w="3817124"/>
              </a:tblGrid>
              <a:tr h="679472">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lnSpc>
                          <a:spcPct val="100000"/>
                        </a:lnSpc>
                      </a:pPr>
                      <a:r>
                        <a:rPr lang="en-US" altLang="zh-CN" sz="900" dirty="0">
                          <a:latin typeface="Meiryo UI" panose="020B0604030504040204" pitchFamily="50" charset="-128"/>
                          <a:ea typeface="Meiryo UI" panose="020B0604030504040204" pitchFamily="50" charset="-128"/>
                        </a:rPr>
                        <a:t>No.</a:t>
                      </a:r>
                      <a:endParaRPr lang="zh-CN" altLang="en-US" sz="900" dirty="0">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900" dirty="0">
                          <a:solidFill>
                            <a:schemeClr val="bg1"/>
                          </a:solidFill>
                          <a:latin typeface="Meiryo UI" panose="020B0604030504040204" pitchFamily="50" charset="-128"/>
                          <a:ea typeface="SimSun" panose="02010600030101010101" pitchFamily="2" charset="-122"/>
                        </a:rPr>
                        <a:t>JIRA</a:t>
                      </a:r>
                      <a:endParaRPr kumimoji="1" lang="en-US" altLang="zh-CN" sz="900" dirty="0">
                        <a:solidFill>
                          <a:schemeClr val="bg1"/>
                        </a:solidFill>
                        <a:latin typeface="Meiryo UI" panose="020B0604030504040204" pitchFamily="50" charset="-128"/>
                        <a:ea typeface="SimSun" panose="02010600030101010101" pitchFamily="2"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dirty="0">
                          <a:solidFill>
                            <a:schemeClr val="bg1"/>
                          </a:solidFill>
                          <a:latin typeface="Meiryo UI" panose="020B0604030504040204" pitchFamily="50" charset="-128"/>
                          <a:ea typeface="Meiryo UI" panose="020B0604030504040204" pitchFamily="50" charset="-128"/>
                        </a:rPr>
                        <a:t>作業内容</a:t>
                      </a:r>
                      <a:endParaRPr kumimoji="1" lang="ja-JP" altLang="en-US" sz="900" dirty="0">
                        <a:solidFill>
                          <a:schemeClr val="bg1"/>
                        </a:solidFill>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状態</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UT</a:t>
                      </a: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ケース設計</a:t>
                      </a:r>
                      <a:endPar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（提出時間）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UT</a:t>
                      </a: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ケース設計</a:t>
                      </a:r>
                      <a:endPar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（レビュー完了時間）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r>
              <a:tr h="498547">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1</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SMN_00108-530 </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BES3</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など他社バッテリーによる</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Di2</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バイク対応</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latin typeface="Meiryo UI" panose="020B0604030504040204" pitchFamily="50" charset="-128"/>
                          <a:ea typeface="SimSun" panose="02010600030101010101" pitchFamily="2" charset="-122"/>
                          <a:sym typeface="+mn-ea"/>
                        </a:rPr>
                        <a:t>対応済み</a:t>
                      </a:r>
                      <a:r>
                        <a:rPr lang="ja-JP" altLang="en-US" sz="900" b="1" dirty="0">
                          <a:solidFill>
                            <a:schemeClr val="tx1"/>
                          </a:solidFill>
                          <a:latin typeface="Meiryo UI" panose="020B0604030504040204" pitchFamily="50" charset="-128"/>
                          <a:ea typeface="Meiryo UI" panose="020B0604030504040204" pitchFamily="50" charset="-128"/>
                          <a:sym typeface="+mn-ea"/>
                        </a:rPr>
                        <a:t> </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3/27</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4/9</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Auth: </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3"/>
                        </a:rPr>
                        <a:t>#244</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err="1">
                          <a:solidFill>
                            <a:schemeClr val="tx1">
                              <a:lumMod val="85000"/>
                              <a:lumOff val="15000"/>
                            </a:schemeClr>
                          </a:solidFill>
                          <a:latin typeface="Meiryo UI" panose="020B0604030504040204" pitchFamily="50" charset="-128"/>
                          <a:ea typeface="Meiryo UI" panose="020B0604030504040204" pitchFamily="50" charset="-128"/>
                          <a:cs typeface="+mn-cs"/>
                        </a:rPr>
                        <a:t>MyBike</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4"/>
                        </a:rPr>
                        <a:t>#248</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ja-JP"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538973">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ja-JP" altLang="en-US" sz="900" dirty="0">
                          <a:latin typeface="Meiryo UI" panose="020B0604030504040204" pitchFamily="50" charset="-128"/>
                          <a:ea typeface="Meiryo UI" panose="020B0604030504040204" pitchFamily="50" charset="-128"/>
                        </a:rPr>
                        <a:t>２</a:t>
                      </a:r>
                      <a:endParaRPr lang="ja-JP" altLang="en-US"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SMN_00108-752</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変速アジャスト</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b="1" kern="1200" dirty="0">
                          <a:solidFill>
                            <a:schemeClr val="tx1"/>
                          </a:solidFill>
                          <a:latin typeface="Meiryo UI" panose="020B0604030504040204" pitchFamily="50" charset="-128"/>
                          <a:ea typeface="Meiryo UI" panose="020B0604030504040204" pitchFamily="50" charset="-128"/>
                          <a:cs typeface="+mn-cs"/>
                          <a:sym typeface="+mn-ea"/>
                        </a:rPr>
                        <a:t>対応済み</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3/27</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4/9</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u="none" dirty="0">
                          <a:solidFill>
                            <a:schemeClr val="tx1"/>
                          </a:solidFill>
                          <a:latin typeface="Meiryo UI" panose="020B0604030504040204" pitchFamily="50" charset="-128"/>
                          <a:ea typeface="Meiryo UI" panose="020B0604030504040204" pitchFamily="50" charset="-128"/>
                          <a:sym typeface="+mn-ea"/>
                        </a:rPr>
                        <a:t>Maintenance: </a:t>
                      </a:r>
                      <a:r>
                        <a:rPr lang="en-US" altLang="ja-JP" sz="900" b="1" u="none" dirty="0">
                          <a:solidFill>
                            <a:schemeClr val="tx1"/>
                          </a:solidFill>
                          <a:latin typeface="Meiryo UI" panose="020B0604030504040204" pitchFamily="50" charset="-128"/>
                          <a:ea typeface="Meiryo UI" panose="020B0604030504040204" pitchFamily="50" charset="-128"/>
                          <a:sym typeface="+mn-ea"/>
                          <a:hlinkClick r:id="rId5"/>
                        </a:rPr>
                        <a:t>#247</a:t>
                      </a:r>
                      <a:r>
                        <a:rPr lang="en-US" altLang="ja-JP" sz="900" b="1" u="none" baseline="0" dirty="0">
                          <a:solidFill>
                            <a:schemeClr val="tx1"/>
                          </a:solidFill>
                          <a:latin typeface="Meiryo UI" panose="020B0604030504040204" pitchFamily="50" charset="-128"/>
                          <a:ea typeface="Meiryo UI" panose="020B0604030504040204" pitchFamily="50" charset="-128"/>
                          <a:sym typeface="+mn-ea"/>
                        </a:rPr>
                        <a:t> </a:t>
                      </a:r>
                      <a:r>
                        <a:rPr lang="ja-JP" altLang="en-US" sz="900" b="1" u="none" baseline="0" dirty="0">
                          <a:solidFill>
                            <a:schemeClr val="tx1"/>
                          </a:solidFill>
                          <a:latin typeface="Meiryo UI" panose="020B0604030504040204" pitchFamily="50" charset="-128"/>
                          <a:ea typeface="Meiryo UI" panose="020B0604030504040204" pitchFamily="50" charset="-128"/>
                          <a:sym typeface="+mn-ea"/>
                        </a:rPr>
                        <a:t>マージ済み</a:t>
                      </a:r>
                      <a:endParaRPr lang="en-US" altLang="ja-JP" sz="900" b="1" u="none"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r>
              <a:tr h="538973">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3</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SMN_00108-821 </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未ログイン利用バイク登録</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b="1" kern="1200" dirty="0">
                          <a:solidFill>
                            <a:schemeClr val="tx1"/>
                          </a:solidFill>
                          <a:latin typeface="Meiryo UI" panose="020B0604030504040204" pitchFamily="50" charset="-128"/>
                          <a:ea typeface="Meiryo UI" panose="020B0604030504040204" pitchFamily="50" charset="-128"/>
                          <a:cs typeface="+mn-cs"/>
                          <a:sym typeface="+mn-ea"/>
                        </a:rPr>
                        <a:t>対応済み </a:t>
                      </a:r>
                      <a:endParaRPr kumimoji="1"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3/27</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4/9</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Auth: </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3"/>
                        </a:rPr>
                        <a:t>#244</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Connection: </a:t>
                      </a: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6"/>
                        </a:rPr>
                        <a:t>#245</a:t>
                      </a:r>
                      <a:r>
                        <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538973">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4</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SMN_00108-866</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アシストキャリーオーバーの設定項目追加</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b="1" kern="1200" dirty="0">
                          <a:solidFill>
                            <a:schemeClr val="tx1"/>
                          </a:solidFill>
                          <a:latin typeface="Meiryo UI" panose="020B0604030504040204" pitchFamily="50" charset="-128"/>
                          <a:ea typeface="Meiryo UI" panose="020B0604030504040204" pitchFamily="50" charset="-128"/>
                          <a:cs typeface="+mn-cs"/>
                          <a:sym typeface="+mn-ea"/>
                        </a:rPr>
                        <a:t>対応済み</a:t>
                      </a:r>
                      <a:endParaRPr kumimoji="1"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3/27</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4/9</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Customize: </a:t>
                      </a:r>
                      <a:r>
                        <a:rPr lang="en-US" altLang="ja-JP" sz="900" b="1" dirty="0">
                          <a:solidFill>
                            <a:schemeClr val="tx1"/>
                          </a:solidFill>
                          <a:latin typeface="Meiryo UI" panose="020B0604030504040204" pitchFamily="50" charset="-128"/>
                          <a:ea typeface="Meiryo UI" panose="020B0604030504040204" pitchFamily="50" charset="-128"/>
                          <a:sym typeface="+mn-ea"/>
                          <a:hlinkClick r:id="rId7"/>
                        </a:rPr>
                        <a:t>#246</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538973">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5</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SMN_00108-925</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ギアの使用割合の表示</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b="1" kern="1200" dirty="0">
                          <a:solidFill>
                            <a:schemeClr val="tx1"/>
                          </a:solidFill>
                          <a:latin typeface="Meiryo UI" panose="020B0604030504040204" pitchFamily="50" charset="-128"/>
                          <a:ea typeface="Meiryo UI" panose="020B0604030504040204" pitchFamily="50" charset="-128"/>
                          <a:cs typeface="+mn-cs"/>
                          <a:sym typeface="+mn-ea"/>
                        </a:rPr>
                        <a:t>対応済み</a:t>
                      </a:r>
                      <a:endParaRPr kumimoji="1"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3/27</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4/9</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u="none" dirty="0">
                          <a:solidFill>
                            <a:schemeClr val="tx1"/>
                          </a:solidFill>
                          <a:latin typeface="Meiryo UI" panose="020B0604030504040204" pitchFamily="50" charset="-128"/>
                          <a:ea typeface="Meiryo UI" panose="020B0604030504040204" pitchFamily="50" charset="-128"/>
                          <a:sym typeface="+mn-ea"/>
                        </a:rPr>
                        <a:t>Maintenance: </a:t>
                      </a:r>
                      <a:r>
                        <a:rPr lang="en-US" altLang="ja-JP" sz="900" b="1" u="none" dirty="0">
                          <a:solidFill>
                            <a:schemeClr val="tx1"/>
                          </a:solidFill>
                          <a:latin typeface="Meiryo UI" panose="020B0604030504040204" pitchFamily="50" charset="-128"/>
                          <a:ea typeface="Meiryo UI" panose="020B0604030504040204" pitchFamily="50" charset="-128"/>
                          <a:sym typeface="+mn-ea"/>
                          <a:hlinkClick r:id="rId5"/>
                        </a:rPr>
                        <a:t>#247</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u="none"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r>
              <a:tr h="538973">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zh-CN" sz="900" dirty="0">
                          <a:latin typeface="Meiryo UI" panose="020B0604030504040204" pitchFamily="50" charset="-128"/>
                          <a:ea typeface="Meiryo UI" panose="020B0604030504040204" pitchFamily="50" charset="-128"/>
                        </a:rPr>
                        <a:t>6</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SMN_00108-862</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zh-TW" altLang="en-US" sz="900" b="0" i="0" u="none" strike="noStrike" dirty="0">
                          <a:solidFill>
                            <a:srgbClr val="000000"/>
                          </a:solidFill>
                          <a:effectLst/>
                          <a:latin typeface="Meiryo UI" panose="020B0604030504040204" pitchFamily="50" charset="-128"/>
                          <a:ea typeface="Meiryo UI" panose="020B0604030504040204" pitchFamily="50" charset="-128"/>
                        </a:rPr>
                        <a:t>多段変速設定</a:t>
                      </a:r>
                      <a:endParaRPr lang="zh-TW"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b="1" kern="1200" dirty="0">
                          <a:solidFill>
                            <a:schemeClr val="tx1"/>
                          </a:solidFill>
                          <a:latin typeface="Meiryo UI" panose="020B0604030504040204" pitchFamily="50" charset="-128"/>
                          <a:ea typeface="Meiryo UI" panose="020B0604030504040204" pitchFamily="50" charset="-128"/>
                          <a:cs typeface="+mn-cs"/>
                          <a:sym typeface="+mn-ea"/>
                        </a:rPr>
                        <a:t>対応済み</a:t>
                      </a:r>
                      <a:endParaRPr kumimoji="1"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3/27</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4/9</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dirty="0">
                          <a:solidFill>
                            <a:schemeClr val="tx1"/>
                          </a:solidFill>
                          <a:latin typeface="Meiryo UI" panose="020B0604030504040204" pitchFamily="50" charset="-128"/>
                          <a:ea typeface="Meiryo UI" panose="020B0604030504040204" pitchFamily="50" charset="-128"/>
                          <a:sym typeface="+mn-ea"/>
                        </a:rPr>
                        <a:t>Customize: </a:t>
                      </a:r>
                      <a:r>
                        <a:rPr lang="en-US" altLang="ja-JP" sz="900" b="1" dirty="0">
                          <a:solidFill>
                            <a:schemeClr val="tx1"/>
                          </a:solidFill>
                          <a:latin typeface="Meiryo UI" panose="020B0604030504040204" pitchFamily="50" charset="-128"/>
                          <a:ea typeface="Meiryo UI" panose="020B0604030504040204" pitchFamily="50" charset="-128"/>
                          <a:sym typeface="+mn-ea"/>
                          <a:hlinkClick r:id="rId7"/>
                        </a:rPr>
                        <a:t>#246</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ja-JP"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538973">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7</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SMN_00108-837</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zh-TW" altLang="en-US" sz="900" b="0" i="0" u="none" strike="noStrike" dirty="0">
                          <a:solidFill>
                            <a:srgbClr val="000000"/>
                          </a:solidFill>
                          <a:effectLst/>
                          <a:latin typeface="Meiryo UI" panose="020B0604030504040204" pitchFamily="50" charset="-128"/>
                          <a:ea typeface="Meiryo UI" panose="020B0604030504040204" pitchFamily="50" charset="-128"/>
                        </a:rPr>
                        <a:t>新製品対応</a:t>
                      </a:r>
                      <a:r>
                        <a:rPr lang="en-US" altLang="zh-TW" sz="900" b="0" i="0" u="none" strike="noStrike" dirty="0">
                          <a:solidFill>
                            <a:srgbClr val="000000"/>
                          </a:solidFill>
                          <a:effectLst/>
                          <a:latin typeface="Meiryo UI" panose="020B0604030504040204" pitchFamily="50" charset="-128"/>
                          <a:ea typeface="Meiryo UI" panose="020B0604030504040204" pitchFamily="50" charset="-128"/>
                        </a:rPr>
                        <a:t>(EW</a:t>
                      </a:r>
                      <a:r>
                        <a:rPr lang="zh-TW" altLang="en-US" sz="900" b="0" i="0" u="none" strike="noStrike" dirty="0">
                          <a:solidFill>
                            <a:srgbClr val="000000"/>
                          </a:solidFill>
                          <a:effectLst/>
                          <a:latin typeface="Meiryo UI" panose="020B0604030504040204" pitchFamily="50" charset="-128"/>
                          <a:ea typeface="Meiryo UI" panose="020B0604030504040204" pitchFamily="50" charset="-128"/>
                        </a:rPr>
                        <a:t>）</a:t>
                      </a:r>
                      <a:endParaRPr lang="zh-TW"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b="1" kern="1200" dirty="0">
                          <a:solidFill>
                            <a:schemeClr val="tx1"/>
                          </a:solidFill>
                          <a:latin typeface="Meiryo UI" panose="020B0604030504040204" pitchFamily="50" charset="-128"/>
                          <a:ea typeface="Meiryo UI" panose="020B0604030504040204" pitchFamily="50" charset="-128"/>
                          <a:cs typeface="+mn-cs"/>
                          <a:sym typeface="+mn-ea"/>
                        </a:rPr>
                        <a:t>対応済み</a:t>
                      </a:r>
                      <a:endParaRPr kumimoji="1"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3/27</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4/9</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u="none" dirty="0">
                          <a:solidFill>
                            <a:schemeClr val="tx1"/>
                          </a:solidFill>
                          <a:latin typeface="Meiryo UI" panose="020B0604030504040204" pitchFamily="50" charset="-128"/>
                          <a:ea typeface="Meiryo UI" panose="020B0604030504040204" pitchFamily="50" charset="-128"/>
                          <a:sym typeface="+mn-ea"/>
                        </a:rPr>
                        <a:t>Maintenance: </a:t>
                      </a:r>
                      <a:r>
                        <a:rPr lang="en-US" altLang="ja-JP" sz="900" b="1" u="none" dirty="0">
                          <a:solidFill>
                            <a:schemeClr val="tx1"/>
                          </a:solidFill>
                          <a:latin typeface="Meiryo UI" panose="020B0604030504040204" pitchFamily="50" charset="-128"/>
                          <a:ea typeface="Meiryo UI" panose="020B0604030504040204" pitchFamily="50" charset="-128"/>
                          <a:sym typeface="+mn-ea"/>
                          <a:hlinkClick r:id="rId5"/>
                        </a:rPr>
                        <a:t>#247</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r>
              <a:tr h="538973">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8</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SMN_00108-1083</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マイバイク情報のお知らせ</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3/27</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a:solidFill>
                            <a:srgbClr val="C00000"/>
                          </a:solidFill>
                          <a:latin typeface="Meiryo UI" panose="020B0604030504040204" pitchFamily="50" charset="-128"/>
                          <a:ea typeface="Meiryo UI" panose="020B0604030504040204" pitchFamily="50" charset="-128"/>
                          <a:cs typeface="+mn-cs"/>
                        </a:rPr>
                        <a:t>4/9</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Update: </a:t>
                      </a: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8"/>
                        </a:rPr>
                        <a:t>#249</a:t>
                      </a:r>
                      <a:r>
                        <a:rPr lang="ja-JP" altLang="en-US" sz="900" b="1" kern="1200" dirty="0">
                          <a:solidFill>
                            <a:srgbClr val="C00000"/>
                          </a:solidFill>
                          <a:latin typeface="Meiryo UI" panose="020B0604030504040204" pitchFamily="50" charset="-128"/>
                          <a:ea typeface="Meiryo UI" panose="020B0604030504040204" pitchFamily="50" charset="-128"/>
                          <a:cs typeface="+mn-cs"/>
                        </a:rPr>
                        <a:t>指摘対応済み、レビュー待ち</a:t>
                      </a:r>
                      <a:endPar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3"/>
          </p:nvPr>
        </p:nvSpPr>
        <p:spPr>
          <a:xfrm>
            <a:off x="469384" y="181629"/>
            <a:ext cx="10210270" cy="572828"/>
          </a:xfrm>
        </p:spPr>
        <p:txBody>
          <a:bodyPr>
            <a:normAutofit fontScale="97500"/>
          </a:bodyPr>
          <a:lstStyle/>
          <a:p>
            <a:pPr lvl="0"/>
            <a:r>
              <a:rPr lang="ja-JP" altLang="en-US" dirty="0">
                <a:solidFill>
                  <a:schemeClr val="tx1">
                    <a:lumMod val="85000"/>
                    <a:lumOff val="15000"/>
                  </a:schemeClr>
                </a:solidFill>
                <a:latin typeface="Meiryo UI" panose="020B0604030504040204" pitchFamily="50" charset="-128"/>
                <a:ea typeface="Meiryo UI" panose="020B0604030504040204" pitchFamily="50" charset="-128"/>
              </a:rPr>
              <a:t>全体</a:t>
            </a:r>
            <a:r>
              <a:rPr lang="en-US" altLang="ja-JP" dirty="0" err="1">
                <a:latin typeface="Meiryo UI" panose="020B0604030504040204" pitchFamily="50" charset="-128"/>
                <a:ea typeface="Meiryo UI" panose="020B0604030504040204" pitchFamily="50" charset="-128"/>
                <a:sym typeface="+mn-ea"/>
              </a:rPr>
              <a:t>対応スケジュール</a:t>
            </a:r>
            <a:r>
              <a:rPr lang="ja-JP" altLang="en-US" dirty="0">
                <a:latin typeface="Meiryo UI" panose="020B0604030504040204" pitchFamily="50" charset="-128"/>
                <a:ea typeface="Meiryo UI" panose="020B0604030504040204" pitchFamily="50" charset="-128"/>
                <a:sym typeface="+mn-ea"/>
              </a:rPr>
              <a:t>（</a:t>
            </a:r>
            <a:r>
              <a:rPr lang="en-US" altLang="ja-JP" dirty="0">
                <a:latin typeface="Meiryo UI" panose="020B0604030504040204" pitchFamily="50" charset="-128"/>
                <a:ea typeface="Meiryo UI" panose="020B0604030504040204" pitchFamily="50" charset="-128"/>
                <a:sym typeface="+mn-ea"/>
              </a:rPr>
              <a:t>SDK</a:t>
            </a:r>
            <a:r>
              <a:rPr lang="ja-JP" altLang="en-US" dirty="0">
                <a:latin typeface="Meiryo UI" panose="020B0604030504040204" pitchFamily="50" charset="-128"/>
                <a:ea typeface="Meiryo UI" panose="020B0604030504040204" pitchFamily="50" charset="-128"/>
                <a:sym typeface="+mn-ea"/>
              </a:rPr>
              <a:t>設計分</a:t>
            </a:r>
            <a:r>
              <a:rPr lang="en-US" altLang="ja-JP" dirty="0">
                <a:latin typeface="Meiryo UI" panose="020B0604030504040204" pitchFamily="50" charset="-128"/>
                <a:ea typeface="Meiryo UI" panose="020B0604030504040204" pitchFamily="50" charset="-128"/>
                <a:sym typeface="+mn-ea"/>
              </a:rPr>
              <a:t>-</a:t>
            </a:r>
            <a:r>
              <a:rPr lang="en-US" altLang="zh-CN" dirty="0">
                <a:latin typeface="Meiryo UI" panose="020B0604030504040204" pitchFamily="50" charset="-128"/>
                <a:ea typeface="Meiryo UI" panose="020B0604030504040204" pitchFamily="50" charset="-128"/>
                <a:sym typeface="+mn-ea"/>
              </a:rPr>
              <a:t>UT</a:t>
            </a:r>
            <a:r>
              <a:rPr lang="ja-JP" altLang="en-US" dirty="0">
                <a:latin typeface="Meiryo UI" panose="020B0604030504040204" pitchFamily="50" charset="-128"/>
                <a:ea typeface="Meiryo UI" panose="020B0604030504040204" pitchFamily="50" charset="-128"/>
                <a:sym typeface="+mn-ea"/>
              </a:rPr>
              <a:t>ケース設計）</a:t>
            </a:r>
            <a:endParaRPr lang="ja-JP" altLang="en-US" dirty="0">
              <a:latin typeface="Meiryo UI" panose="020B0604030504040204" pitchFamily="50" charset="-128"/>
              <a:ea typeface="Meiryo UI" panose="020B0604030504040204" pitchFamily="50" charset="-128"/>
              <a:sym typeface="+mn-ea"/>
            </a:endParaRPr>
          </a:p>
        </p:txBody>
      </p:sp>
      <p:graphicFrame>
        <p:nvGraphicFramePr>
          <p:cNvPr id="5" name="表 4"/>
          <p:cNvGraphicFramePr>
            <a:graphicFrameLocks noGrp="1"/>
          </p:cNvGraphicFramePr>
          <p:nvPr>
            <p:custDataLst>
              <p:tags r:id="rId1"/>
            </p:custDataLst>
          </p:nvPr>
        </p:nvGraphicFramePr>
        <p:xfrm>
          <a:off x="373274" y="865409"/>
          <a:ext cx="11282752" cy="5474807"/>
        </p:xfrm>
        <a:graphic>
          <a:graphicData uri="http://schemas.openxmlformats.org/drawingml/2006/table">
            <a:tbl>
              <a:tblPr firstRow="1" bandRow="1"/>
              <a:tblGrid>
                <a:gridCol w="579141"/>
                <a:gridCol w="1513627"/>
                <a:gridCol w="2335530"/>
                <a:gridCol w="575971"/>
                <a:gridCol w="1234421"/>
                <a:gridCol w="1226938"/>
                <a:gridCol w="3817124"/>
              </a:tblGrid>
              <a:tr h="55806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lnSpc>
                          <a:spcPct val="100000"/>
                        </a:lnSpc>
                      </a:pPr>
                      <a:r>
                        <a:rPr lang="en-US" altLang="zh-CN" sz="900" dirty="0">
                          <a:latin typeface="Meiryo UI" panose="020B0604030504040204" pitchFamily="50" charset="-128"/>
                          <a:ea typeface="Meiryo UI" panose="020B0604030504040204" pitchFamily="50" charset="-128"/>
                        </a:rPr>
                        <a:t>No.</a:t>
                      </a:r>
                      <a:endParaRPr lang="zh-CN" altLang="en-US" sz="900" dirty="0">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900" dirty="0">
                          <a:solidFill>
                            <a:schemeClr val="bg1"/>
                          </a:solidFill>
                          <a:latin typeface="Meiryo UI" panose="020B0604030504040204" pitchFamily="50" charset="-128"/>
                          <a:ea typeface="SimSun" panose="02010600030101010101" pitchFamily="2" charset="-122"/>
                        </a:rPr>
                        <a:t>JIRA</a:t>
                      </a:r>
                      <a:endParaRPr kumimoji="1" lang="en-US" altLang="zh-CN" sz="900" dirty="0">
                        <a:solidFill>
                          <a:schemeClr val="bg1"/>
                        </a:solidFill>
                        <a:latin typeface="Meiryo UI" panose="020B0604030504040204" pitchFamily="50" charset="-128"/>
                        <a:ea typeface="SimSun" panose="02010600030101010101" pitchFamily="2"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dirty="0">
                          <a:solidFill>
                            <a:schemeClr val="bg1"/>
                          </a:solidFill>
                          <a:latin typeface="Meiryo UI" panose="020B0604030504040204" pitchFamily="50" charset="-128"/>
                          <a:ea typeface="Meiryo UI" panose="020B0604030504040204" pitchFamily="50" charset="-128"/>
                        </a:rPr>
                        <a:t>作業内容</a:t>
                      </a:r>
                      <a:endParaRPr kumimoji="1" lang="ja-JP" altLang="en-US" sz="900" dirty="0">
                        <a:solidFill>
                          <a:schemeClr val="bg1"/>
                        </a:solidFill>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状態</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UT</a:t>
                      </a: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ケース設計</a:t>
                      </a:r>
                      <a:endPar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（提出時間）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UT</a:t>
                      </a: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ケース設計</a:t>
                      </a:r>
                      <a:endPar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（レビュー完了時間）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r>
              <a:tr h="409471">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9</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SMN_00108-863</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歯組設定</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b="1" kern="1200" dirty="0">
                          <a:solidFill>
                            <a:schemeClr val="tx1"/>
                          </a:solidFill>
                          <a:latin typeface="Meiryo UI" panose="020B0604030504040204" pitchFamily="50" charset="-128"/>
                          <a:ea typeface="Meiryo UI" panose="020B0604030504040204" pitchFamily="50" charset="-128"/>
                          <a:cs typeface="+mn-cs"/>
                          <a:sym typeface="+mn-ea"/>
                        </a:rPr>
                        <a:t>対応済み</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4/30</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5/15</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Customize</a:t>
                      </a:r>
                      <a:r>
                        <a:rPr lang="zh-CN"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r>
                        <a:rPr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3"/>
                        </a:rPr>
                        <a:t>#246</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409471">
                <a:tc>
                  <a:txBody>
                    <a:bodyPr/>
                    <a:lstStyle/>
                    <a:p>
                      <a:pPr algn="ctr">
                        <a:lnSpc>
                          <a:spcPct val="100000"/>
                        </a:lnSpc>
                        <a:buClrTx/>
                        <a:buSzTx/>
                        <a:buFontTx/>
                      </a:pPr>
                      <a:r>
                        <a:rPr lang="en-US" altLang="ja-JP" sz="900" strike="sngStrike" dirty="0">
                          <a:latin typeface="Meiryo UI" panose="020B0604030504040204" pitchFamily="50" charset="-128"/>
                          <a:ea typeface="Meiryo UI" panose="020B0604030504040204" pitchFamily="50" charset="-128"/>
                        </a:rPr>
                        <a:t>10</a:t>
                      </a:r>
                      <a:endParaRPr lang="en-US" altLang="ja-JP" sz="900" strike="sngStrike"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sngStrike" dirty="0">
                          <a:solidFill>
                            <a:srgbClr val="000000"/>
                          </a:solidFill>
                          <a:effectLst/>
                          <a:latin typeface="Meiryo UI" panose="020B0604030504040204" pitchFamily="50" charset="-128"/>
                          <a:ea typeface="Meiryo UI" panose="020B0604030504040204" pitchFamily="50" charset="-128"/>
                        </a:rPr>
                        <a:t>SMN_00108-860</a:t>
                      </a:r>
                      <a:endParaRPr lang="en-US" sz="900" b="0" i="0" u="none" strike="sng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altLang="ja-JP" sz="900" b="0" i="0" u="none" strike="sngStrike" dirty="0">
                          <a:solidFill>
                            <a:srgbClr val="000000"/>
                          </a:solidFill>
                          <a:effectLst/>
                          <a:latin typeface="Meiryo UI" panose="020B0604030504040204" pitchFamily="50" charset="-128"/>
                          <a:ea typeface="Meiryo UI" panose="020B0604030504040204" pitchFamily="50" charset="-128"/>
                        </a:rPr>
                        <a:t>Di2</a:t>
                      </a:r>
                      <a:r>
                        <a:rPr lang="ja-JP" altLang="en-US" sz="900" b="0" i="0" u="none" strike="sngStrike" dirty="0">
                          <a:solidFill>
                            <a:srgbClr val="000000"/>
                          </a:solidFill>
                          <a:effectLst/>
                          <a:latin typeface="Meiryo UI" panose="020B0604030504040204" pitchFamily="50" charset="-128"/>
                          <a:ea typeface="Meiryo UI" panose="020B0604030504040204" pitchFamily="50" charset="-128"/>
                        </a:rPr>
                        <a:t>の段数を利用したパワー補正</a:t>
                      </a:r>
                      <a:endParaRPr lang="ja-JP" altLang="en-US" sz="900" b="0" i="0" u="none" strike="sng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strike="sngStrike" kern="1200" dirty="0">
                          <a:solidFill>
                            <a:schemeClr val="tx1"/>
                          </a:solidFill>
                          <a:latin typeface="Meiryo UI" panose="020B0604030504040204" pitchFamily="50" charset="-128"/>
                          <a:ea typeface="Meiryo UI" panose="020B0604030504040204" pitchFamily="50" charset="-128"/>
                          <a:cs typeface="+mn-cs"/>
                        </a:rPr>
                        <a:t>未着手</a:t>
                      </a:r>
                      <a:endParaRPr lang="zh-CN" altLang="en-US" sz="900" b="1" strike="sngStrike"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strike="sngStrike" kern="1200" dirty="0">
                          <a:solidFill>
                            <a:schemeClr val="tx1">
                              <a:lumMod val="85000"/>
                              <a:lumOff val="15000"/>
                            </a:schemeClr>
                          </a:solidFill>
                          <a:latin typeface="Meiryo UI" panose="020B0604030504040204" pitchFamily="50" charset="-128"/>
                          <a:ea typeface="Meiryo UI" panose="020B0604030504040204" pitchFamily="50" charset="-128"/>
                          <a:cs typeface="+mn-cs"/>
                        </a:rPr>
                        <a:t>4/30</a:t>
                      </a:r>
                      <a:endParaRPr lang="en-US" altLang="ja-JP" sz="900" b="1" strike="sngStrike"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strike="sngStrike" kern="1200" dirty="0">
                          <a:solidFill>
                            <a:schemeClr val="tx1">
                              <a:lumMod val="85000"/>
                              <a:lumOff val="15000"/>
                            </a:schemeClr>
                          </a:solidFill>
                          <a:latin typeface="Meiryo UI" panose="020B0604030504040204" pitchFamily="50" charset="-128"/>
                          <a:ea typeface="Meiryo UI" panose="020B0604030504040204" pitchFamily="50" charset="-128"/>
                          <a:cs typeface="+mn-cs"/>
                        </a:rPr>
                        <a:t>5/15</a:t>
                      </a:r>
                      <a:endParaRPr lang="ja-JP" altLang="en-US" sz="900" b="1" strike="sngStrike"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キャンセルした</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409471">
                <a:tc>
                  <a:txBody>
                    <a:body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11</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a:solidFill>
                            <a:srgbClr val="000000"/>
                          </a:solidFill>
                          <a:effectLst/>
                          <a:latin typeface="Meiryo UI" panose="020B0604030504040204" pitchFamily="50" charset="-128"/>
                          <a:ea typeface="Meiryo UI" panose="020B0604030504040204" pitchFamily="50" charset="-128"/>
                        </a:rPr>
                        <a:t>SMN_00108-820</a:t>
                      </a:r>
                      <a:endParaRPr 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SC</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のカスタマイズに傾斜角度の追加</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b="1" kern="1200" dirty="0">
                          <a:solidFill>
                            <a:schemeClr val="tx1"/>
                          </a:solidFill>
                          <a:latin typeface="Meiryo UI" panose="020B0604030504040204" pitchFamily="50" charset="-128"/>
                          <a:ea typeface="Meiryo UI" panose="020B0604030504040204" pitchFamily="50" charset="-128"/>
                          <a:cs typeface="+mn-cs"/>
                          <a:sym typeface="+mn-ea"/>
                        </a:rPr>
                        <a:t>対応済み</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4/30</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5/15</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Customize</a:t>
                      </a:r>
                      <a:r>
                        <a:rPr lang="zh-CN"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r>
                        <a:rPr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3"/>
                        </a:rPr>
                        <a:t>#246</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409471">
                <a:tc>
                  <a:txBody>
                    <a:body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12</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SMN_00108-867</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ウォークアシストの設定項目対応</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b="1" kern="1200" dirty="0">
                          <a:solidFill>
                            <a:schemeClr val="tx1"/>
                          </a:solidFill>
                          <a:latin typeface="Meiryo UI" panose="020B0604030504040204" pitchFamily="50" charset="-128"/>
                          <a:ea typeface="Meiryo UI" panose="020B0604030504040204" pitchFamily="50" charset="-128"/>
                          <a:cs typeface="+mn-cs"/>
                          <a:sym typeface="+mn-ea"/>
                        </a:rPr>
                        <a:t>対応済み</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4/30</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5/15</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Customize</a:t>
                      </a:r>
                      <a:r>
                        <a:rPr lang="zh-CN"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r>
                        <a:rPr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3"/>
                        </a:rPr>
                        <a:t>#246</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434041">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13</a:t>
                      </a:r>
                      <a:endParaRPr lang="ja-JP" altLang="en-US"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SMN_00108-911</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ゼロオフセット設定</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4/30</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5/15</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Maintenance</a:t>
                      </a:r>
                      <a:r>
                        <a:rPr kumimoji="1" lang="zh-CN"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kumimoji="1"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4"/>
                        </a:rPr>
                        <a:t>#247</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r>
              <a:tr h="434041">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14</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SMN_00108-838</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zh-TW" altLang="en-US" sz="900" b="0" i="0" u="none" strike="noStrike">
                          <a:solidFill>
                            <a:srgbClr val="000000"/>
                          </a:solidFill>
                          <a:effectLst/>
                          <a:latin typeface="Meiryo UI" panose="020B0604030504040204" pitchFamily="50" charset="-128"/>
                          <a:ea typeface="Meiryo UI" panose="020B0604030504040204" pitchFamily="50" charset="-128"/>
                        </a:rPr>
                        <a:t>新製品対応</a:t>
                      </a:r>
                      <a:r>
                        <a:rPr lang="en-US" altLang="zh-TW" sz="900" b="0" i="0" u="none" strike="noStrike">
                          <a:solidFill>
                            <a:srgbClr val="000000"/>
                          </a:solidFill>
                          <a:effectLst/>
                          <a:latin typeface="Meiryo UI" panose="020B0604030504040204" pitchFamily="50" charset="-128"/>
                          <a:ea typeface="Meiryo UI" panose="020B0604030504040204" pitchFamily="50" charset="-128"/>
                        </a:rPr>
                        <a:t>(ST</a:t>
                      </a:r>
                      <a:r>
                        <a:rPr lang="zh-TW" altLang="en-US" sz="900" b="0" i="0" u="none" strike="noStrike">
                          <a:solidFill>
                            <a:srgbClr val="000000"/>
                          </a:solidFill>
                          <a:effectLst/>
                          <a:latin typeface="Meiryo UI" panose="020B0604030504040204" pitchFamily="50" charset="-128"/>
                          <a:ea typeface="Meiryo UI" panose="020B0604030504040204" pitchFamily="50" charset="-128"/>
                        </a:rPr>
                        <a:t>）</a:t>
                      </a:r>
                      <a:endParaRPr lang="zh-TW"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b="1" kern="1200" dirty="0">
                          <a:solidFill>
                            <a:schemeClr val="tx1"/>
                          </a:solidFill>
                          <a:latin typeface="Meiryo UI" panose="020B0604030504040204" pitchFamily="50" charset="-128"/>
                          <a:ea typeface="Meiryo UI" panose="020B0604030504040204" pitchFamily="50" charset="-128"/>
                          <a:cs typeface="+mn-cs"/>
                          <a:sym typeface="+mn-ea"/>
                        </a:rPr>
                        <a:t>対応済み</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4/30</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5/15</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Customize</a:t>
                      </a:r>
                      <a:r>
                        <a:rPr lang="zh-CN"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r>
                        <a:rPr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3"/>
                        </a:rPr>
                        <a:t>#246</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442673">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15</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SMN_00108-864 </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パワーメーターのアドバタイズモード切替</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b="1" kern="1200" dirty="0">
                          <a:solidFill>
                            <a:schemeClr val="tx1"/>
                          </a:solidFill>
                          <a:latin typeface="Meiryo UI" panose="020B0604030504040204" pitchFamily="50" charset="-128"/>
                          <a:ea typeface="Meiryo UI" panose="020B0604030504040204" pitchFamily="50" charset="-128"/>
                          <a:cs typeface="+mn-cs"/>
                          <a:sym typeface="+mn-ea"/>
                        </a:rPr>
                        <a:t>対応済み</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4/30</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5/15</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Customize</a:t>
                      </a:r>
                      <a:r>
                        <a:rPr lang="zh-CN"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r>
                        <a:rPr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3"/>
                        </a:rPr>
                        <a:t>#246</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442673">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16</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SMN_00108-840</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zh-TW" altLang="en-US" sz="900" b="0" i="0" u="none" strike="noStrike" dirty="0">
                          <a:solidFill>
                            <a:srgbClr val="000000"/>
                          </a:solidFill>
                          <a:effectLst/>
                          <a:latin typeface="Meiryo UI" panose="020B0604030504040204" pitchFamily="50" charset="-128"/>
                          <a:ea typeface="Meiryo UI" panose="020B0604030504040204" pitchFamily="50" charset="-128"/>
                        </a:rPr>
                        <a:t>新製品対応</a:t>
                      </a:r>
                      <a:r>
                        <a:rPr lang="en-US" altLang="zh-TW" sz="900" b="0" i="0" u="none" strike="noStrike" dirty="0">
                          <a:solidFill>
                            <a:srgbClr val="000000"/>
                          </a:solidFill>
                          <a:effectLst/>
                          <a:latin typeface="Meiryo UI" panose="020B0604030504040204" pitchFamily="50" charset="-128"/>
                          <a:ea typeface="Meiryo UI" panose="020B0604030504040204" pitchFamily="50" charset="-128"/>
                        </a:rPr>
                        <a:t>(FD</a:t>
                      </a:r>
                      <a:r>
                        <a:rPr lang="zh-TW" altLang="en-US" sz="900" b="0" i="0" u="none" strike="noStrike" dirty="0">
                          <a:solidFill>
                            <a:srgbClr val="000000"/>
                          </a:solidFill>
                          <a:effectLst/>
                          <a:latin typeface="Meiryo UI" panose="020B0604030504040204" pitchFamily="50" charset="-128"/>
                          <a:ea typeface="Meiryo UI" panose="020B0604030504040204" pitchFamily="50" charset="-128"/>
                        </a:rPr>
                        <a:t>）</a:t>
                      </a:r>
                      <a:endParaRPr lang="zh-TW"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b="1" kern="1200" dirty="0">
                          <a:solidFill>
                            <a:schemeClr val="tx1"/>
                          </a:solidFill>
                          <a:latin typeface="Meiryo UI" panose="020B0604030504040204" pitchFamily="50" charset="-128"/>
                          <a:ea typeface="Meiryo UI" panose="020B0604030504040204" pitchFamily="50" charset="-128"/>
                          <a:cs typeface="+mn-cs"/>
                          <a:sym typeface="+mn-ea"/>
                        </a:rPr>
                        <a:t>対応済み</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API I/F</a:t>
                      </a:r>
                      <a:r>
                        <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設計と詳細設計は変更なし。</a:t>
                      </a: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442673">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zh-CN" sz="900" dirty="0">
                          <a:latin typeface="Meiryo UI" panose="020B0604030504040204" pitchFamily="50" charset="-128"/>
                          <a:ea typeface="Meiryo UI" panose="020B0604030504040204" pitchFamily="50" charset="-128"/>
                        </a:rPr>
                        <a:t>17</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SMN_00108-1240</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パーツ一覧画面で</a:t>
                      </a:r>
                      <a:r>
                        <a:rPr lang="en-US" altLang="ja-JP" sz="900" b="0" i="0" u="none" strike="noStrike">
                          <a:solidFill>
                            <a:srgbClr val="000000"/>
                          </a:solidFill>
                          <a:effectLst/>
                          <a:latin typeface="Meiryo UI" panose="020B0604030504040204" pitchFamily="50" charset="-128"/>
                          <a:ea typeface="Meiryo UI" panose="020B0604030504040204" pitchFamily="50" charset="-128"/>
                        </a:rPr>
                        <a:t>RD</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a:t>
                      </a:r>
                      <a:r>
                        <a:rPr lang="en-US" altLang="ja-JP" sz="900" b="0" i="0" u="none" strike="noStrike">
                          <a:solidFill>
                            <a:srgbClr val="000000"/>
                          </a:solidFill>
                          <a:effectLst/>
                          <a:latin typeface="Meiryo UI" panose="020B0604030504040204" pitchFamily="50" charset="-128"/>
                          <a:ea typeface="Meiryo UI" panose="020B0604030504040204" pitchFamily="50" charset="-128"/>
                        </a:rPr>
                        <a:t>BLE</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a:t>
                      </a:r>
                      <a:r>
                        <a:rPr lang="en-US" altLang="ja-JP" sz="900" b="0" i="0" u="none" strike="noStrike">
                          <a:solidFill>
                            <a:srgbClr val="000000"/>
                          </a:solidFill>
                          <a:effectLst/>
                          <a:latin typeface="Meiryo UI" panose="020B0604030504040204" pitchFamily="50" charset="-128"/>
                          <a:ea typeface="Meiryo UI" panose="020B0604030504040204" pitchFamily="50" charset="-128"/>
                        </a:rPr>
                        <a:t>MAC</a:t>
                      </a:r>
                      <a:r>
                        <a:rPr lang="ja-JP" altLang="en-US" sz="900" b="0" i="0" u="none" strike="noStrike">
                          <a:solidFill>
                            <a:srgbClr val="000000"/>
                          </a:solidFill>
                          <a:effectLst/>
                          <a:latin typeface="Meiryo UI" panose="020B0604030504040204" pitchFamily="50" charset="-128"/>
                          <a:ea typeface="Meiryo UI" panose="020B0604030504040204" pitchFamily="50" charset="-128"/>
                        </a:rPr>
                        <a:t>アドレスを表示する。</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4/30</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5/15</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Connection</a:t>
                      </a:r>
                      <a:r>
                        <a:rPr kumimoji="1" lang="zh-CN"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kumimoji="1"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5"/>
                        </a:rPr>
                        <a:t>#272</a:t>
                      </a:r>
                      <a:r>
                        <a:rPr kumimoji="1"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指摘対応済み、レビュー待ち</a:t>
                      </a:r>
                      <a:endPar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442673">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18</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SMN_00108-857</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シンクロシフト設定</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b="1" kern="1200" dirty="0">
                          <a:solidFill>
                            <a:schemeClr val="tx1"/>
                          </a:solidFill>
                          <a:latin typeface="Meiryo UI" panose="020B0604030504040204" pitchFamily="50" charset="-128"/>
                          <a:ea typeface="Meiryo UI" panose="020B0604030504040204" pitchFamily="50" charset="-128"/>
                          <a:cs typeface="+mn-cs"/>
                          <a:sym typeface="+mn-ea"/>
                        </a:rPr>
                        <a:t>対応済み</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4/30</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5/15</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Customize</a:t>
                      </a:r>
                      <a:r>
                        <a:rPr lang="zh-CN"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r>
                        <a:rPr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3"/>
                        </a:rPr>
                        <a:t>#246</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442673">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19</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SMN_00108-972</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対応する</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3rdParty</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センサーの追加</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4/30</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5/15</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1" kern="1200" dirty="0" err="1">
                          <a:solidFill>
                            <a:schemeClr val="tx1">
                              <a:lumMod val="85000"/>
                              <a:lumOff val="15000"/>
                            </a:schemeClr>
                          </a:solidFill>
                          <a:latin typeface="Meiryo UI" panose="020B0604030504040204" pitchFamily="50" charset="-128"/>
                          <a:ea typeface="Meiryo UI" panose="020B0604030504040204" pitchFamily="50" charset="-128"/>
                          <a:cs typeface="+mn-cs"/>
                        </a:rPr>
                        <a:t>Mybike</a:t>
                      </a:r>
                      <a:r>
                        <a:rPr kumimoji="1" lang="zh-CN"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kumimoji="1"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6"/>
                        </a:rPr>
                        <a:t>#</a:t>
                      </a: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6"/>
                        </a:rPr>
                        <a:t>273</a:t>
                      </a:r>
                      <a:r>
                        <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lang="ja-JP" altLang="en-US" sz="900" b="1" kern="1200" dirty="0">
                          <a:solidFill>
                            <a:srgbClr val="C00000"/>
                          </a:solidFill>
                          <a:latin typeface="Meiryo UI" panose="020B0604030504040204" pitchFamily="50" charset="-128"/>
                          <a:ea typeface="Meiryo UI" panose="020B0604030504040204" pitchFamily="50" charset="-128"/>
                          <a:cs typeface="+mn-cs"/>
                        </a:rPr>
                        <a:t>指摘対応済み、レビュー待ち</a:t>
                      </a:r>
                      <a:endPar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Maintenance</a:t>
                      </a:r>
                      <a:r>
                        <a:rPr kumimoji="1" lang="zh-CN"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kumimoji="1"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4"/>
                        </a:rPr>
                        <a:t>#247</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kumimoji="1"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Customize</a:t>
                      </a:r>
                      <a:r>
                        <a:rPr lang="zh-CN"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r>
                        <a:rPr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3"/>
                        </a:rPr>
                        <a:t>#246</a:t>
                      </a:r>
                      <a:r>
                        <a:rPr lang="ja-JP" altLang="en-US" sz="900" b="1" kern="1200" dirty="0">
                          <a:solidFill>
                            <a:srgbClr val="C00000"/>
                          </a:solidFill>
                          <a:latin typeface="Meiryo UI" panose="020B0604030504040204" pitchFamily="50" charset="-128"/>
                          <a:ea typeface="Meiryo UI" panose="020B0604030504040204" pitchFamily="50" charset="-128"/>
                          <a:cs typeface="+mn-cs"/>
                        </a:rPr>
                        <a:t>マージ済み</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3"/>
          </p:nvPr>
        </p:nvSpPr>
        <p:spPr>
          <a:xfrm>
            <a:off x="469384" y="181629"/>
            <a:ext cx="10210270" cy="572828"/>
          </a:xfrm>
        </p:spPr>
        <p:txBody>
          <a:bodyPr>
            <a:normAutofit fontScale="97500"/>
          </a:bodyPr>
          <a:lstStyle/>
          <a:p>
            <a:pPr lvl="0"/>
            <a:r>
              <a:rPr lang="ja-JP" altLang="en-US" dirty="0">
                <a:solidFill>
                  <a:schemeClr val="tx1">
                    <a:lumMod val="85000"/>
                    <a:lumOff val="15000"/>
                  </a:schemeClr>
                </a:solidFill>
                <a:latin typeface="Meiryo UI" panose="020B0604030504040204" pitchFamily="50" charset="-128"/>
                <a:ea typeface="Meiryo UI" panose="020B0604030504040204" pitchFamily="50" charset="-128"/>
              </a:rPr>
              <a:t>全体</a:t>
            </a:r>
            <a:r>
              <a:rPr lang="en-US" altLang="ja-JP" dirty="0" err="1">
                <a:latin typeface="Meiryo UI" panose="020B0604030504040204" pitchFamily="50" charset="-128"/>
                <a:ea typeface="Meiryo UI" panose="020B0604030504040204" pitchFamily="50" charset="-128"/>
                <a:sym typeface="+mn-ea"/>
              </a:rPr>
              <a:t>対応スケジュール</a:t>
            </a:r>
            <a:r>
              <a:rPr lang="ja-JP" altLang="en-US" dirty="0">
                <a:latin typeface="Meiryo UI" panose="020B0604030504040204" pitchFamily="50" charset="-128"/>
                <a:ea typeface="Meiryo UI" panose="020B0604030504040204" pitchFamily="50" charset="-128"/>
                <a:sym typeface="+mn-ea"/>
              </a:rPr>
              <a:t>（</a:t>
            </a:r>
            <a:r>
              <a:rPr lang="en-US" altLang="ja-JP" dirty="0">
                <a:latin typeface="Meiryo UI" panose="020B0604030504040204" pitchFamily="50" charset="-128"/>
                <a:ea typeface="Meiryo UI" panose="020B0604030504040204" pitchFamily="50" charset="-128"/>
                <a:sym typeface="+mn-ea"/>
              </a:rPr>
              <a:t>SDK</a:t>
            </a:r>
            <a:r>
              <a:rPr lang="ja-JP" altLang="en-US" dirty="0">
                <a:latin typeface="Meiryo UI" panose="020B0604030504040204" pitchFamily="50" charset="-128"/>
                <a:ea typeface="Meiryo UI" panose="020B0604030504040204" pitchFamily="50" charset="-128"/>
                <a:sym typeface="+mn-ea"/>
              </a:rPr>
              <a:t>設計分</a:t>
            </a:r>
            <a:r>
              <a:rPr lang="en-US" altLang="ja-JP" dirty="0">
                <a:latin typeface="Meiryo UI" panose="020B0604030504040204" pitchFamily="50" charset="-128"/>
                <a:ea typeface="Meiryo UI" panose="020B0604030504040204" pitchFamily="50" charset="-128"/>
                <a:sym typeface="+mn-ea"/>
              </a:rPr>
              <a:t>-</a:t>
            </a:r>
            <a:r>
              <a:rPr lang="en-US" altLang="zh-CN" dirty="0">
                <a:latin typeface="Meiryo UI" panose="020B0604030504040204" pitchFamily="50" charset="-128"/>
                <a:ea typeface="Meiryo UI" panose="020B0604030504040204" pitchFamily="50" charset="-128"/>
                <a:sym typeface="+mn-ea"/>
              </a:rPr>
              <a:t>UT</a:t>
            </a:r>
            <a:r>
              <a:rPr lang="ja-JP" altLang="en-US" dirty="0">
                <a:latin typeface="Meiryo UI" panose="020B0604030504040204" pitchFamily="50" charset="-128"/>
                <a:ea typeface="Meiryo UI" panose="020B0604030504040204" pitchFamily="50" charset="-128"/>
                <a:sym typeface="+mn-ea"/>
              </a:rPr>
              <a:t>ケース設計）</a:t>
            </a:r>
            <a:endParaRPr lang="ja-JP" altLang="en-US" dirty="0">
              <a:latin typeface="Meiryo UI" panose="020B0604030504040204" pitchFamily="50" charset="-128"/>
              <a:ea typeface="Meiryo UI" panose="020B0604030504040204" pitchFamily="50" charset="-128"/>
              <a:sym typeface="+mn-ea"/>
            </a:endParaRPr>
          </a:p>
        </p:txBody>
      </p:sp>
      <p:graphicFrame>
        <p:nvGraphicFramePr>
          <p:cNvPr id="5" name="表 4"/>
          <p:cNvGraphicFramePr>
            <a:graphicFrameLocks noGrp="1"/>
          </p:cNvGraphicFramePr>
          <p:nvPr>
            <p:custDataLst>
              <p:tags r:id="rId1"/>
            </p:custDataLst>
          </p:nvPr>
        </p:nvGraphicFramePr>
        <p:xfrm>
          <a:off x="454624" y="1061470"/>
          <a:ext cx="11282752" cy="5543714"/>
        </p:xfrm>
        <a:graphic>
          <a:graphicData uri="http://schemas.openxmlformats.org/drawingml/2006/table">
            <a:tbl>
              <a:tblPr firstRow="1" bandRow="1"/>
              <a:tblGrid>
                <a:gridCol w="579141"/>
                <a:gridCol w="1513627"/>
                <a:gridCol w="2335530"/>
                <a:gridCol w="655986"/>
                <a:gridCol w="1154406"/>
                <a:gridCol w="1226938"/>
                <a:gridCol w="3817124"/>
              </a:tblGrid>
              <a:tr h="47927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lnSpc>
                          <a:spcPct val="100000"/>
                        </a:lnSpc>
                      </a:pPr>
                      <a:r>
                        <a:rPr lang="en-US" altLang="zh-CN" sz="900" dirty="0">
                          <a:latin typeface="Meiryo UI" panose="020B0604030504040204" pitchFamily="50" charset="-128"/>
                          <a:ea typeface="Meiryo UI" panose="020B0604030504040204" pitchFamily="50" charset="-128"/>
                        </a:rPr>
                        <a:t>No.</a:t>
                      </a:r>
                      <a:endParaRPr lang="zh-CN" altLang="en-US" sz="900" dirty="0">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900" dirty="0">
                          <a:solidFill>
                            <a:schemeClr val="bg1"/>
                          </a:solidFill>
                          <a:latin typeface="Meiryo UI" panose="020B0604030504040204" pitchFamily="50" charset="-128"/>
                          <a:ea typeface="SimSun" panose="02010600030101010101" pitchFamily="2" charset="-122"/>
                        </a:rPr>
                        <a:t>JIRA</a:t>
                      </a:r>
                      <a:endParaRPr kumimoji="1" lang="en-US" altLang="zh-CN" sz="900" dirty="0">
                        <a:solidFill>
                          <a:schemeClr val="bg1"/>
                        </a:solidFill>
                        <a:latin typeface="Meiryo UI" panose="020B0604030504040204" pitchFamily="50" charset="-128"/>
                        <a:ea typeface="SimSun" panose="02010600030101010101" pitchFamily="2"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dirty="0">
                          <a:solidFill>
                            <a:schemeClr val="bg1"/>
                          </a:solidFill>
                          <a:latin typeface="Meiryo UI" panose="020B0604030504040204" pitchFamily="50" charset="-128"/>
                          <a:ea typeface="Meiryo UI" panose="020B0604030504040204" pitchFamily="50" charset="-128"/>
                        </a:rPr>
                        <a:t>作業内容</a:t>
                      </a:r>
                      <a:endParaRPr kumimoji="1" lang="ja-JP" altLang="en-US" sz="900" dirty="0">
                        <a:solidFill>
                          <a:schemeClr val="bg1"/>
                        </a:solidFill>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状態</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UT</a:t>
                      </a: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ケース設計</a:t>
                      </a:r>
                      <a:endPar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（提出時間）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UT</a:t>
                      </a: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ケース設計</a:t>
                      </a:r>
                      <a:endPar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（レビュー完了時間）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r>
              <a:tr h="473101">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20</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SMN_00108-842 </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zh-TW" altLang="en-US" sz="900" b="0" i="0" u="none" strike="noStrike">
                          <a:solidFill>
                            <a:srgbClr val="000000"/>
                          </a:solidFill>
                          <a:effectLst/>
                          <a:latin typeface="Meiryo UI" panose="020B0604030504040204" pitchFamily="50" charset="-128"/>
                          <a:ea typeface="Meiryo UI" panose="020B0604030504040204" pitchFamily="50" charset="-128"/>
                        </a:rPr>
                        <a:t>新製品対応</a:t>
                      </a:r>
                      <a:r>
                        <a:rPr lang="en-US" altLang="zh-TW" sz="900" b="0" i="0" u="none" strike="noStrike">
                          <a:solidFill>
                            <a:srgbClr val="000000"/>
                          </a:solidFill>
                          <a:effectLst/>
                          <a:latin typeface="Meiryo UI" panose="020B0604030504040204" pitchFamily="50" charset="-128"/>
                          <a:ea typeface="Meiryo UI" panose="020B0604030504040204" pitchFamily="50" charset="-128"/>
                        </a:rPr>
                        <a:t>(PM</a:t>
                      </a:r>
                      <a:r>
                        <a:rPr lang="zh-TW" altLang="en-US" sz="900" b="0" i="0" u="none" strike="noStrike">
                          <a:solidFill>
                            <a:srgbClr val="000000"/>
                          </a:solidFill>
                          <a:effectLst/>
                          <a:latin typeface="Meiryo UI" panose="020B0604030504040204" pitchFamily="50" charset="-128"/>
                          <a:ea typeface="Meiryo UI" panose="020B0604030504040204" pitchFamily="50" charset="-128"/>
                        </a:rPr>
                        <a:t>）</a:t>
                      </a:r>
                      <a:endParaRPr lang="zh-TW"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6/5</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1" kern="1200" dirty="0" err="1">
                          <a:solidFill>
                            <a:schemeClr val="tx1">
                              <a:lumMod val="85000"/>
                              <a:lumOff val="15000"/>
                            </a:schemeClr>
                          </a:solidFill>
                          <a:latin typeface="Meiryo UI" panose="020B0604030504040204" pitchFamily="50" charset="-128"/>
                          <a:ea typeface="Meiryo UI" panose="020B0604030504040204" pitchFamily="50" charset="-128"/>
                          <a:cs typeface="+mn-cs"/>
                        </a:rPr>
                        <a:t>Mybike</a:t>
                      </a:r>
                      <a:r>
                        <a:rPr kumimoji="1" lang="zh-CN"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kumimoji="1"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3"/>
                        </a:rPr>
                        <a:t>#</a:t>
                      </a: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3"/>
                        </a:rPr>
                        <a:t>273</a:t>
                      </a:r>
                      <a:r>
                        <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lang="ja-JP" altLang="en-US" sz="900" b="1" kern="1200" dirty="0">
                          <a:solidFill>
                            <a:srgbClr val="C00000"/>
                          </a:solidFill>
                          <a:latin typeface="Meiryo UI" panose="020B0604030504040204" pitchFamily="50" charset="-128"/>
                          <a:ea typeface="Meiryo UI" panose="020B0604030504040204" pitchFamily="50" charset="-128"/>
                          <a:cs typeface="+mn-cs"/>
                        </a:rPr>
                        <a:t>指摘対応済み、レビュー待ち</a:t>
                      </a:r>
                      <a:endPar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Maintenance</a:t>
                      </a:r>
                      <a:r>
                        <a:rPr kumimoji="1" lang="zh-CN"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kumimoji="1"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4"/>
                        </a:rPr>
                        <a:t>#247</a:t>
                      </a:r>
                      <a:r>
                        <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マージ済み</a:t>
                      </a:r>
                      <a:endParaRPr kumimoji="1"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414684">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21</a:t>
                      </a:r>
                      <a:endParaRPr lang="ja-JP" altLang="en-US"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SMN_00108-859</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ライド画面の表示に傾斜角度を追加</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6/5</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lang="en-US" altLang="ja-JP" sz="900" b="1" dirty="0">
                        <a:solidFill>
                          <a:schemeClr val="tx1"/>
                        </a:solidFill>
                        <a:latin typeface="Meiryo UI" panose="020B0604030504040204" pitchFamily="50" charset="-128"/>
                        <a:ea typeface="Meiryo UI" panose="020B0604030504040204" pitchFamily="50" charset="-128"/>
                        <a:sym typeface="+mn-ea"/>
                        <a:hlinkClick r:id="rId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sym typeface="+mn-ea"/>
                        </a:rPr>
                        <a:t>Riding: </a:t>
                      </a: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sym typeface="+mn-ea"/>
                          <a:hlinkClick r:id="rId5"/>
                        </a:rPr>
                        <a:t>#280</a:t>
                      </a:r>
                      <a:r>
                        <a:rPr lang="ja-JP" altLang="en-US" sz="900" b="1" kern="1200" dirty="0">
                          <a:solidFill>
                            <a:srgbClr val="C00000"/>
                          </a:solidFill>
                          <a:latin typeface="Meiryo UI" panose="020B0604030504040204" pitchFamily="50" charset="-128"/>
                          <a:ea typeface="Meiryo UI" panose="020B0604030504040204" pitchFamily="50" charset="-128"/>
                          <a:cs typeface="+mn-cs"/>
                        </a:rPr>
                        <a:t>レビュー待ち</a:t>
                      </a:r>
                      <a:endPar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414684">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22</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SMN_00108-511 </a:t>
                      </a:r>
                      <a:endParaRPr kumimoji="1" lang="en-US" altLang="zh-CN"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l">
                        <a:lnSpc>
                          <a:spcPct val="100000"/>
                        </a:lnSpc>
                        <a:buClrTx/>
                        <a:buSzTx/>
                        <a:buFontTx/>
                      </a:pPr>
                      <a:r>
                        <a:rPr lang="zh-CN"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rPr>
                        <a:t>新製品対応</a:t>
                      </a:r>
                      <a:r>
                        <a:rPr lang="en-US" altLang="zh-CN" sz="900" dirty="0">
                          <a:solidFill>
                            <a:schemeClr val="tx1">
                              <a:lumMod val="85000"/>
                              <a:lumOff val="15000"/>
                            </a:schemeClr>
                          </a:solidFill>
                          <a:latin typeface="Meiryo UI" panose="020B0604030504040204" pitchFamily="50" charset="-128"/>
                          <a:ea typeface="Meiryo UI" panose="020B0604030504040204" pitchFamily="50" charset="-128"/>
                          <a:sym typeface="+mn-ea"/>
                        </a:rPr>
                        <a:t>(SW-MT700</a:t>
                      </a:r>
                      <a:r>
                        <a:rPr lang="zh-CN"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rPr>
                        <a:t>）</a:t>
                      </a:r>
                      <a:endParaRPr lang="zh-CN" altLang="en-US" sz="900" dirty="0">
                        <a:solidFill>
                          <a:schemeClr val="tx1">
                            <a:lumMod val="85000"/>
                            <a:lumOff val="15000"/>
                          </a:schemeClr>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b="1" kern="1200" dirty="0">
                          <a:solidFill>
                            <a:schemeClr val="tx1"/>
                          </a:solidFill>
                          <a:latin typeface="Meiryo UI" panose="020B0604030504040204" pitchFamily="50" charset="-128"/>
                          <a:ea typeface="Meiryo UI" panose="020B0604030504040204" pitchFamily="50" charset="-128"/>
                          <a:cs typeface="+mn-cs"/>
                          <a:sym typeface="+mn-ea"/>
                        </a:rPr>
                        <a:t>対応済み</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API I/F</a:t>
                      </a:r>
                      <a:r>
                        <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設計と詳細設計は変更なし。</a:t>
                      </a: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414684">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23</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SMN_00108-973</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オートゼロオフセット設定</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6/5</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UT</a:t>
                      </a:r>
                      <a:r>
                        <a:rPr lang="ja-JP" altLang="en-US" sz="900" b="1" dirty="0">
                          <a:solidFill>
                            <a:schemeClr val="tx1"/>
                          </a:solidFill>
                          <a:latin typeface="Meiryo UI" panose="020B0604030504040204" pitchFamily="50" charset="-128"/>
                          <a:ea typeface="Meiryo UI" panose="020B0604030504040204" pitchFamily="50" charset="-128"/>
                          <a:sym typeface="+mn-ea"/>
                        </a:rPr>
                        <a:t>ケース</a:t>
                      </a:r>
                      <a:r>
                        <a:rPr lang="zh-CN" altLang="en-US" sz="900" b="1" dirty="0">
                          <a:solidFill>
                            <a:schemeClr val="tx1"/>
                          </a:solidFill>
                          <a:latin typeface="Meiryo UI" panose="020B0604030504040204" pitchFamily="50" charset="-128"/>
                          <a:ea typeface="Meiryo UI" panose="020B0604030504040204" pitchFamily="50" charset="-128"/>
                          <a:sym typeface="+mn-ea"/>
                        </a:rPr>
                        <a:t>設計の</a:t>
                      </a: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endPar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Maintenance</a:t>
                      </a:r>
                      <a:r>
                        <a:rPr kumimoji="1" lang="zh-CN"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kumimoji="1" lang="en-US" altLang="zh-CN"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4"/>
                        </a:rPr>
                        <a:t>#247</a:t>
                      </a:r>
                      <a:r>
                        <a:rPr lang="ja-JP" altLang="en-US" sz="900" b="1" kern="1200" dirty="0">
                          <a:solidFill>
                            <a:schemeClr val="tx1"/>
                          </a:solidFill>
                          <a:latin typeface="Meiryo UI" panose="020B0604030504040204" pitchFamily="50" charset="-128"/>
                          <a:ea typeface="Meiryo UI" panose="020B0604030504040204" pitchFamily="50" charset="-128"/>
                          <a:cs typeface="+mn-cs"/>
                        </a:rPr>
                        <a:t>マージ済み</a:t>
                      </a:r>
                      <a:endParaRPr kumimoji="1" lang="en-US" altLang="zh-CN"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r>
              <a:tr h="414684">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24</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SMN_00108-844</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Non E-BIKE</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の対応</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6/18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414684">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zh-CN" sz="900" dirty="0">
                          <a:latin typeface="Meiryo UI" panose="020B0604030504040204" pitchFamily="50" charset="-128"/>
                          <a:ea typeface="Meiryo UI" panose="020B0604030504040204" pitchFamily="50" charset="-128"/>
                        </a:rPr>
                        <a:t>25</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SMN_00108-1048</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パワー関連表示の対応</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6/18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414684">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26</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SMN_00108-819</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新製品対応</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(EW-SS305)</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多極スピードセンサー</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6/18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414684">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27</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SMN_00108-1021</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オートロギング </a:t>
                      </a:r>
                      <a:r>
                        <a:rPr lang="en-US" sz="900" b="0" i="0" u="none" strike="noStrike" dirty="0">
                          <a:solidFill>
                            <a:srgbClr val="000000"/>
                          </a:solidFill>
                          <a:effectLst/>
                          <a:latin typeface="Meiryo UI" panose="020B0604030504040204" pitchFamily="50" charset="-128"/>
                          <a:ea typeface="Meiryo UI" panose="020B0604030504040204" pitchFamily="50" charset="-128"/>
                        </a:rPr>
                        <a:t>Non E-BIKE</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対応</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6/18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414684">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28</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SMN_00108-1119</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未ログインユーザー向けの利用規約</a:t>
                      </a:r>
                      <a:r>
                        <a:rPr lang="en-US" altLang="ja-JP" sz="900" b="0" i="0" u="none" strike="noStrike" dirty="0" err="1">
                          <a:solidFill>
                            <a:srgbClr val="000000"/>
                          </a:solidFill>
                          <a:effectLst/>
                          <a:latin typeface="Meiryo UI" panose="020B0604030504040204" pitchFamily="50" charset="-128"/>
                          <a:ea typeface="Meiryo UI" panose="020B0604030504040204" pitchFamily="50" charset="-128"/>
                        </a:rPr>
                        <a:t>Ver</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の更新</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6/18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414684">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29</a:t>
                      </a:r>
                      <a:endParaRPr lang="ja-JP" altLang="en-US"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SMN_00108-1215</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R93 DURA-ACE </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エンバルゴ前の対応</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rPr>
                        <a:t>未着手</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6/18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414684">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30</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SMN_00108-858</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ギアリミット</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rPr>
                        <a:t>未着手</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6/18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414684">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31</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SMN_00108-1469</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パーツ一覧画面にて</a:t>
                      </a:r>
                      <a:r>
                        <a:rPr lang="en-US" altLang="ja-JP" sz="900" b="0" i="0" u="none" strike="noStrike" dirty="0" err="1">
                          <a:solidFill>
                            <a:srgbClr val="000000"/>
                          </a:solidFill>
                          <a:effectLst/>
                          <a:latin typeface="Meiryo UI" panose="020B0604030504040204" pitchFamily="50" charset="-128"/>
                          <a:ea typeface="Meiryo UI" panose="020B0604030504040204" pitchFamily="50" charset="-128"/>
                        </a:rPr>
                        <a:t>DHub</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のセンサ画像を</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DU</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画像にオーバーレイさせる</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rPr>
                        <a:t>未着手</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6/18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3"/>
          </p:nvPr>
        </p:nvSpPr>
        <p:spPr>
          <a:xfrm>
            <a:off x="469384" y="181629"/>
            <a:ext cx="10210270" cy="572828"/>
          </a:xfrm>
        </p:spPr>
        <p:txBody>
          <a:bodyPr>
            <a:normAutofit fontScale="97500"/>
          </a:bodyPr>
          <a:lstStyle/>
          <a:p>
            <a:pPr lvl="0"/>
            <a:r>
              <a:rPr lang="ja-JP" altLang="en-US" dirty="0">
                <a:solidFill>
                  <a:schemeClr val="tx1">
                    <a:lumMod val="85000"/>
                    <a:lumOff val="15000"/>
                  </a:schemeClr>
                </a:solidFill>
                <a:latin typeface="Meiryo UI" panose="020B0604030504040204" pitchFamily="50" charset="-128"/>
                <a:ea typeface="Meiryo UI" panose="020B0604030504040204" pitchFamily="50" charset="-128"/>
              </a:rPr>
              <a:t>全体</a:t>
            </a:r>
            <a:r>
              <a:rPr lang="en-US" altLang="ja-JP" dirty="0" err="1">
                <a:latin typeface="Meiryo UI" panose="020B0604030504040204" pitchFamily="50" charset="-128"/>
                <a:ea typeface="Meiryo UI" panose="020B0604030504040204" pitchFamily="50" charset="-128"/>
                <a:sym typeface="+mn-ea"/>
              </a:rPr>
              <a:t>対応スケジュール</a:t>
            </a:r>
            <a:r>
              <a:rPr lang="ja-JP" altLang="en-US" dirty="0">
                <a:latin typeface="Meiryo UI" panose="020B0604030504040204" pitchFamily="50" charset="-128"/>
                <a:ea typeface="Meiryo UI" panose="020B0604030504040204" pitchFamily="50" charset="-128"/>
                <a:sym typeface="+mn-ea"/>
              </a:rPr>
              <a:t>（</a:t>
            </a:r>
            <a:r>
              <a:rPr lang="en-US" altLang="ja-JP" dirty="0">
                <a:latin typeface="Meiryo UI" panose="020B0604030504040204" pitchFamily="50" charset="-128"/>
                <a:ea typeface="Meiryo UI" panose="020B0604030504040204" pitchFamily="50" charset="-128"/>
                <a:sym typeface="+mn-ea"/>
              </a:rPr>
              <a:t>SDK</a:t>
            </a:r>
            <a:r>
              <a:rPr lang="ja-JP" altLang="en-US" dirty="0">
                <a:latin typeface="Meiryo UI" panose="020B0604030504040204" pitchFamily="50" charset="-128"/>
                <a:ea typeface="Meiryo UI" panose="020B0604030504040204" pitchFamily="50" charset="-128"/>
                <a:sym typeface="+mn-ea"/>
              </a:rPr>
              <a:t>設計分</a:t>
            </a:r>
            <a:r>
              <a:rPr lang="en-US" altLang="ja-JP" dirty="0">
                <a:latin typeface="Meiryo UI" panose="020B0604030504040204" pitchFamily="50" charset="-128"/>
                <a:ea typeface="Meiryo UI" panose="020B0604030504040204" pitchFamily="50" charset="-128"/>
                <a:sym typeface="+mn-ea"/>
              </a:rPr>
              <a:t>-</a:t>
            </a:r>
            <a:r>
              <a:rPr lang="en-US" altLang="zh-CN" dirty="0">
                <a:latin typeface="Meiryo UI" panose="020B0604030504040204" pitchFamily="50" charset="-128"/>
                <a:ea typeface="Meiryo UI" panose="020B0604030504040204" pitchFamily="50" charset="-128"/>
                <a:sym typeface="+mn-ea"/>
              </a:rPr>
              <a:t>UT</a:t>
            </a:r>
            <a:r>
              <a:rPr lang="ja-JP" altLang="en-US" dirty="0">
                <a:latin typeface="Meiryo UI" panose="020B0604030504040204" pitchFamily="50" charset="-128"/>
                <a:ea typeface="Meiryo UI" panose="020B0604030504040204" pitchFamily="50" charset="-128"/>
                <a:sym typeface="+mn-ea"/>
              </a:rPr>
              <a:t>ケース設計）</a:t>
            </a:r>
            <a:endParaRPr lang="ja-JP" altLang="en-US" dirty="0">
              <a:latin typeface="Meiryo UI" panose="020B0604030504040204" pitchFamily="50" charset="-128"/>
              <a:ea typeface="Meiryo UI" panose="020B0604030504040204" pitchFamily="50" charset="-128"/>
              <a:sym typeface="+mn-ea"/>
            </a:endParaRPr>
          </a:p>
        </p:txBody>
      </p:sp>
      <p:graphicFrame>
        <p:nvGraphicFramePr>
          <p:cNvPr id="5" name="表 4"/>
          <p:cNvGraphicFramePr>
            <a:graphicFrameLocks noGrp="1"/>
          </p:cNvGraphicFramePr>
          <p:nvPr>
            <p:custDataLst>
              <p:tags r:id="rId1"/>
            </p:custDataLst>
          </p:nvPr>
        </p:nvGraphicFramePr>
        <p:xfrm>
          <a:off x="454624" y="947057"/>
          <a:ext cx="11282752" cy="5611684"/>
        </p:xfrm>
        <a:graphic>
          <a:graphicData uri="http://schemas.openxmlformats.org/drawingml/2006/table">
            <a:tbl>
              <a:tblPr firstRow="1" bandRow="1"/>
              <a:tblGrid>
                <a:gridCol w="579141"/>
                <a:gridCol w="1513627"/>
                <a:gridCol w="2335530"/>
                <a:gridCol w="655986"/>
                <a:gridCol w="1154406"/>
                <a:gridCol w="1226938"/>
                <a:gridCol w="3817124"/>
              </a:tblGrid>
              <a:tr h="64866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lnSpc>
                          <a:spcPct val="100000"/>
                        </a:lnSpc>
                      </a:pPr>
                      <a:r>
                        <a:rPr lang="en-US" altLang="zh-CN" sz="900" dirty="0">
                          <a:latin typeface="Meiryo UI" panose="020B0604030504040204" pitchFamily="50" charset="-128"/>
                          <a:ea typeface="Meiryo UI" panose="020B0604030504040204" pitchFamily="50" charset="-128"/>
                        </a:rPr>
                        <a:t>No.</a:t>
                      </a:r>
                      <a:endParaRPr lang="zh-CN" altLang="en-US" sz="900" dirty="0">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900" dirty="0">
                          <a:solidFill>
                            <a:schemeClr val="bg1"/>
                          </a:solidFill>
                          <a:latin typeface="Meiryo UI" panose="020B0604030504040204" pitchFamily="50" charset="-128"/>
                          <a:ea typeface="SimSun" panose="02010600030101010101" pitchFamily="2" charset="-122"/>
                        </a:rPr>
                        <a:t>JIRA</a:t>
                      </a:r>
                      <a:endParaRPr kumimoji="1" lang="en-US" altLang="zh-CN" sz="900" dirty="0">
                        <a:solidFill>
                          <a:schemeClr val="bg1"/>
                        </a:solidFill>
                        <a:latin typeface="Meiryo UI" panose="020B0604030504040204" pitchFamily="50" charset="-128"/>
                        <a:ea typeface="SimSun" panose="02010600030101010101" pitchFamily="2"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dirty="0">
                          <a:solidFill>
                            <a:schemeClr val="bg1"/>
                          </a:solidFill>
                          <a:latin typeface="Meiryo UI" panose="020B0604030504040204" pitchFamily="50" charset="-128"/>
                          <a:ea typeface="Meiryo UI" panose="020B0604030504040204" pitchFamily="50" charset="-128"/>
                        </a:rPr>
                        <a:t>作業内容</a:t>
                      </a:r>
                      <a:endParaRPr kumimoji="1" lang="ja-JP" altLang="en-US" sz="900" dirty="0">
                        <a:solidFill>
                          <a:schemeClr val="bg1"/>
                        </a:solidFill>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状態</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UT</a:t>
                      </a: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ケース設計</a:t>
                      </a:r>
                      <a:endPar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（提出時間）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UT</a:t>
                      </a: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ケース設計</a:t>
                      </a:r>
                      <a:endPar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（レビュー完了時間）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r>
              <a:tr h="620377">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32</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SMN_00108-1471</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新製品対応に伴うパーツ一覧画面のコンポーネントブランド定義追加</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rPr>
                        <a:t>未着手</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9/28</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620377">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zh-CN" sz="900" dirty="0">
                          <a:latin typeface="Meiryo UI" panose="020B0604030504040204" pitchFamily="50" charset="-128"/>
                          <a:ea typeface="Meiryo UI" panose="020B0604030504040204" pitchFamily="50" charset="-128"/>
                        </a:rPr>
                        <a:t>33</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SMN_00108-1761</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Non-E</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PM </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の設定における機能有効判定関連</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rPr>
                        <a:t>未着手</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9/28</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620377">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34</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SMN_00108-1792</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最新アプリバージョンのお知らせ</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_I/F</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設計</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rPr>
                        <a:t>未着手</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9/28</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620377">
                <a:tc>
                  <a:txBody>
                    <a:bodyPr/>
                    <a:lstStyle/>
                    <a:p>
                      <a:pPr algn="ctr">
                        <a:lnSpc>
                          <a:spcPct val="100000"/>
                        </a:lnSpc>
                        <a:buClrTx/>
                        <a:buSzTx/>
                        <a:buFontTx/>
                        <a:buNone/>
                      </a:pPr>
                      <a:r>
                        <a:rPr lang="en-US" altLang="zh-CN" sz="900" dirty="0">
                          <a:solidFill>
                            <a:schemeClr val="tx1"/>
                          </a:solidFill>
                          <a:latin typeface="Meiryo UI" panose="020B0604030504040204" pitchFamily="50" charset="-128"/>
                          <a:ea typeface="Meiryo UI" panose="020B0604030504040204" pitchFamily="50" charset="-128"/>
                        </a:rPr>
                        <a:t>35</a:t>
                      </a:r>
                      <a:endParaRPr lang="en-US" altLang="zh-CN"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SMN_00108-1800</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対応する</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3rdParty</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センサーの追加</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_</a:t>
                      </a:r>
                      <a:r>
                        <a:rPr lang="en-US" altLang="ja-JP" sz="900" b="0" i="0" u="none" strike="noStrike" dirty="0" err="1">
                          <a:solidFill>
                            <a:schemeClr val="tx1"/>
                          </a:solidFill>
                          <a:effectLst/>
                          <a:latin typeface="Meiryo UI" panose="020B0604030504040204" pitchFamily="50" charset="-128"/>
                          <a:ea typeface="Meiryo UI" panose="020B0604030504040204" pitchFamily="50" charset="-128"/>
                        </a:rPr>
                        <a:t>MyBike</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へのタイヤ周長登録と取得の変更</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rPr>
                        <a:t>未着手</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9/28</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62037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900" dirty="0">
                          <a:solidFill>
                            <a:schemeClr val="tx1"/>
                          </a:solidFill>
                          <a:latin typeface="Meiryo UI" panose="020B0604030504040204" pitchFamily="50" charset="-128"/>
                          <a:ea typeface="Meiryo UI" panose="020B0604030504040204" pitchFamily="50" charset="-128"/>
                        </a:rPr>
                        <a:t>36</a:t>
                      </a:r>
                      <a:endParaRPr lang="en-US" altLang="zh-CN" sz="900" dirty="0">
                        <a:solidFill>
                          <a:schemeClr val="tx1"/>
                        </a:solidFill>
                        <a:latin typeface="Meiryo UI" panose="020B0604030504040204" pitchFamily="50" charset="-128"/>
                        <a:ea typeface="Meiryo UI" panose="020B0604030504040204" pitchFamily="50" charset="-128"/>
                      </a:endParaRPr>
                    </a:p>
                    <a:p>
                      <a:pPr algn="ctr">
                        <a:lnSpc>
                          <a:spcPct val="100000"/>
                        </a:lnSpc>
                        <a:buClrTx/>
                        <a:buSzTx/>
                        <a:buFontTx/>
                        <a:buNone/>
                      </a:pPr>
                      <a:endParaRPr lang="en-US" altLang="zh-CN"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SMN_00108-1597</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シンクロシフト設定</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_I/F</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設計</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rPr>
                        <a:t>未着手</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9/28</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620377">
                <a:tc>
                  <a:txBody>
                    <a:bodyPr/>
                    <a:lstStyle/>
                    <a:p>
                      <a:pPr algn="ctr">
                        <a:lnSpc>
                          <a:spcPct val="100000"/>
                        </a:lnSpc>
                        <a:buClrTx/>
                        <a:buSzTx/>
                        <a:buFontTx/>
                        <a:buNone/>
                      </a:pPr>
                      <a:r>
                        <a:rPr lang="en-US" altLang="zh-CN" sz="900" dirty="0">
                          <a:solidFill>
                            <a:schemeClr val="tx1"/>
                          </a:solidFill>
                          <a:latin typeface="Meiryo UI" panose="020B0604030504040204" pitchFamily="50" charset="-128"/>
                          <a:ea typeface="Meiryo UI" panose="020B0604030504040204" pitchFamily="50" charset="-128"/>
                        </a:rPr>
                        <a:t>37</a:t>
                      </a:r>
                      <a:endParaRPr lang="en-US" altLang="zh-CN"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SMN_00108-835</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FW</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アップデート</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rPr>
                        <a:t>未着手</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9/28</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620377">
                <a:tc>
                  <a:txBody>
                    <a:bodyPr/>
                    <a:lstStyle/>
                    <a:p>
                      <a:pPr algn="ctr">
                        <a:lnSpc>
                          <a:spcPct val="100000"/>
                        </a:lnSpc>
                        <a:buClrTx/>
                        <a:buSzTx/>
                        <a:buFontTx/>
                        <a:buNone/>
                      </a:pPr>
                      <a:r>
                        <a:rPr lang="en-US" altLang="zh-CN" sz="900" dirty="0">
                          <a:solidFill>
                            <a:schemeClr val="tx1"/>
                          </a:solidFill>
                          <a:latin typeface="Meiryo UI" panose="020B0604030504040204" pitchFamily="50" charset="-128"/>
                          <a:ea typeface="Meiryo UI" panose="020B0604030504040204" pitchFamily="50" charset="-128"/>
                        </a:rPr>
                        <a:t>38</a:t>
                      </a:r>
                      <a:endParaRPr lang="en-US" altLang="zh-CN"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SMN_00108-834</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登録バイク数上限を</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台に変更</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rPr>
                        <a:t>未着手</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9/28</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620377">
                <a:tc>
                  <a:txBody>
                    <a:bodyPr/>
                    <a:lstStyle/>
                    <a:p>
                      <a:pPr algn="ctr">
                        <a:lnSpc>
                          <a:spcPct val="100000"/>
                        </a:lnSpc>
                        <a:buClrTx/>
                        <a:buSzTx/>
                        <a:buFontTx/>
                        <a:buNone/>
                      </a:pPr>
                      <a:r>
                        <a:rPr lang="en-US" altLang="zh-CN" sz="900" dirty="0">
                          <a:solidFill>
                            <a:srgbClr val="C00000"/>
                          </a:solidFill>
                          <a:latin typeface="Meiryo UI" panose="020B0604030504040204" pitchFamily="50" charset="-128"/>
                          <a:ea typeface="Meiryo UI" panose="020B0604030504040204" pitchFamily="50" charset="-128"/>
                        </a:rPr>
                        <a:t>39</a:t>
                      </a:r>
                      <a:endParaRPr lang="en-US" altLang="zh-CN" sz="900" dirty="0">
                        <a:solidFill>
                          <a:srgbClr val="C00000"/>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C00000"/>
                          </a:solidFill>
                          <a:effectLst/>
                          <a:latin typeface="Meiryo UI" panose="020B0604030504040204" pitchFamily="50" charset="-128"/>
                          <a:ea typeface="Meiryo UI" panose="020B0604030504040204" pitchFamily="50" charset="-128"/>
                        </a:rPr>
                        <a:t>SMN_00108-1917</a:t>
                      </a:r>
                      <a:endParaRPr lang="en-US" sz="900" b="0" i="0" u="none" strike="noStrike" dirty="0">
                        <a:solidFill>
                          <a:srgbClr val="C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altLang="ja-JP" sz="900" b="0" i="0" u="none" strike="noStrike" dirty="0" err="1">
                          <a:solidFill>
                            <a:srgbClr val="C00000"/>
                          </a:solidFill>
                          <a:effectLst/>
                          <a:latin typeface="Meiryo UI" panose="020B0604030504040204" pitchFamily="50" charset="-128"/>
                          <a:ea typeface="Meiryo UI" panose="020B0604030504040204" pitchFamily="50" charset="-128"/>
                        </a:rPr>
                        <a:t>getReports</a:t>
                      </a:r>
                      <a:r>
                        <a:rPr lang="en-US" altLang="ja-JP" sz="900" b="0" i="0" u="none" strike="noStrike" dirty="0">
                          <a:solidFill>
                            <a:srgbClr val="C00000"/>
                          </a:solidFill>
                          <a:effectLst/>
                          <a:latin typeface="Meiryo UI" panose="020B0604030504040204" pitchFamily="50" charset="-128"/>
                          <a:ea typeface="Meiryo UI" panose="020B0604030504040204" pitchFamily="50" charset="-128"/>
                        </a:rPr>
                        <a:t> SDK</a:t>
                      </a:r>
                      <a:r>
                        <a:rPr lang="ja-JP" altLang="en-US" sz="900" b="0" i="0" u="none" strike="noStrike" dirty="0">
                          <a:solidFill>
                            <a:srgbClr val="C00000"/>
                          </a:solidFill>
                          <a:effectLst/>
                          <a:latin typeface="Meiryo UI" panose="020B0604030504040204" pitchFamily="50" charset="-128"/>
                          <a:ea typeface="Meiryo UI" panose="020B0604030504040204" pitchFamily="50" charset="-128"/>
                        </a:rPr>
                        <a:t>内部処理の修正</a:t>
                      </a:r>
                      <a:endParaRPr lang="ja-JP" altLang="en-US" sz="900" b="0" i="0" u="none" strike="noStrike" dirty="0">
                        <a:solidFill>
                          <a:srgbClr val="C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rPr>
                        <a:t>未着手</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9/28</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3"/>
          </p:nvPr>
        </p:nvSpPr>
        <p:spPr>
          <a:xfrm>
            <a:off x="469384" y="181629"/>
            <a:ext cx="10210270" cy="572828"/>
          </a:xfrm>
        </p:spPr>
        <p:txBody>
          <a:bodyPr>
            <a:normAutofit fontScale="97500"/>
          </a:bodyPr>
          <a:lstStyle/>
          <a:p>
            <a:pPr lvl="0"/>
            <a:r>
              <a:rPr lang="ja-JP" altLang="en-US" dirty="0">
                <a:solidFill>
                  <a:schemeClr val="tx1">
                    <a:lumMod val="85000"/>
                    <a:lumOff val="15000"/>
                  </a:schemeClr>
                </a:solidFill>
                <a:latin typeface="Meiryo UI" panose="020B0604030504040204" pitchFamily="50" charset="-128"/>
                <a:ea typeface="Meiryo UI" panose="020B0604030504040204" pitchFamily="50" charset="-128"/>
              </a:rPr>
              <a:t>全体</a:t>
            </a:r>
            <a:r>
              <a:rPr lang="en-US" altLang="ja-JP" dirty="0" err="1">
                <a:latin typeface="Meiryo UI" panose="020B0604030504040204" pitchFamily="50" charset="-128"/>
                <a:ea typeface="Meiryo UI" panose="020B0604030504040204" pitchFamily="50" charset="-128"/>
                <a:sym typeface="+mn-ea"/>
              </a:rPr>
              <a:t>対応スケジュール</a:t>
            </a:r>
            <a:r>
              <a:rPr lang="ja-JP" altLang="en-US" dirty="0">
                <a:latin typeface="Meiryo UI" panose="020B0604030504040204" pitchFamily="50" charset="-128"/>
                <a:ea typeface="Meiryo UI" panose="020B0604030504040204" pitchFamily="50" charset="-128"/>
                <a:sym typeface="+mn-ea"/>
              </a:rPr>
              <a:t>（実装・</a:t>
            </a:r>
            <a:r>
              <a:rPr lang="en-US" altLang="ja-JP" dirty="0">
                <a:latin typeface="Meiryo UI" panose="020B0604030504040204" pitchFamily="50" charset="-128"/>
                <a:ea typeface="Meiryo UI" panose="020B0604030504040204" pitchFamily="50" charset="-128"/>
                <a:sym typeface="+mn-ea"/>
              </a:rPr>
              <a:t>UT</a:t>
            </a:r>
            <a:r>
              <a:rPr lang="ja-JP" altLang="en-US" dirty="0">
                <a:latin typeface="Meiryo UI" panose="020B0604030504040204" pitchFamily="50" charset="-128"/>
                <a:ea typeface="Meiryo UI" panose="020B0604030504040204" pitchFamily="50" charset="-128"/>
                <a:sym typeface="+mn-ea"/>
              </a:rPr>
              <a:t>）</a:t>
            </a:r>
            <a:endParaRPr lang="ja-JP" altLang="en-US" dirty="0">
              <a:latin typeface="Meiryo UI" panose="020B0604030504040204" pitchFamily="50" charset="-128"/>
              <a:ea typeface="Meiryo UI" panose="020B0604030504040204" pitchFamily="50" charset="-128"/>
              <a:sym typeface="+mn-ea"/>
            </a:endParaRPr>
          </a:p>
        </p:txBody>
      </p:sp>
      <p:graphicFrame>
        <p:nvGraphicFramePr>
          <p:cNvPr id="5" name="表 4"/>
          <p:cNvGraphicFramePr>
            <a:graphicFrameLocks noGrp="1"/>
          </p:cNvGraphicFramePr>
          <p:nvPr>
            <p:custDataLst>
              <p:tags r:id="rId1"/>
            </p:custDataLst>
          </p:nvPr>
        </p:nvGraphicFramePr>
        <p:xfrm>
          <a:off x="351608" y="831183"/>
          <a:ext cx="11282752" cy="5270360"/>
        </p:xfrm>
        <a:graphic>
          <a:graphicData uri="http://schemas.openxmlformats.org/drawingml/2006/table">
            <a:tbl>
              <a:tblPr firstRow="1" bandRow="1"/>
              <a:tblGrid>
                <a:gridCol w="579141"/>
                <a:gridCol w="1513627"/>
                <a:gridCol w="2335530"/>
                <a:gridCol w="655986"/>
                <a:gridCol w="1154406"/>
                <a:gridCol w="1226938"/>
                <a:gridCol w="3817124"/>
              </a:tblGrid>
              <a:tr h="986624">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lnSpc>
                          <a:spcPct val="100000"/>
                        </a:lnSpc>
                      </a:pPr>
                      <a:r>
                        <a:rPr lang="en-US" altLang="zh-CN" sz="900" dirty="0">
                          <a:latin typeface="Meiryo UI" panose="020B0604030504040204" pitchFamily="50" charset="-128"/>
                          <a:ea typeface="Meiryo UI" panose="020B0604030504040204" pitchFamily="50" charset="-128"/>
                        </a:rPr>
                        <a:t>No.</a:t>
                      </a:r>
                      <a:endParaRPr lang="zh-CN" altLang="en-US" sz="900" dirty="0">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900" dirty="0">
                          <a:solidFill>
                            <a:schemeClr val="bg1"/>
                          </a:solidFill>
                          <a:latin typeface="Meiryo UI" panose="020B0604030504040204" pitchFamily="50" charset="-128"/>
                          <a:ea typeface="SimSun" panose="02010600030101010101" pitchFamily="2" charset="-122"/>
                        </a:rPr>
                        <a:t>JIRA</a:t>
                      </a:r>
                      <a:endParaRPr kumimoji="1" lang="en-US" altLang="zh-CN" sz="900" dirty="0">
                        <a:solidFill>
                          <a:schemeClr val="bg1"/>
                        </a:solidFill>
                        <a:latin typeface="Meiryo UI" panose="020B0604030504040204" pitchFamily="50" charset="-128"/>
                        <a:ea typeface="SimSun" panose="02010600030101010101" pitchFamily="2"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dirty="0">
                          <a:solidFill>
                            <a:schemeClr val="bg1"/>
                          </a:solidFill>
                          <a:latin typeface="Meiryo UI" panose="020B0604030504040204" pitchFamily="50" charset="-128"/>
                          <a:ea typeface="Meiryo UI" panose="020B0604030504040204" pitchFamily="50" charset="-128"/>
                        </a:rPr>
                        <a:t>作業内容</a:t>
                      </a:r>
                      <a:endParaRPr kumimoji="1" lang="ja-JP" altLang="en-US" sz="900" dirty="0">
                        <a:solidFill>
                          <a:schemeClr val="bg1"/>
                        </a:solidFill>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状態</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実装・</a:t>
                      </a:r>
                      <a:r>
                        <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UT</a:t>
                      </a:r>
                      <a:endPar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（提出時間）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実装・</a:t>
                      </a:r>
                      <a:r>
                        <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UT</a:t>
                      </a:r>
                      <a:endPar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（レビュー完了時間）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r>
              <a:tr h="797055">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1</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SMN_00108-752</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変速アジャスト</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4/24</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4/30</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2"/>
                        </a:rPr>
                        <a:t>＃</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2"/>
                        </a:rPr>
                        <a:t>510</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r>
              <a:tr h="722222">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ja-JP" altLang="en-US" sz="900" dirty="0">
                          <a:latin typeface="Meiryo UI" panose="020B0604030504040204" pitchFamily="50" charset="-128"/>
                          <a:ea typeface="Meiryo UI" panose="020B0604030504040204" pitchFamily="50" charset="-128"/>
                        </a:rPr>
                        <a:t>２</a:t>
                      </a:r>
                      <a:endParaRPr lang="ja-JP" altLang="en-US"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SMN_00108-821 </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未ログイン利用バイク登録</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マージ済み</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4/24</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4/30</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3"/>
                        </a:rPr>
                        <a:t>#509</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r>
              <a:tr h="1031995">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3</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SMN_00108-866</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アシストキャリーオーバーの設定項目追加</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4/24</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4/30</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b="1" dirty="0">
                          <a:solidFill>
                            <a:schemeClr val="tx1"/>
                          </a:solidFill>
                          <a:latin typeface="Meiryo UI" panose="020B0604030504040204" pitchFamily="50" charset="-128"/>
                          <a:ea typeface="Meiryo UI" panose="020B0604030504040204" pitchFamily="50" charset="-128"/>
                          <a:sym typeface="+mn-ea"/>
                        </a:rPr>
                        <a:t>PR</a:t>
                      </a:r>
                      <a:r>
                        <a:rPr lang="ja-JP" altLang="en-US" sz="900" b="1" dirty="0">
                          <a:solidFill>
                            <a:schemeClr val="tx1"/>
                          </a:solidFill>
                          <a:latin typeface="Meiryo UI" panose="020B0604030504040204" pitchFamily="50" charset="-128"/>
                          <a:ea typeface="Meiryo UI" panose="020B0604030504040204" pitchFamily="50" charset="-128"/>
                          <a:sym typeface="+mn-ea"/>
                        </a:rPr>
                        <a:t>提出済  </a:t>
                      </a: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4"/>
                        </a:rPr>
                        <a:t>#506</a:t>
                      </a: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マージ済み</a:t>
                      </a: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r>
              <a:tr h="753548">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4</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SMN_00108-925</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ギアの使用割合の表示</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マージ済み</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4/24</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4/30</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5"/>
                        </a:rPr>
                        <a:t>＃</a:t>
                      </a: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5"/>
                        </a:rPr>
                        <a:t>507</a:t>
                      </a:r>
                      <a:r>
                        <a:rPr kumimoji="1"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マージ済み</a:t>
                      </a: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r>
              <a:tr h="978916">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5</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SMN_00108-862</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rtl="0" fontAlgn="ctr"/>
                      <a:r>
                        <a:rPr lang="zh-TW" altLang="en-US" sz="900" b="0" i="0" u="none" strike="noStrike" dirty="0">
                          <a:solidFill>
                            <a:srgbClr val="000000"/>
                          </a:solidFill>
                          <a:effectLst/>
                          <a:latin typeface="Meiryo UI" panose="020B0604030504040204" pitchFamily="50" charset="-128"/>
                          <a:ea typeface="Meiryo UI" panose="020B0604030504040204" pitchFamily="50" charset="-128"/>
                        </a:rPr>
                        <a:t>多段変速設定</a:t>
                      </a:r>
                      <a:endParaRPr lang="zh-TW"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マージ済み</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4/24</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4/30</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u="none" dirty="0">
                          <a:solidFill>
                            <a:schemeClr val="tx1"/>
                          </a:solidFill>
                          <a:latin typeface="Meiryo UI" panose="020B0604030504040204" pitchFamily="50" charset="-128"/>
                          <a:ea typeface="Meiryo UI" panose="020B0604030504040204" pitchFamily="50" charset="-128"/>
                          <a:sym typeface="+mn-ea"/>
                        </a:rPr>
                        <a:t>PR</a:t>
                      </a:r>
                      <a:r>
                        <a:rPr lang="ja-JP" altLang="en-US" sz="900" b="1" u="none" dirty="0">
                          <a:solidFill>
                            <a:schemeClr val="tx1"/>
                          </a:solidFill>
                          <a:latin typeface="Meiryo UI" panose="020B0604030504040204" pitchFamily="50" charset="-128"/>
                          <a:ea typeface="Meiryo UI" panose="020B0604030504040204" pitchFamily="50" charset="-128"/>
                          <a:sym typeface="+mn-ea"/>
                        </a:rPr>
                        <a:t>提出済　</a:t>
                      </a:r>
                      <a:r>
                        <a:rPr lang="ja-JP" altLang="en-US" sz="900" b="1" u="none" dirty="0">
                          <a:solidFill>
                            <a:schemeClr val="tx1"/>
                          </a:solidFill>
                          <a:latin typeface="Meiryo UI" panose="020B0604030504040204" pitchFamily="50" charset="-128"/>
                          <a:ea typeface="Meiryo UI" panose="020B0604030504040204" pitchFamily="50" charset="-128"/>
                          <a:sym typeface="+mn-ea"/>
                          <a:hlinkClick r:id="rId6"/>
                        </a:rPr>
                        <a:t>＃</a:t>
                      </a:r>
                      <a:r>
                        <a:rPr lang="en-US" altLang="ja-JP" sz="900" b="1" u="none" dirty="0">
                          <a:solidFill>
                            <a:schemeClr val="tx1"/>
                          </a:solidFill>
                          <a:latin typeface="Meiryo UI" panose="020B0604030504040204" pitchFamily="50" charset="-128"/>
                          <a:ea typeface="Meiryo UI" panose="020B0604030504040204" pitchFamily="50" charset="-128"/>
                          <a:sym typeface="+mn-ea"/>
                          <a:hlinkClick r:id="rId6"/>
                        </a:rPr>
                        <a:t>508</a:t>
                      </a:r>
                      <a:r>
                        <a:rPr lang="en-US" altLang="ja-JP" sz="900" b="1" u="none" dirty="0">
                          <a:solidFill>
                            <a:schemeClr val="tx1"/>
                          </a:solidFill>
                          <a:latin typeface="Meiryo UI" panose="020B0604030504040204" pitchFamily="50" charset="-128"/>
                          <a:ea typeface="Meiryo UI" panose="020B0604030504040204" pitchFamily="50" charset="-128"/>
                          <a:sym typeface="+mn-ea"/>
                        </a:rPr>
                        <a:t>  </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マージ済み</a:t>
                      </a:r>
                      <a:endParaRPr lang="en-US" altLang="ja-JP" sz="900" b="1" u="none"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3"/>
          </p:nvPr>
        </p:nvSpPr>
        <p:spPr>
          <a:xfrm>
            <a:off x="469384" y="181629"/>
            <a:ext cx="10210270" cy="572828"/>
          </a:xfrm>
        </p:spPr>
        <p:txBody>
          <a:bodyPr>
            <a:normAutofit fontScale="97500"/>
          </a:bodyPr>
          <a:lstStyle/>
          <a:p>
            <a:pPr lvl="0"/>
            <a:r>
              <a:rPr lang="ja-JP" altLang="en-US" dirty="0">
                <a:solidFill>
                  <a:schemeClr val="tx1">
                    <a:lumMod val="85000"/>
                    <a:lumOff val="15000"/>
                  </a:schemeClr>
                </a:solidFill>
                <a:latin typeface="Meiryo UI" panose="020B0604030504040204" pitchFamily="50" charset="-128"/>
                <a:ea typeface="Meiryo UI" panose="020B0604030504040204" pitchFamily="50" charset="-128"/>
              </a:rPr>
              <a:t>全体</a:t>
            </a:r>
            <a:r>
              <a:rPr lang="en-US" altLang="ja-JP" dirty="0" err="1">
                <a:latin typeface="Meiryo UI" panose="020B0604030504040204" pitchFamily="50" charset="-128"/>
                <a:ea typeface="Meiryo UI" panose="020B0604030504040204" pitchFamily="50" charset="-128"/>
                <a:sym typeface="+mn-ea"/>
              </a:rPr>
              <a:t>対応スケジュール</a:t>
            </a:r>
            <a:r>
              <a:rPr lang="ja-JP" altLang="en-US" dirty="0">
                <a:latin typeface="Meiryo UI" panose="020B0604030504040204" pitchFamily="50" charset="-128"/>
                <a:ea typeface="Meiryo UI" panose="020B0604030504040204" pitchFamily="50" charset="-128"/>
                <a:sym typeface="+mn-ea"/>
              </a:rPr>
              <a:t>（実装・</a:t>
            </a:r>
            <a:r>
              <a:rPr lang="en-US" altLang="ja-JP" dirty="0">
                <a:latin typeface="Meiryo UI" panose="020B0604030504040204" pitchFamily="50" charset="-128"/>
                <a:ea typeface="Meiryo UI" panose="020B0604030504040204" pitchFamily="50" charset="-128"/>
                <a:sym typeface="+mn-ea"/>
              </a:rPr>
              <a:t>UT</a:t>
            </a:r>
            <a:r>
              <a:rPr lang="ja-JP" altLang="en-US" dirty="0">
                <a:latin typeface="Meiryo UI" panose="020B0604030504040204" pitchFamily="50" charset="-128"/>
                <a:ea typeface="Meiryo UI" panose="020B0604030504040204" pitchFamily="50" charset="-128"/>
                <a:sym typeface="+mn-ea"/>
              </a:rPr>
              <a:t>）</a:t>
            </a:r>
            <a:endParaRPr lang="ja-JP" altLang="en-US" dirty="0">
              <a:latin typeface="Meiryo UI" panose="020B0604030504040204" pitchFamily="50" charset="-128"/>
              <a:ea typeface="Meiryo UI" panose="020B0604030504040204" pitchFamily="50" charset="-128"/>
              <a:sym typeface="+mn-ea"/>
            </a:endParaRPr>
          </a:p>
        </p:txBody>
      </p:sp>
      <p:graphicFrame>
        <p:nvGraphicFramePr>
          <p:cNvPr id="5" name="表 4"/>
          <p:cNvGraphicFramePr>
            <a:graphicFrameLocks noGrp="1"/>
          </p:cNvGraphicFramePr>
          <p:nvPr>
            <p:custDataLst>
              <p:tags r:id="rId1"/>
            </p:custDataLst>
          </p:nvPr>
        </p:nvGraphicFramePr>
        <p:xfrm>
          <a:off x="454624" y="1012372"/>
          <a:ext cx="11282752" cy="5431974"/>
        </p:xfrm>
        <a:graphic>
          <a:graphicData uri="http://schemas.openxmlformats.org/drawingml/2006/table">
            <a:tbl>
              <a:tblPr firstRow="1" bandRow="1"/>
              <a:tblGrid>
                <a:gridCol w="579141"/>
                <a:gridCol w="1513627"/>
                <a:gridCol w="2335530"/>
                <a:gridCol w="655986"/>
                <a:gridCol w="1154406"/>
                <a:gridCol w="1226938"/>
                <a:gridCol w="3817124"/>
              </a:tblGrid>
              <a:tr h="587165">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lnSpc>
                          <a:spcPct val="100000"/>
                        </a:lnSpc>
                      </a:pPr>
                      <a:r>
                        <a:rPr lang="en-US" altLang="zh-CN" sz="900" dirty="0">
                          <a:latin typeface="Meiryo UI" panose="020B0604030504040204" pitchFamily="50" charset="-128"/>
                          <a:ea typeface="Meiryo UI" panose="020B0604030504040204" pitchFamily="50" charset="-128"/>
                        </a:rPr>
                        <a:t>No.</a:t>
                      </a:r>
                      <a:endParaRPr lang="zh-CN" altLang="en-US" sz="900" dirty="0">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900" dirty="0">
                          <a:solidFill>
                            <a:schemeClr val="bg1"/>
                          </a:solidFill>
                          <a:latin typeface="Meiryo UI" panose="020B0604030504040204" pitchFamily="50" charset="-128"/>
                          <a:ea typeface="SimSun" panose="02010600030101010101" pitchFamily="2" charset="-122"/>
                        </a:rPr>
                        <a:t>JIRA</a:t>
                      </a:r>
                      <a:endParaRPr kumimoji="1" lang="en-US" altLang="zh-CN" sz="900" dirty="0">
                        <a:solidFill>
                          <a:schemeClr val="bg1"/>
                        </a:solidFill>
                        <a:latin typeface="Meiryo UI" panose="020B0604030504040204" pitchFamily="50" charset="-128"/>
                        <a:ea typeface="SimSun" panose="02010600030101010101" pitchFamily="2"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dirty="0">
                          <a:solidFill>
                            <a:schemeClr val="bg1"/>
                          </a:solidFill>
                          <a:latin typeface="Meiryo UI" panose="020B0604030504040204" pitchFamily="50" charset="-128"/>
                          <a:ea typeface="Meiryo UI" panose="020B0604030504040204" pitchFamily="50" charset="-128"/>
                        </a:rPr>
                        <a:t>作業内容</a:t>
                      </a:r>
                      <a:endParaRPr kumimoji="1" lang="ja-JP" altLang="en-US" sz="900" dirty="0">
                        <a:solidFill>
                          <a:schemeClr val="bg1"/>
                        </a:solidFill>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状態</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実装・</a:t>
                      </a:r>
                      <a:r>
                        <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UT</a:t>
                      </a:r>
                      <a:endPar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（提出時間）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実装・</a:t>
                      </a:r>
                      <a:r>
                        <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UT</a:t>
                      </a:r>
                      <a:endPar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（レビュー完了時間）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r>
              <a:tr h="647137">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6</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SMN_00108-842</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zh-TW" altLang="en-US" sz="900" b="0" i="0" u="none" strike="noStrike">
                          <a:solidFill>
                            <a:srgbClr val="000000"/>
                          </a:solidFill>
                          <a:effectLst/>
                          <a:latin typeface="Meiryo UI" panose="020B0604030504040204" pitchFamily="50" charset="-128"/>
                          <a:ea typeface="Meiryo UI" panose="020B0604030504040204" pitchFamily="50" charset="-128"/>
                        </a:rPr>
                        <a:t>新製品対応</a:t>
                      </a:r>
                      <a:r>
                        <a:rPr lang="en-US" altLang="zh-TW" sz="900" b="0" i="0" u="none" strike="noStrike">
                          <a:solidFill>
                            <a:srgbClr val="000000"/>
                          </a:solidFill>
                          <a:effectLst/>
                          <a:latin typeface="Meiryo UI" panose="020B0604030504040204" pitchFamily="50" charset="-128"/>
                          <a:ea typeface="Meiryo UI" panose="020B0604030504040204" pitchFamily="50" charset="-128"/>
                        </a:rPr>
                        <a:t>(PM</a:t>
                      </a:r>
                      <a:r>
                        <a:rPr lang="zh-TW" altLang="en-US" sz="900" b="0" i="0" u="none" strike="noStrike">
                          <a:solidFill>
                            <a:srgbClr val="000000"/>
                          </a:solidFill>
                          <a:effectLst/>
                          <a:latin typeface="Meiryo UI" panose="020B0604030504040204" pitchFamily="50" charset="-128"/>
                          <a:ea typeface="Meiryo UI" panose="020B0604030504040204" pitchFamily="50" charset="-128"/>
                        </a:rPr>
                        <a:t>）</a:t>
                      </a:r>
                      <a:endParaRPr lang="zh-TW"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5/29</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2"/>
                        </a:rPr>
                        <a:t>＃</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2"/>
                        </a:rPr>
                        <a:t>533</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699612">
                <a:tc>
                  <a:txBody>
                    <a:body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7</a:t>
                      </a:r>
                      <a:endParaRPr lang="ja-JP" altLang="en-US"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SMN_00108-844</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Non E-BIKE</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の対応</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5/29</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2"/>
                        </a:rPr>
                        <a:t>＃</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3"/>
                        </a:rPr>
                        <a:t>539</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699612">
                <a:tc>
                  <a:txBody>
                    <a:body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8</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SMN_00108-857</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シンクロシフト設定</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5/29</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2"/>
                        </a:rPr>
                        <a:t>＃</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4"/>
                        </a:rPr>
                        <a:t>537</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699612">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9</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a:solidFill>
                            <a:srgbClr val="000000"/>
                          </a:solidFill>
                          <a:effectLst/>
                          <a:latin typeface="Meiryo UI" panose="020B0604030504040204" pitchFamily="50" charset="-128"/>
                          <a:ea typeface="Meiryo UI" panose="020B0604030504040204" pitchFamily="50" charset="-128"/>
                        </a:rPr>
                        <a:t>SMN_00108-973</a:t>
                      </a:r>
                      <a:endParaRPr 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オートゼロオフセット設定</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5/29</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2"/>
                        </a:rPr>
                        <a:t>＃</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5"/>
                        </a:rPr>
                        <a:t>540</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699612">
                <a:tc>
                  <a:txBody>
                    <a:bodyPr/>
                    <a:lstStyle/>
                    <a:p>
                      <a:pPr algn="ctr">
                        <a:lnSpc>
                          <a:spcPct val="100000"/>
                        </a:lnSpc>
                        <a:buClrTx/>
                        <a:buSzTx/>
                        <a:buFontTx/>
                        <a:buNone/>
                      </a:pPr>
                      <a:r>
                        <a:rPr lang="en-US" altLang="zh-CN" sz="900">
                          <a:latin typeface="Meiryo UI" panose="020B0604030504040204" pitchFamily="50" charset="-128"/>
                          <a:ea typeface="Meiryo UI" panose="020B0604030504040204" pitchFamily="50" charset="-128"/>
                        </a:rPr>
                        <a:t>10</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a:solidFill>
                            <a:srgbClr val="000000"/>
                          </a:solidFill>
                          <a:effectLst/>
                          <a:latin typeface="Meiryo UI" panose="020B0604030504040204" pitchFamily="50" charset="-128"/>
                          <a:ea typeface="Meiryo UI" panose="020B0604030504040204" pitchFamily="50" charset="-128"/>
                        </a:rPr>
                        <a:t>SMN_00108-863</a:t>
                      </a:r>
                      <a:endParaRPr 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歯組設定</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5/22</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5/29</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6"/>
                        </a:rPr>
                        <a:t>#548</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699612">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11</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SMN_00108-911</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ゼロオフセット設定</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PR</a:t>
                      </a:r>
                      <a:r>
                        <a:rPr lang="ja-JP" altLang="en-US" sz="900" b="1" kern="1200" dirty="0">
                          <a:solidFill>
                            <a:srgbClr val="C00000"/>
                          </a:solidFill>
                          <a:latin typeface="Meiryo UI" panose="020B0604030504040204" pitchFamily="50" charset="-128"/>
                          <a:ea typeface="Meiryo UI" panose="020B0604030504040204" pitchFamily="50" charset="-128"/>
                          <a:cs typeface="+mn-cs"/>
                        </a:rPr>
                        <a:t>提出済</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6/18</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6"/>
                        </a:rPr>
                        <a:t>#</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7"/>
                        </a:rPr>
                        <a:t>585</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699612">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12</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SMN_00108-840</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zh-TW" altLang="en-US" sz="900" b="0" i="0" u="none" strike="noStrike" dirty="0">
                          <a:solidFill>
                            <a:srgbClr val="000000"/>
                          </a:solidFill>
                          <a:effectLst/>
                          <a:latin typeface="Meiryo UI" panose="020B0604030504040204" pitchFamily="50" charset="-128"/>
                          <a:ea typeface="Meiryo UI" panose="020B0604030504040204" pitchFamily="50" charset="-128"/>
                        </a:rPr>
                        <a:t>新製品対応</a:t>
                      </a:r>
                      <a:r>
                        <a:rPr lang="en-US" altLang="zh-TW" sz="900" b="0" i="0" u="none" strike="noStrike" dirty="0">
                          <a:solidFill>
                            <a:srgbClr val="000000"/>
                          </a:solidFill>
                          <a:effectLst/>
                          <a:latin typeface="Meiryo UI" panose="020B0604030504040204" pitchFamily="50" charset="-128"/>
                          <a:ea typeface="Meiryo UI" panose="020B0604030504040204" pitchFamily="50" charset="-128"/>
                        </a:rPr>
                        <a:t>(FD</a:t>
                      </a:r>
                      <a:r>
                        <a:rPr lang="zh-TW" altLang="en-US" sz="900" b="0" i="0" u="none" strike="noStrike" dirty="0">
                          <a:solidFill>
                            <a:srgbClr val="000000"/>
                          </a:solidFill>
                          <a:effectLst/>
                          <a:latin typeface="Meiryo UI" panose="020B0604030504040204" pitchFamily="50" charset="-128"/>
                          <a:ea typeface="Meiryo UI" panose="020B0604030504040204" pitchFamily="50" charset="-128"/>
                        </a:rPr>
                        <a:t>）</a:t>
                      </a:r>
                      <a:endParaRPr lang="zh-TW"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検討の結果、</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API</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実装は修正不要</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3"/>
          </p:nvPr>
        </p:nvSpPr>
        <p:spPr>
          <a:xfrm>
            <a:off x="469384" y="181629"/>
            <a:ext cx="10210270" cy="572828"/>
          </a:xfrm>
        </p:spPr>
        <p:txBody>
          <a:bodyPr>
            <a:normAutofit fontScale="97500"/>
          </a:bodyPr>
          <a:lstStyle/>
          <a:p>
            <a:pPr lvl="0"/>
            <a:r>
              <a:rPr lang="ja-JP" altLang="en-US" dirty="0">
                <a:solidFill>
                  <a:schemeClr val="tx1">
                    <a:lumMod val="85000"/>
                    <a:lumOff val="15000"/>
                  </a:schemeClr>
                </a:solidFill>
                <a:latin typeface="Meiryo UI" panose="020B0604030504040204" pitchFamily="50" charset="-128"/>
                <a:ea typeface="Meiryo UI" panose="020B0604030504040204" pitchFamily="50" charset="-128"/>
              </a:rPr>
              <a:t>全体</a:t>
            </a:r>
            <a:r>
              <a:rPr lang="en-US" altLang="ja-JP" dirty="0" err="1">
                <a:latin typeface="Meiryo UI" panose="020B0604030504040204" pitchFamily="50" charset="-128"/>
                <a:ea typeface="Meiryo UI" panose="020B0604030504040204" pitchFamily="50" charset="-128"/>
                <a:sym typeface="+mn-ea"/>
              </a:rPr>
              <a:t>対応スケジュール</a:t>
            </a:r>
            <a:r>
              <a:rPr lang="ja-JP" altLang="en-US" dirty="0">
                <a:latin typeface="Meiryo UI" panose="020B0604030504040204" pitchFamily="50" charset="-128"/>
                <a:ea typeface="Meiryo UI" panose="020B0604030504040204" pitchFamily="50" charset="-128"/>
                <a:sym typeface="+mn-ea"/>
              </a:rPr>
              <a:t>（実装・</a:t>
            </a:r>
            <a:r>
              <a:rPr lang="en-US" altLang="ja-JP" dirty="0">
                <a:latin typeface="Meiryo UI" panose="020B0604030504040204" pitchFamily="50" charset="-128"/>
                <a:ea typeface="Meiryo UI" panose="020B0604030504040204" pitchFamily="50" charset="-128"/>
                <a:sym typeface="+mn-ea"/>
              </a:rPr>
              <a:t>UT</a:t>
            </a:r>
            <a:r>
              <a:rPr lang="ja-JP" altLang="en-US" dirty="0">
                <a:latin typeface="Meiryo UI" panose="020B0604030504040204" pitchFamily="50" charset="-128"/>
                <a:ea typeface="Meiryo UI" panose="020B0604030504040204" pitchFamily="50" charset="-128"/>
                <a:sym typeface="+mn-ea"/>
              </a:rPr>
              <a:t>）</a:t>
            </a:r>
            <a:endParaRPr lang="ja-JP" altLang="en-US" dirty="0">
              <a:latin typeface="Meiryo UI" panose="020B0604030504040204" pitchFamily="50" charset="-128"/>
              <a:ea typeface="Meiryo UI" panose="020B0604030504040204" pitchFamily="50" charset="-128"/>
              <a:sym typeface="+mn-ea"/>
            </a:endParaRPr>
          </a:p>
        </p:txBody>
      </p:sp>
      <p:graphicFrame>
        <p:nvGraphicFramePr>
          <p:cNvPr id="5" name="表 4"/>
          <p:cNvGraphicFramePr>
            <a:graphicFrameLocks noGrp="1"/>
          </p:cNvGraphicFramePr>
          <p:nvPr>
            <p:custDataLst>
              <p:tags r:id="rId1"/>
            </p:custDataLst>
          </p:nvPr>
        </p:nvGraphicFramePr>
        <p:xfrm>
          <a:off x="373380" y="754455"/>
          <a:ext cx="11282752" cy="5385086"/>
        </p:xfrm>
        <a:graphic>
          <a:graphicData uri="http://schemas.openxmlformats.org/drawingml/2006/table">
            <a:tbl>
              <a:tblPr firstRow="1" bandRow="1"/>
              <a:tblGrid>
                <a:gridCol w="579141"/>
                <a:gridCol w="1513627"/>
                <a:gridCol w="2335530"/>
                <a:gridCol w="655986"/>
                <a:gridCol w="1154406"/>
                <a:gridCol w="1226938"/>
                <a:gridCol w="3817124"/>
              </a:tblGrid>
              <a:tr h="1027394">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lnSpc>
                          <a:spcPct val="100000"/>
                        </a:lnSpc>
                      </a:pPr>
                      <a:r>
                        <a:rPr lang="en-US" altLang="zh-CN" sz="900" dirty="0">
                          <a:latin typeface="Meiryo UI" panose="020B0604030504040204" pitchFamily="50" charset="-128"/>
                          <a:ea typeface="Meiryo UI" panose="020B0604030504040204" pitchFamily="50" charset="-128"/>
                        </a:rPr>
                        <a:t>No.</a:t>
                      </a:r>
                      <a:endParaRPr lang="zh-CN" altLang="en-US" sz="900" dirty="0">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900" dirty="0">
                          <a:solidFill>
                            <a:schemeClr val="bg1"/>
                          </a:solidFill>
                          <a:latin typeface="Meiryo UI" panose="020B0604030504040204" pitchFamily="50" charset="-128"/>
                          <a:ea typeface="SimSun" panose="02010600030101010101" pitchFamily="2" charset="-122"/>
                        </a:rPr>
                        <a:t>JIRA</a:t>
                      </a:r>
                      <a:endParaRPr kumimoji="1" lang="en-US" altLang="zh-CN" sz="900" dirty="0">
                        <a:solidFill>
                          <a:schemeClr val="bg1"/>
                        </a:solidFill>
                        <a:latin typeface="Meiryo UI" panose="020B0604030504040204" pitchFamily="50" charset="-128"/>
                        <a:ea typeface="SimSun" panose="02010600030101010101" pitchFamily="2"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dirty="0">
                          <a:solidFill>
                            <a:schemeClr val="bg1"/>
                          </a:solidFill>
                          <a:latin typeface="Meiryo UI" panose="020B0604030504040204" pitchFamily="50" charset="-128"/>
                          <a:ea typeface="Meiryo UI" panose="020B0604030504040204" pitchFamily="50" charset="-128"/>
                        </a:rPr>
                        <a:t>作業内容</a:t>
                      </a:r>
                      <a:endParaRPr kumimoji="1" lang="ja-JP" altLang="en-US" sz="900" dirty="0">
                        <a:solidFill>
                          <a:schemeClr val="bg1"/>
                        </a:solidFill>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状態</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実装・</a:t>
                      </a:r>
                      <a:r>
                        <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UT</a:t>
                      </a:r>
                      <a:endPar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（提出時間）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実装・</a:t>
                      </a:r>
                      <a:r>
                        <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UT</a:t>
                      </a:r>
                      <a:endPar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（レビュー完了時間）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r>
              <a:tr h="707168">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13</a:t>
                      </a:r>
                      <a:endParaRPr lang="ja-JP" altLang="en-US"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SMN_00108-819</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新製品対応</a:t>
                      </a:r>
                      <a:r>
                        <a:rPr lang="en-US" altLang="ja-JP" sz="900" b="0" i="0" u="none" strike="noStrike">
                          <a:solidFill>
                            <a:srgbClr val="000000"/>
                          </a:solidFill>
                          <a:effectLst/>
                          <a:latin typeface="Meiryo UI" panose="020B0604030504040204" pitchFamily="50" charset="-128"/>
                          <a:ea typeface="Meiryo UI" panose="020B0604030504040204" pitchFamily="50" charset="-128"/>
                        </a:rPr>
                        <a:t>(EW-SS305)</a:t>
                      </a:r>
                      <a:r>
                        <a:rPr lang="ja-JP" altLang="en-US" sz="900" b="0" i="0" u="none" strike="noStrike">
                          <a:solidFill>
                            <a:srgbClr val="000000"/>
                          </a:solidFill>
                          <a:effectLst/>
                          <a:latin typeface="Meiryo UI" panose="020B0604030504040204" pitchFamily="50" charset="-128"/>
                          <a:ea typeface="Meiryo UI" panose="020B0604030504040204" pitchFamily="50" charset="-128"/>
                        </a:rPr>
                        <a:t>多極スピードセンサー</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PR</a:t>
                      </a:r>
                      <a:r>
                        <a:rPr lang="ja-JP" altLang="en-US" sz="900" b="1" kern="1200" dirty="0">
                          <a:solidFill>
                            <a:srgbClr val="C00000"/>
                          </a:solidFill>
                          <a:latin typeface="Meiryo UI" panose="020B0604030504040204" pitchFamily="50" charset="-128"/>
                          <a:ea typeface="Meiryo UI" panose="020B0604030504040204" pitchFamily="50" charset="-128"/>
                          <a:cs typeface="+mn-cs"/>
                        </a:rPr>
                        <a:t>提出済</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6/18</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2"/>
                        </a:rPr>
                        <a:t>#546</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707168">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14</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SMN_00108-867</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ウォークアシストの設定項目対応</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PR</a:t>
                      </a:r>
                      <a:r>
                        <a:rPr lang="ja-JP" altLang="en-US" sz="900" b="1" kern="1200" dirty="0">
                          <a:solidFill>
                            <a:srgbClr val="C00000"/>
                          </a:solidFill>
                          <a:latin typeface="Meiryo UI" panose="020B0604030504040204" pitchFamily="50" charset="-128"/>
                          <a:ea typeface="Meiryo UI" panose="020B0604030504040204" pitchFamily="50" charset="-128"/>
                          <a:cs typeface="+mn-cs"/>
                        </a:rPr>
                        <a:t>提出済</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3"/>
                        </a:rPr>
                        <a:t>#577</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707168">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15</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a:solidFill>
                            <a:srgbClr val="000000"/>
                          </a:solidFill>
                          <a:effectLst/>
                          <a:latin typeface="Meiryo UI" panose="020B0604030504040204" pitchFamily="50" charset="-128"/>
                          <a:ea typeface="Meiryo UI" panose="020B0604030504040204" pitchFamily="50" charset="-128"/>
                        </a:rPr>
                        <a:t>SMN_00108-838</a:t>
                      </a:r>
                      <a:endParaRPr 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zh-TW" altLang="en-US" sz="900" b="0" i="0" u="none" strike="noStrike" dirty="0">
                          <a:solidFill>
                            <a:srgbClr val="000000"/>
                          </a:solidFill>
                          <a:effectLst/>
                          <a:latin typeface="Meiryo UI" panose="020B0604030504040204" pitchFamily="50" charset="-128"/>
                          <a:ea typeface="Meiryo UI" panose="020B0604030504040204" pitchFamily="50" charset="-128"/>
                        </a:rPr>
                        <a:t>新製品対応</a:t>
                      </a:r>
                      <a:r>
                        <a:rPr lang="en-US" altLang="zh-TW" sz="900" b="0" i="0" u="none" strike="noStrike" dirty="0">
                          <a:solidFill>
                            <a:srgbClr val="000000"/>
                          </a:solidFill>
                          <a:effectLst/>
                          <a:latin typeface="Meiryo UI" panose="020B0604030504040204" pitchFamily="50" charset="-128"/>
                          <a:ea typeface="Meiryo UI" panose="020B0604030504040204" pitchFamily="50" charset="-128"/>
                        </a:rPr>
                        <a:t>(ST</a:t>
                      </a:r>
                      <a:r>
                        <a:rPr lang="zh-TW" altLang="en-US" sz="900" b="0" i="0" u="none" strike="noStrike" dirty="0">
                          <a:solidFill>
                            <a:srgbClr val="000000"/>
                          </a:solidFill>
                          <a:effectLst/>
                          <a:latin typeface="Meiryo UI" panose="020B0604030504040204" pitchFamily="50" charset="-128"/>
                          <a:ea typeface="Meiryo UI" panose="020B0604030504040204" pitchFamily="50" charset="-128"/>
                        </a:rPr>
                        <a:t>）</a:t>
                      </a:r>
                      <a:endParaRPr lang="zh-TW"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PR</a:t>
                      </a:r>
                      <a:r>
                        <a:rPr lang="ja-JP" altLang="en-US" sz="900" b="1" kern="1200" dirty="0">
                          <a:solidFill>
                            <a:srgbClr val="C00000"/>
                          </a:solidFill>
                          <a:latin typeface="Meiryo UI" panose="020B0604030504040204" pitchFamily="50" charset="-128"/>
                          <a:ea typeface="Meiryo UI" panose="020B0604030504040204" pitchFamily="50" charset="-128"/>
                          <a:cs typeface="+mn-cs"/>
                        </a:rPr>
                        <a:t>提出済</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4"/>
                        </a:rPr>
                        <a:t>#582</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707168">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16</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SMN_00108-837</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zh-TW" altLang="en-US" sz="900" b="0" i="0" u="none" strike="noStrike" dirty="0">
                          <a:solidFill>
                            <a:srgbClr val="000000"/>
                          </a:solidFill>
                          <a:effectLst/>
                          <a:latin typeface="Meiryo UI" panose="020B0604030504040204" pitchFamily="50" charset="-128"/>
                          <a:ea typeface="Meiryo UI" panose="020B0604030504040204" pitchFamily="50" charset="-128"/>
                        </a:rPr>
                        <a:t>新製品対応</a:t>
                      </a:r>
                      <a:r>
                        <a:rPr lang="en-US" altLang="zh-TW" sz="900" b="0" i="0" u="none" strike="noStrike" dirty="0">
                          <a:solidFill>
                            <a:srgbClr val="000000"/>
                          </a:solidFill>
                          <a:effectLst/>
                          <a:latin typeface="Meiryo UI" panose="020B0604030504040204" pitchFamily="50" charset="-128"/>
                          <a:ea typeface="Meiryo UI" panose="020B0604030504040204" pitchFamily="50" charset="-128"/>
                        </a:rPr>
                        <a:t>(EW</a:t>
                      </a:r>
                      <a:r>
                        <a:rPr lang="zh-TW" altLang="en-US" sz="900" b="0" i="0" u="none" strike="noStrike" dirty="0">
                          <a:solidFill>
                            <a:srgbClr val="000000"/>
                          </a:solidFill>
                          <a:effectLst/>
                          <a:latin typeface="Meiryo UI" panose="020B0604030504040204" pitchFamily="50" charset="-128"/>
                          <a:ea typeface="Meiryo UI" panose="020B0604030504040204" pitchFamily="50" charset="-128"/>
                        </a:rPr>
                        <a:t>）</a:t>
                      </a:r>
                      <a:endParaRPr lang="zh-TW"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PR</a:t>
                      </a:r>
                      <a:r>
                        <a:rPr lang="ja-JP" altLang="en-US" sz="900" b="1" kern="1200" dirty="0">
                          <a:solidFill>
                            <a:srgbClr val="C00000"/>
                          </a:solidFill>
                          <a:latin typeface="Meiryo UI" panose="020B0604030504040204" pitchFamily="50" charset="-128"/>
                          <a:ea typeface="Meiryo UI" panose="020B0604030504040204" pitchFamily="50" charset="-128"/>
                          <a:cs typeface="+mn-cs"/>
                        </a:rPr>
                        <a:t>提出済</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5"/>
                        </a:rPr>
                        <a:t>#578</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764510">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17</a:t>
                      </a:r>
                      <a:endParaRPr lang="ja-JP" altLang="en-US"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a:solidFill>
                            <a:srgbClr val="000000"/>
                          </a:solidFill>
                          <a:effectLst/>
                          <a:latin typeface="Meiryo UI" panose="020B0604030504040204" pitchFamily="50" charset="-128"/>
                          <a:ea typeface="Meiryo UI" panose="020B0604030504040204" pitchFamily="50" charset="-128"/>
                        </a:rPr>
                        <a:t>SMN_00108-1083</a:t>
                      </a:r>
                      <a:endParaRPr 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マイバイク情報のお知らせ</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PR</a:t>
                      </a:r>
                      <a:r>
                        <a:rPr lang="ja-JP" altLang="en-US" sz="900" b="1" kern="1200" dirty="0">
                          <a:solidFill>
                            <a:srgbClr val="C00000"/>
                          </a:solidFill>
                          <a:latin typeface="Meiryo UI" panose="020B0604030504040204" pitchFamily="50" charset="-128"/>
                          <a:ea typeface="Meiryo UI" panose="020B0604030504040204" pitchFamily="50" charset="-128"/>
                          <a:cs typeface="+mn-cs"/>
                        </a:rPr>
                        <a:t>提出済</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6"/>
                        </a:rPr>
                        <a:t>#584</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764510">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18</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a:solidFill>
                            <a:srgbClr val="000000"/>
                          </a:solidFill>
                          <a:effectLst/>
                          <a:latin typeface="Meiryo UI" panose="020B0604030504040204" pitchFamily="50" charset="-128"/>
                          <a:ea typeface="Meiryo UI" panose="020B0604030504040204" pitchFamily="50" charset="-128"/>
                        </a:rPr>
                        <a:t>SMN_00108-836</a:t>
                      </a:r>
                      <a:endParaRPr 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zh-TW" altLang="en-US" sz="900" b="0" i="0" u="none" strike="noStrike" dirty="0">
                          <a:solidFill>
                            <a:srgbClr val="000000"/>
                          </a:solidFill>
                          <a:effectLst/>
                          <a:latin typeface="Meiryo UI" panose="020B0604030504040204" pitchFamily="50" charset="-128"/>
                          <a:ea typeface="Meiryo UI" panose="020B0604030504040204" pitchFamily="50" charset="-128"/>
                        </a:rPr>
                        <a:t>新製品対応</a:t>
                      </a:r>
                      <a:r>
                        <a:rPr lang="en-US" altLang="zh-TW" sz="900" b="0" i="0" u="none" strike="noStrike" dirty="0">
                          <a:solidFill>
                            <a:srgbClr val="000000"/>
                          </a:solidFill>
                          <a:effectLst/>
                          <a:latin typeface="Meiryo UI" panose="020B0604030504040204" pitchFamily="50" charset="-128"/>
                          <a:ea typeface="Meiryo UI" panose="020B0604030504040204" pitchFamily="50" charset="-128"/>
                        </a:rPr>
                        <a:t>(RD</a:t>
                      </a:r>
                      <a:r>
                        <a:rPr lang="zh-TW" altLang="en-US" sz="900" b="0" i="0" u="none" strike="noStrike" dirty="0">
                          <a:solidFill>
                            <a:srgbClr val="000000"/>
                          </a:solidFill>
                          <a:effectLst/>
                          <a:latin typeface="Meiryo UI" panose="020B0604030504040204" pitchFamily="50" charset="-128"/>
                          <a:ea typeface="Meiryo UI" panose="020B0604030504040204" pitchFamily="50" charset="-128"/>
                        </a:rPr>
                        <a:t>）</a:t>
                      </a:r>
                      <a:endParaRPr lang="zh-TW"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PR</a:t>
                      </a:r>
                      <a:r>
                        <a:rPr lang="ja-JP" altLang="en-US" sz="900" b="1" kern="1200" dirty="0">
                          <a:solidFill>
                            <a:srgbClr val="C00000"/>
                          </a:solidFill>
                          <a:latin typeface="Meiryo UI" panose="020B0604030504040204" pitchFamily="50" charset="-128"/>
                          <a:ea typeface="Meiryo UI" panose="020B0604030504040204" pitchFamily="50" charset="-128"/>
                          <a:cs typeface="+mn-cs"/>
                        </a:rPr>
                        <a:t>提出済</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7"/>
                        </a:rPr>
                        <a:t>#579</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3"/>
          </p:nvPr>
        </p:nvSpPr>
        <p:spPr>
          <a:xfrm>
            <a:off x="469384" y="181629"/>
            <a:ext cx="10210270" cy="572828"/>
          </a:xfrm>
        </p:spPr>
        <p:txBody>
          <a:bodyPr>
            <a:normAutofit fontScale="97500"/>
          </a:bodyPr>
          <a:lstStyle/>
          <a:p>
            <a:pPr lvl="0"/>
            <a:r>
              <a:rPr lang="ja-JP" altLang="en-US" dirty="0">
                <a:solidFill>
                  <a:schemeClr val="tx1">
                    <a:lumMod val="85000"/>
                    <a:lumOff val="15000"/>
                  </a:schemeClr>
                </a:solidFill>
                <a:latin typeface="Meiryo UI" panose="020B0604030504040204" pitchFamily="50" charset="-128"/>
                <a:ea typeface="Meiryo UI" panose="020B0604030504040204" pitchFamily="50" charset="-128"/>
              </a:rPr>
              <a:t>全体</a:t>
            </a:r>
            <a:r>
              <a:rPr lang="en-US" altLang="ja-JP" dirty="0" err="1">
                <a:latin typeface="Meiryo UI" panose="020B0604030504040204" pitchFamily="50" charset="-128"/>
                <a:ea typeface="Meiryo UI" panose="020B0604030504040204" pitchFamily="50" charset="-128"/>
                <a:sym typeface="+mn-ea"/>
              </a:rPr>
              <a:t>対応スケジュール</a:t>
            </a:r>
            <a:r>
              <a:rPr lang="ja-JP" altLang="en-US" dirty="0">
                <a:latin typeface="Meiryo UI" panose="020B0604030504040204" pitchFamily="50" charset="-128"/>
                <a:ea typeface="Meiryo UI" panose="020B0604030504040204" pitchFamily="50" charset="-128"/>
                <a:sym typeface="+mn-ea"/>
              </a:rPr>
              <a:t>（実装・</a:t>
            </a:r>
            <a:r>
              <a:rPr lang="en-US" altLang="ja-JP" dirty="0">
                <a:latin typeface="Meiryo UI" panose="020B0604030504040204" pitchFamily="50" charset="-128"/>
                <a:ea typeface="Meiryo UI" panose="020B0604030504040204" pitchFamily="50" charset="-128"/>
                <a:sym typeface="+mn-ea"/>
              </a:rPr>
              <a:t>UT</a:t>
            </a:r>
            <a:r>
              <a:rPr lang="ja-JP" altLang="en-US" dirty="0">
                <a:latin typeface="Meiryo UI" panose="020B0604030504040204" pitchFamily="50" charset="-128"/>
                <a:ea typeface="Meiryo UI" panose="020B0604030504040204" pitchFamily="50" charset="-128"/>
                <a:sym typeface="+mn-ea"/>
              </a:rPr>
              <a:t>）</a:t>
            </a:r>
            <a:endParaRPr lang="ja-JP" altLang="en-US" dirty="0">
              <a:latin typeface="Meiryo UI" panose="020B0604030504040204" pitchFamily="50" charset="-128"/>
              <a:ea typeface="Meiryo UI" panose="020B0604030504040204" pitchFamily="50" charset="-128"/>
              <a:sym typeface="+mn-ea"/>
            </a:endParaRPr>
          </a:p>
        </p:txBody>
      </p:sp>
      <p:graphicFrame>
        <p:nvGraphicFramePr>
          <p:cNvPr id="5" name="表 4"/>
          <p:cNvGraphicFramePr>
            <a:graphicFrameLocks noGrp="1"/>
          </p:cNvGraphicFramePr>
          <p:nvPr>
            <p:custDataLst>
              <p:tags r:id="rId1"/>
            </p:custDataLst>
          </p:nvPr>
        </p:nvGraphicFramePr>
        <p:xfrm>
          <a:off x="275408" y="754457"/>
          <a:ext cx="11089278" cy="5401564"/>
        </p:xfrm>
        <a:graphic>
          <a:graphicData uri="http://schemas.openxmlformats.org/drawingml/2006/table">
            <a:tbl>
              <a:tblPr firstRow="1" bandRow="1"/>
              <a:tblGrid>
                <a:gridCol w="569210"/>
                <a:gridCol w="1487672"/>
                <a:gridCol w="2295481"/>
                <a:gridCol w="644737"/>
                <a:gridCol w="1134610"/>
                <a:gridCol w="1205899"/>
                <a:gridCol w="3751669"/>
              </a:tblGrid>
              <a:tr h="522592">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lnSpc>
                          <a:spcPct val="100000"/>
                        </a:lnSpc>
                      </a:pPr>
                      <a:r>
                        <a:rPr lang="en-US" altLang="zh-CN" sz="900" dirty="0">
                          <a:latin typeface="Meiryo UI" panose="020B0604030504040204" pitchFamily="50" charset="-128"/>
                          <a:ea typeface="Meiryo UI" panose="020B0604030504040204" pitchFamily="50" charset="-128"/>
                        </a:rPr>
                        <a:t>No.</a:t>
                      </a:r>
                      <a:endParaRPr lang="zh-CN" altLang="en-US" sz="900" dirty="0">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900" dirty="0">
                          <a:solidFill>
                            <a:schemeClr val="bg1"/>
                          </a:solidFill>
                          <a:latin typeface="Meiryo UI" panose="020B0604030504040204" pitchFamily="50" charset="-128"/>
                          <a:ea typeface="SimSun" panose="02010600030101010101" pitchFamily="2" charset="-122"/>
                        </a:rPr>
                        <a:t>JIRA</a:t>
                      </a:r>
                      <a:endParaRPr kumimoji="1" lang="en-US" altLang="zh-CN" sz="900" dirty="0">
                        <a:solidFill>
                          <a:schemeClr val="bg1"/>
                        </a:solidFill>
                        <a:latin typeface="Meiryo UI" panose="020B0604030504040204" pitchFamily="50" charset="-128"/>
                        <a:ea typeface="SimSun" panose="02010600030101010101" pitchFamily="2"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dirty="0">
                          <a:solidFill>
                            <a:schemeClr val="bg1"/>
                          </a:solidFill>
                          <a:latin typeface="Meiryo UI" panose="020B0604030504040204" pitchFamily="50" charset="-128"/>
                          <a:ea typeface="Meiryo UI" panose="020B0604030504040204" pitchFamily="50" charset="-128"/>
                        </a:rPr>
                        <a:t>作業内容</a:t>
                      </a:r>
                      <a:endParaRPr kumimoji="1" lang="ja-JP" altLang="en-US" sz="900" dirty="0">
                        <a:solidFill>
                          <a:schemeClr val="bg1"/>
                        </a:solidFill>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状態</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実装・</a:t>
                      </a:r>
                      <a:r>
                        <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UT</a:t>
                      </a:r>
                      <a:endPar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（提出時間）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実装・</a:t>
                      </a:r>
                      <a:r>
                        <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UT</a:t>
                      </a:r>
                      <a:endPar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（レビュー完了時間）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r>
              <a:tr h="360624">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19</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SMN_00108-530 </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BES3</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など他社バッテリーによる</a:t>
                      </a:r>
                      <a:r>
                        <a:rPr lang="en-US" altLang="ja-JP" sz="900" b="0" i="0" u="none" strike="noStrike">
                          <a:solidFill>
                            <a:srgbClr val="000000"/>
                          </a:solidFill>
                          <a:effectLst/>
                          <a:latin typeface="Meiryo UI" panose="020B0604030504040204" pitchFamily="50" charset="-128"/>
                          <a:ea typeface="Meiryo UI" panose="020B0604030504040204" pitchFamily="50" charset="-128"/>
                        </a:rPr>
                        <a:t>Di2</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バイク対応</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60624">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20</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SMN_00108-1048</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パワー関連表示の対応</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PR</a:t>
                      </a:r>
                      <a:r>
                        <a:rPr lang="ja-JP" altLang="en-US" sz="900" b="1" kern="1200" dirty="0">
                          <a:solidFill>
                            <a:srgbClr val="C00000"/>
                          </a:solidFill>
                          <a:latin typeface="Meiryo UI" panose="020B0604030504040204" pitchFamily="50" charset="-128"/>
                          <a:ea typeface="Meiryo UI" panose="020B0604030504040204" pitchFamily="50" charset="-128"/>
                          <a:cs typeface="+mn-cs"/>
                        </a:rPr>
                        <a:t>提出済</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2"/>
                        </a:rPr>
                        <a:t>#583</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360624">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21</a:t>
                      </a:r>
                      <a:endParaRPr lang="ja-JP" altLang="en-US"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a:solidFill>
                            <a:srgbClr val="000000"/>
                          </a:solidFill>
                          <a:effectLst/>
                          <a:latin typeface="Meiryo UI" panose="020B0604030504040204" pitchFamily="50" charset="-128"/>
                          <a:ea typeface="Meiryo UI" panose="020B0604030504040204" pitchFamily="50" charset="-128"/>
                        </a:rPr>
                        <a:t>SMN_00108-820</a:t>
                      </a:r>
                      <a:endParaRPr 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SC</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のカスタマイズに傾斜角度の追加</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PR</a:t>
                      </a:r>
                      <a:r>
                        <a:rPr lang="ja-JP" altLang="en-US" sz="900" b="1" kern="1200" dirty="0">
                          <a:solidFill>
                            <a:srgbClr val="C00000"/>
                          </a:solidFill>
                          <a:latin typeface="Meiryo UI" panose="020B0604030504040204" pitchFamily="50" charset="-128"/>
                          <a:ea typeface="Meiryo UI" panose="020B0604030504040204" pitchFamily="50" charset="-128"/>
                          <a:cs typeface="+mn-cs"/>
                        </a:rPr>
                        <a:t>提出済</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3"/>
                        </a:rPr>
                        <a:t>#580</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360624">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22</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a:solidFill>
                            <a:srgbClr val="000000"/>
                          </a:solidFill>
                          <a:effectLst/>
                          <a:latin typeface="Meiryo UI" panose="020B0604030504040204" pitchFamily="50" charset="-128"/>
                          <a:ea typeface="Meiryo UI" panose="020B0604030504040204" pitchFamily="50" charset="-128"/>
                        </a:rPr>
                        <a:t>SMN_00108-1240</a:t>
                      </a:r>
                      <a:endParaRPr 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パーツ一覧画面で</a:t>
                      </a:r>
                      <a:r>
                        <a:rPr lang="en-US" altLang="ja-JP" sz="900" b="0" i="0" u="none" strike="noStrike">
                          <a:solidFill>
                            <a:srgbClr val="000000"/>
                          </a:solidFill>
                          <a:effectLst/>
                          <a:latin typeface="Meiryo UI" panose="020B0604030504040204" pitchFamily="50" charset="-128"/>
                          <a:ea typeface="Meiryo UI" panose="020B0604030504040204" pitchFamily="50" charset="-128"/>
                        </a:rPr>
                        <a:t>RD</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a:t>
                      </a:r>
                      <a:r>
                        <a:rPr lang="en-US" altLang="ja-JP" sz="900" b="0" i="0" u="none" strike="noStrike">
                          <a:solidFill>
                            <a:srgbClr val="000000"/>
                          </a:solidFill>
                          <a:effectLst/>
                          <a:latin typeface="Meiryo UI" panose="020B0604030504040204" pitchFamily="50" charset="-128"/>
                          <a:ea typeface="Meiryo UI" panose="020B0604030504040204" pitchFamily="50" charset="-128"/>
                        </a:rPr>
                        <a:t>BLE</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a:t>
                      </a:r>
                      <a:r>
                        <a:rPr lang="en-US" altLang="ja-JP" sz="900" b="0" i="0" u="none" strike="noStrike">
                          <a:solidFill>
                            <a:srgbClr val="000000"/>
                          </a:solidFill>
                          <a:effectLst/>
                          <a:latin typeface="Meiryo UI" panose="020B0604030504040204" pitchFamily="50" charset="-128"/>
                          <a:ea typeface="Meiryo UI" panose="020B0604030504040204" pitchFamily="50" charset="-128"/>
                        </a:rPr>
                        <a:t>MAC</a:t>
                      </a:r>
                      <a:r>
                        <a:rPr lang="ja-JP" altLang="en-US" sz="900" b="0" i="0" u="none" strike="noStrike">
                          <a:solidFill>
                            <a:srgbClr val="000000"/>
                          </a:solidFill>
                          <a:effectLst/>
                          <a:latin typeface="Meiryo UI" panose="020B0604030504040204" pitchFamily="50" charset="-128"/>
                          <a:ea typeface="Meiryo UI" panose="020B0604030504040204" pitchFamily="50" charset="-128"/>
                        </a:rPr>
                        <a:t>アドレスを表示する。</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60624">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23</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a:solidFill>
                            <a:srgbClr val="000000"/>
                          </a:solidFill>
                          <a:effectLst/>
                          <a:latin typeface="Meiryo UI" panose="020B0604030504040204" pitchFamily="50" charset="-128"/>
                          <a:ea typeface="Meiryo UI" panose="020B0604030504040204" pitchFamily="50" charset="-128"/>
                        </a:rPr>
                        <a:t>SMN_00108-1021</a:t>
                      </a:r>
                      <a:endParaRPr 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オートロギング </a:t>
                      </a:r>
                      <a:r>
                        <a:rPr lang="en-US" sz="900" b="0" i="0" u="none" strike="noStrike">
                          <a:solidFill>
                            <a:srgbClr val="000000"/>
                          </a:solidFill>
                          <a:effectLst/>
                          <a:latin typeface="Meiryo UI" panose="020B0604030504040204" pitchFamily="50" charset="-128"/>
                          <a:ea typeface="Meiryo UI" panose="020B0604030504040204" pitchFamily="50" charset="-128"/>
                        </a:rPr>
                        <a:t>Non E-BIKE</a:t>
                      </a:r>
                      <a:r>
                        <a:rPr lang="ja-JP" altLang="en-US" sz="900" b="0" i="0" u="none" strike="noStrike">
                          <a:solidFill>
                            <a:srgbClr val="000000"/>
                          </a:solidFill>
                          <a:effectLst/>
                          <a:latin typeface="Meiryo UI" panose="020B0604030504040204" pitchFamily="50" charset="-128"/>
                          <a:ea typeface="Meiryo UI" panose="020B0604030504040204" pitchFamily="50" charset="-128"/>
                        </a:rPr>
                        <a:t>対応</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60624">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24</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SMN_00108-1215</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R93 DURA-ACE </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エンバルゴ前の対応</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PR</a:t>
                      </a:r>
                      <a:r>
                        <a:rPr lang="ja-JP" altLang="en-US" sz="900" b="1" kern="1200" dirty="0">
                          <a:solidFill>
                            <a:srgbClr val="C00000"/>
                          </a:solidFill>
                          <a:latin typeface="Meiryo UI" panose="020B0604030504040204" pitchFamily="50" charset="-128"/>
                          <a:ea typeface="Meiryo UI" panose="020B0604030504040204" pitchFamily="50" charset="-128"/>
                          <a:cs typeface="+mn-cs"/>
                        </a:rPr>
                        <a:t>提出済</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PR</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提出済 </a:t>
                      </a: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hlinkClick r:id="rId4"/>
                        </a:rPr>
                        <a:t>#581</a:t>
                      </a:r>
                      <a:r>
                        <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　マージ済み</a:t>
                      </a: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r>
              <a:tr h="360624">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25</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a:solidFill>
                            <a:srgbClr val="000000"/>
                          </a:solidFill>
                          <a:effectLst/>
                          <a:latin typeface="Meiryo UI" panose="020B0604030504040204" pitchFamily="50" charset="-128"/>
                          <a:ea typeface="Meiryo UI" panose="020B0604030504040204" pitchFamily="50" charset="-128"/>
                        </a:rPr>
                        <a:t>SMN_00108-1761</a:t>
                      </a:r>
                      <a:endParaRPr 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Non-E</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PM </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の設定における機能有効判定関連</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89866">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26</a:t>
                      </a:r>
                      <a:endParaRPr lang="ja-JP" altLang="en-US"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a:solidFill>
                            <a:srgbClr val="000000"/>
                          </a:solidFill>
                          <a:effectLst/>
                          <a:latin typeface="Meiryo UI" panose="020B0604030504040204" pitchFamily="50" charset="-128"/>
                          <a:ea typeface="Meiryo UI" panose="020B0604030504040204" pitchFamily="50" charset="-128"/>
                        </a:rPr>
                        <a:t>SMN_00108-1800</a:t>
                      </a:r>
                      <a:endParaRPr 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対応する</a:t>
                      </a:r>
                      <a:r>
                        <a:rPr lang="en-US" altLang="ja-JP" sz="900" b="0" i="0" u="none" strike="noStrike">
                          <a:solidFill>
                            <a:srgbClr val="000000"/>
                          </a:solidFill>
                          <a:effectLst/>
                          <a:latin typeface="Meiryo UI" panose="020B0604030504040204" pitchFamily="50" charset="-128"/>
                          <a:ea typeface="Meiryo UI" panose="020B0604030504040204" pitchFamily="50" charset="-128"/>
                        </a:rPr>
                        <a:t>3rdParty</a:t>
                      </a:r>
                      <a:r>
                        <a:rPr lang="ja-JP" altLang="en-US" sz="900" b="0" i="0" u="none" strike="noStrike">
                          <a:solidFill>
                            <a:srgbClr val="000000"/>
                          </a:solidFill>
                          <a:effectLst/>
                          <a:latin typeface="Meiryo UI" panose="020B0604030504040204" pitchFamily="50" charset="-128"/>
                          <a:ea typeface="Meiryo UI" panose="020B0604030504040204" pitchFamily="50" charset="-128"/>
                        </a:rPr>
                        <a:t>センサーの追加</a:t>
                      </a:r>
                      <a:r>
                        <a:rPr lang="en-US" altLang="ja-JP" sz="900" b="0" i="0" u="none" strike="noStrike">
                          <a:solidFill>
                            <a:srgbClr val="000000"/>
                          </a:solidFill>
                          <a:effectLst/>
                          <a:latin typeface="Meiryo UI" panose="020B0604030504040204" pitchFamily="50" charset="-128"/>
                          <a:ea typeface="Meiryo UI" panose="020B0604030504040204" pitchFamily="50" charset="-128"/>
                        </a:rPr>
                        <a:t>_MyBike</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へのタイヤ周長登録と取得の変更</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ja-JP" sz="900" b="1" u="none"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89866">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27</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a:solidFill>
                            <a:srgbClr val="000000"/>
                          </a:solidFill>
                          <a:effectLst/>
                          <a:latin typeface="Meiryo UI" panose="020B0604030504040204" pitchFamily="50" charset="-128"/>
                          <a:ea typeface="Meiryo UI" panose="020B0604030504040204" pitchFamily="50" charset="-128"/>
                        </a:rPr>
                        <a:t>SMN_00108-1597</a:t>
                      </a:r>
                      <a:endParaRPr 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シンクロシフト設定</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_I/F</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設計</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89866">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28</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SMN_00108-972</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対応する</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3rdParty</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センサーの追加</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89866">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29</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SMN_00108-864 </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パワーメーターのアドバタイズモード切替</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ja-JP" sz="900" b="1" u="none"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89866">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30</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SMN_00108-859</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ライド画面の表示に傾斜角度を追加</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ja-JP" sz="900" b="1" u="none"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89866">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31</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a:solidFill>
                            <a:srgbClr val="000000"/>
                          </a:solidFill>
                          <a:effectLst/>
                          <a:latin typeface="Meiryo UI" panose="020B0604030504040204" pitchFamily="50" charset="-128"/>
                          <a:ea typeface="Meiryo UI" panose="020B0604030504040204" pitchFamily="50" charset="-128"/>
                        </a:rPr>
                        <a:t>SMN_00108-511 </a:t>
                      </a:r>
                      <a:endParaRPr 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新製品対応</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a:t>
                      </a:r>
                      <a:r>
                        <a:rPr lang="en-US" sz="900" b="0" i="0" u="none" strike="noStrike" dirty="0">
                          <a:solidFill>
                            <a:srgbClr val="000000"/>
                          </a:solidFill>
                          <a:effectLst/>
                          <a:latin typeface="Meiryo UI" panose="020B0604030504040204" pitchFamily="50" charset="-128"/>
                          <a:ea typeface="Meiryo UI" panose="020B0604030504040204" pitchFamily="50" charset="-128"/>
                        </a:rPr>
                        <a:t>SW-MT700）</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対応中</a:t>
                      </a:r>
                      <a:endParaRPr lang="zh-CN"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6/26</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7/3</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ja-JP" sz="900" b="1" u="none"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3"/>
          </p:nvPr>
        </p:nvSpPr>
        <p:spPr>
          <a:xfrm>
            <a:off x="469384" y="181629"/>
            <a:ext cx="10210270" cy="572828"/>
          </a:xfrm>
        </p:spPr>
        <p:txBody>
          <a:bodyPr>
            <a:normAutofit fontScale="97500"/>
          </a:bodyPr>
          <a:lstStyle/>
          <a:p>
            <a:pPr lvl="0"/>
            <a:r>
              <a:rPr lang="ja-JP" altLang="en-US" dirty="0">
                <a:solidFill>
                  <a:schemeClr val="tx1">
                    <a:lumMod val="85000"/>
                    <a:lumOff val="15000"/>
                  </a:schemeClr>
                </a:solidFill>
                <a:latin typeface="Meiryo UI" panose="020B0604030504040204" pitchFamily="50" charset="-128"/>
                <a:ea typeface="Meiryo UI" panose="020B0604030504040204" pitchFamily="50" charset="-128"/>
              </a:rPr>
              <a:t>全体</a:t>
            </a:r>
            <a:r>
              <a:rPr lang="en-US" altLang="ja-JP" dirty="0" err="1">
                <a:latin typeface="Meiryo UI" panose="020B0604030504040204" pitchFamily="50" charset="-128"/>
                <a:ea typeface="Meiryo UI" panose="020B0604030504040204" pitchFamily="50" charset="-128"/>
                <a:sym typeface="+mn-ea"/>
              </a:rPr>
              <a:t>対応スケジュール</a:t>
            </a:r>
            <a:r>
              <a:rPr lang="ja-JP" altLang="en-US" dirty="0">
                <a:latin typeface="Meiryo UI" panose="020B0604030504040204" pitchFamily="50" charset="-128"/>
                <a:ea typeface="Meiryo UI" panose="020B0604030504040204" pitchFamily="50" charset="-128"/>
                <a:sym typeface="+mn-ea"/>
              </a:rPr>
              <a:t>（実装・</a:t>
            </a:r>
            <a:r>
              <a:rPr lang="en-US" altLang="ja-JP" dirty="0">
                <a:latin typeface="Meiryo UI" panose="020B0604030504040204" pitchFamily="50" charset="-128"/>
                <a:ea typeface="Meiryo UI" panose="020B0604030504040204" pitchFamily="50" charset="-128"/>
                <a:sym typeface="+mn-ea"/>
              </a:rPr>
              <a:t>UT</a:t>
            </a:r>
            <a:r>
              <a:rPr lang="ja-JP" altLang="en-US" dirty="0">
                <a:latin typeface="Meiryo UI" panose="020B0604030504040204" pitchFamily="50" charset="-128"/>
                <a:ea typeface="Meiryo UI" panose="020B0604030504040204" pitchFamily="50" charset="-128"/>
                <a:sym typeface="+mn-ea"/>
              </a:rPr>
              <a:t>）</a:t>
            </a:r>
            <a:endParaRPr lang="ja-JP" altLang="en-US" dirty="0">
              <a:latin typeface="Meiryo UI" panose="020B0604030504040204" pitchFamily="50" charset="-128"/>
              <a:ea typeface="Meiryo UI" panose="020B0604030504040204" pitchFamily="50" charset="-128"/>
              <a:sym typeface="+mn-ea"/>
            </a:endParaRPr>
          </a:p>
        </p:txBody>
      </p:sp>
      <p:graphicFrame>
        <p:nvGraphicFramePr>
          <p:cNvPr id="5" name="表 4"/>
          <p:cNvGraphicFramePr>
            <a:graphicFrameLocks noGrp="1"/>
          </p:cNvGraphicFramePr>
          <p:nvPr>
            <p:custDataLst>
              <p:tags r:id="rId1"/>
            </p:custDataLst>
          </p:nvPr>
        </p:nvGraphicFramePr>
        <p:xfrm>
          <a:off x="578242" y="849083"/>
          <a:ext cx="10590504" cy="5571774"/>
        </p:xfrm>
        <a:graphic>
          <a:graphicData uri="http://schemas.openxmlformats.org/drawingml/2006/table">
            <a:tbl>
              <a:tblPr firstRow="1" bandRow="1"/>
              <a:tblGrid>
                <a:gridCol w="543608"/>
                <a:gridCol w="1420759"/>
                <a:gridCol w="2366849"/>
                <a:gridCol w="849085"/>
                <a:gridCol w="990600"/>
                <a:gridCol w="1230086"/>
                <a:gridCol w="3189517"/>
              </a:tblGrid>
              <a:tr h="364402">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lnSpc>
                          <a:spcPct val="100000"/>
                        </a:lnSpc>
                      </a:pPr>
                      <a:r>
                        <a:rPr lang="en-US" altLang="zh-CN" sz="900" dirty="0">
                          <a:latin typeface="Meiryo UI" panose="020B0604030504040204" pitchFamily="50" charset="-128"/>
                          <a:ea typeface="Meiryo UI" panose="020B0604030504040204" pitchFamily="50" charset="-128"/>
                        </a:rPr>
                        <a:t>No.</a:t>
                      </a:r>
                      <a:endParaRPr lang="zh-CN" altLang="en-US" sz="900" dirty="0">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900" dirty="0">
                          <a:solidFill>
                            <a:schemeClr val="bg1"/>
                          </a:solidFill>
                          <a:latin typeface="Meiryo UI" panose="020B0604030504040204" pitchFamily="50" charset="-128"/>
                          <a:ea typeface="SimSun" panose="02010600030101010101" pitchFamily="2" charset="-122"/>
                        </a:rPr>
                        <a:t>JIRA</a:t>
                      </a:r>
                      <a:endParaRPr kumimoji="1" lang="en-US" altLang="zh-CN" sz="900" dirty="0">
                        <a:solidFill>
                          <a:schemeClr val="bg1"/>
                        </a:solidFill>
                        <a:latin typeface="Meiryo UI" panose="020B0604030504040204" pitchFamily="50" charset="-128"/>
                        <a:ea typeface="SimSun" panose="02010600030101010101" pitchFamily="2" charset="-122"/>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900" dirty="0">
                          <a:solidFill>
                            <a:schemeClr val="bg1"/>
                          </a:solidFill>
                          <a:latin typeface="Meiryo UI" panose="020B0604030504040204" pitchFamily="50" charset="-128"/>
                          <a:ea typeface="Meiryo UI" panose="020B0604030504040204" pitchFamily="50" charset="-128"/>
                        </a:rPr>
                        <a:t>作業内容</a:t>
                      </a:r>
                      <a:endParaRPr kumimoji="1" lang="ja-JP" altLang="en-US" sz="900" dirty="0">
                        <a:solidFill>
                          <a:schemeClr val="bg1"/>
                        </a:solidFill>
                        <a:latin typeface="Meiryo UI" panose="020B0604030504040204" pitchFamily="50" charset="-128"/>
                        <a:ea typeface="Meiryo UI" panose="020B0604030504040204" pitchFamily="50" charset="-128"/>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状態</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実装・</a:t>
                      </a:r>
                      <a:r>
                        <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UT</a:t>
                      </a:r>
                      <a:endParaRPr kumimoji="1" lang="en-US" altLang="ja-JP"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（提出時間）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実装・</a:t>
                      </a:r>
                      <a:r>
                        <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UT</a:t>
                      </a:r>
                      <a:endParaRPr kumimoji="1" lang="en-US" altLang="ja-JP" sz="800" b="1" noProof="0" dirty="0">
                        <a:ln>
                          <a:noFill/>
                        </a:ln>
                        <a:solidFill>
                          <a:prstClr val="white"/>
                        </a:solidFill>
                        <a:effectLst/>
                        <a:uLnTx/>
                        <a:uFillTx/>
                        <a:latin typeface="Meiryo UI" panose="020B0604030504040204" pitchFamily="50" charset="-128"/>
                        <a:ea typeface="Meiryo UI" panose="020B0604030504040204" pitchFamily="50" charset="-128"/>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800" b="1" noProof="0" dirty="0">
                          <a:ln>
                            <a:noFill/>
                          </a:ln>
                          <a:solidFill>
                            <a:prstClr val="white"/>
                          </a:solidFill>
                          <a:effectLst/>
                          <a:uLnTx/>
                          <a:uFillTx/>
                          <a:latin typeface="Meiryo UI" panose="020B0604030504040204" pitchFamily="50" charset="-128"/>
                          <a:ea typeface="Meiryo UI" panose="020B0604030504040204" pitchFamily="50" charset="-128"/>
                          <a:sym typeface="+mn-ea"/>
                        </a:rPr>
                        <a:t>（レビュー完了時間）</a:t>
                      </a: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ja-JP" altLang="en-US" sz="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1">
                        <a:lumMod val="50000"/>
                        <a:lumOff val="50000"/>
                      </a:srgbClr>
                    </a:solidFill>
                  </a:tcPr>
                </a:tc>
              </a:tr>
              <a:tr h="308500">
                <a:tc>
                  <a:txBody>
                    <a:body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32</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SMN_00108-835</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FW</a:t>
                      </a:r>
                      <a:r>
                        <a:rPr lang="ja-JP" altLang="en-US" sz="900" b="0" i="0" u="none" strike="noStrike">
                          <a:solidFill>
                            <a:srgbClr val="000000"/>
                          </a:solidFill>
                          <a:effectLst/>
                          <a:latin typeface="Meiryo UI" panose="020B0604030504040204" pitchFamily="50" charset="-128"/>
                          <a:ea typeface="Meiryo UI" panose="020B0604030504040204" pitchFamily="50" charset="-128"/>
                        </a:rPr>
                        <a:t>アップデート</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rPr>
                        <a:t>未着手</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9/17</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9/24</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ja-JP" sz="900" b="1" u="none"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74671">
                <a:tc>
                  <a:txBody>
                    <a:body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33</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a:solidFill>
                            <a:srgbClr val="000000"/>
                          </a:solidFill>
                          <a:effectLst/>
                          <a:latin typeface="Meiryo UI" panose="020B0604030504040204" pitchFamily="50" charset="-128"/>
                          <a:ea typeface="Meiryo UI" panose="020B0604030504040204" pitchFamily="50" charset="-128"/>
                        </a:rPr>
                        <a:t>SMN_00108-1792</a:t>
                      </a:r>
                      <a:endParaRPr 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最新アプリバージョンのお知らせ</a:t>
                      </a:r>
                      <a:r>
                        <a:rPr lang="en-US" altLang="ja-JP" sz="900" b="0" i="0" u="none" strike="noStrike">
                          <a:solidFill>
                            <a:srgbClr val="000000"/>
                          </a:solidFill>
                          <a:effectLst/>
                          <a:latin typeface="Meiryo UI" panose="020B0604030504040204" pitchFamily="50" charset="-128"/>
                          <a:ea typeface="Meiryo UI" panose="020B0604030504040204" pitchFamily="50" charset="-128"/>
                        </a:rPr>
                        <a:t>_I/F</a:t>
                      </a:r>
                      <a:r>
                        <a:rPr lang="ja-JP" altLang="en-US" sz="900" b="0" i="0" u="none" strike="noStrike">
                          <a:solidFill>
                            <a:srgbClr val="000000"/>
                          </a:solidFill>
                          <a:effectLst/>
                          <a:latin typeface="Meiryo UI" panose="020B0604030504040204" pitchFamily="50" charset="-128"/>
                          <a:ea typeface="Meiryo UI" panose="020B0604030504040204" pitchFamily="50" charset="-128"/>
                        </a:rPr>
                        <a:t>設計</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rPr>
                        <a:t>未着手</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9/17</a:t>
                      </a:r>
                      <a:endParaRPr lang="en-US" altLang="ja-JP"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rgbClr val="C00000"/>
                          </a:solidFill>
                          <a:latin typeface="Meiryo UI" panose="020B0604030504040204" pitchFamily="50" charset="-128"/>
                          <a:ea typeface="Meiryo UI" panose="020B0604030504040204" pitchFamily="50" charset="-128"/>
                          <a:cs typeface="+mn-cs"/>
                        </a:rPr>
                        <a:t>9/24</a:t>
                      </a:r>
                      <a:endParaRPr lang="ja-JP" altLang="en-US" sz="900" b="1" kern="1200" dirty="0">
                        <a:solidFill>
                          <a:srgbClr val="C00000"/>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ja-JP" sz="900" b="1" u="none"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74671">
                <a:tc>
                  <a:txBody>
                    <a:bodyPr/>
                    <a:lstStyle/>
                    <a:p>
                      <a:pPr algn="ctr">
                        <a:lnSpc>
                          <a:spcPct val="100000"/>
                        </a:lnSpc>
                        <a:buClrTx/>
                        <a:buSzTx/>
                        <a:buFontTx/>
                      </a:pPr>
                      <a:r>
                        <a:rPr lang="en-US" altLang="ja-JP" sz="900" dirty="0">
                          <a:solidFill>
                            <a:schemeClr val="tx1"/>
                          </a:solidFill>
                          <a:latin typeface="Meiryo UI" panose="020B0604030504040204" pitchFamily="50" charset="-128"/>
                          <a:ea typeface="Meiryo UI" panose="020B0604030504040204" pitchFamily="50" charset="-128"/>
                        </a:rPr>
                        <a:t>34</a:t>
                      </a:r>
                      <a:endParaRPr lang="en-US" altLang="ja-JP"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a:solidFill>
                            <a:schemeClr val="tx1"/>
                          </a:solidFill>
                          <a:effectLst/>
                          <a:latin typeface="Meiryo UI" panose="020B0604030504040204" pitchFamily="50" charset="-128"/>
                          <a:ea typeface="Meiryo UI" panose="020B0604030504040204" pitchFamily="50" charset="-128"/>
                        </a:rPr>
                        <a:t>SMN_00108-1917</a:t>
                      </a:r>
                      <a:endParaRPr lang="en-US" sz="900" b="0" i="0" u="none" strike="noStrike">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err="1">
                          <a:solidFill>
                            <a:schemeClr val="tx1"/>
                          </a:solidFill>
                          <a:effectLst/>
                          <a:latin typeface="Meiryo UI" panose="020B0604030504040204" pitchFamily="50" charset="-128"/>
                          <a:ea typeface="Meiryo UI" panose="020B0604030504040204" pitchFamily="50" charset="-128"/>
                        </a:rPr>
                        <a:t>getReports</a:t>
                      </a:r>
                      <a:r>
                        <a:rPr lang="en-US" sz="900" b="0" i="0" u="none" strike="noStrike" dirty="0">
                          <a:solidFill>
                            <a:schemeClr val="tx1"/>
                          </a:solidFill>
                          <a:effectLst/>
                          <a:latin typeface="Meiryo UI" panose="020B0604030504040204" pitchFamily="50" charset="-128"/>
                          <a:ea typeface="Meiryo UI" panose="020B0604030504040204" pitchFamily="50" charset="-128"/>
                        </a:rPr>
                        <a:t> SDK</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内部処理の修正</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dirty="0">
                          <a:solidFill>
                            <a:schemeClr val="tx1"/>
                          </a:solidFill>
                          <a:latin typeface="Meiryo UI" panose="020B0604030504040204" pitchFamily="50" charset="-128"/>
                          <a:ea typeface="Meiryo UI" panose="020B0604030504040204" pitchFamily="50" charset="-128"/>
                          <a:sym typeface="+mn-ea"/>
                        </a:rPr>
                        <a:t>未着手</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9/17</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9/24</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ja-JP" sz="900" b="1" u="none"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74671">
                <a:tc>
                  <a:txBody>
                    <a:bodyPr/>
                    <a:lstStyle/>
                    <a:p>
                      <a:pPr algn="ctr">
                        <a:lnSpc>
                          <a:spcPct val="100000"/>
                        </a:lnSpc>
                        <a:buClrTx/>
                        <a:buSzTx/>
                        <a:buFontTx/>
                      </a:pPr>
                      <a:r>
                        <a:rPr lang="en-US" altLang="ja-JP" sz="900" dirty="0">
                          <a:solidFill>
                            <a:schemeClr val="tx1"/>
                          </a:solidFill>
                          <a:latin typeface="Meiryo UI" panose="020B0604030504040204" pitchFamily="50" charset="-128"/>
                          <a:ea typeface="Meiryo UI" panose="020B0604030504040204" pitchFamily="50" charset="-128"/>
                        </a:rPr>
                        <a:t>35</a:t>
                      </a:r>
                      <a:endParaRPr lang="en-US" altLang="ja-JP"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SMN_00108-1823</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アジャストの</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I/F API</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追加</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kern="1200" dirty="0">
                          <a:solidFill>
                            <a:schemeClr val="tx1"/>
                          </a:solidFill>
                          <a:latin typeface="Meiryo UI" panose="020B0604030504040204" pitchFamily="50" charset="-128"/>
                          <a:ea typeface="Meiryo UI" panose="020B0604030504040204" pitchFamily="50" charset="-128"/>
                          <a:cs typeface="+mn-cs"/>
                        </a:rPr>
                        <a:t>未着手</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9/17</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9/24</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ja-JP" sz="900" b="1" u="none"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74671">
                <a:tc>
                  <a:txBody>
                    <a:bodyPr/>
                    <a:lstStyle/>
                    <a:p>
                      <a:pPr algn="ctr">
                        <a:lnSpc>
                          <a:spcPct val="100000"/>
                        </a:lnSpc>
                        <a:buClrTx/>
                        <a:buSzTx/>
                        <a:buFontTx/>
                      </a:pPr>
                      <a:r>
                        <a:rPr lang="en-US" altLang="ja-JP" sz="900" dirty="0">
                          <a:solidFill>
                            <a:schemeClr val="tx1"/>
                          </a:solidFill>
                          <a:latin typeface="Meiryo UI" panose="020B0604030504040204" pitchFamily="50" charset="-128"/>
                          <a:ea typeface="Meiryo UI" panose="020B0604030504040204" pitchFamily="50" charset="-128"/>
                        </a:rPr>
                        <a:t>36</a:t>
                      </a:r>
                      <a:endParaRPr lang="en-US" altLang="ja-JP"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SMN_00108-1985</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err="1">
                          <a:solidFill>
                            <a:schemeClr val="tx1"/>
                          </a:solidFill>
                          <a:effectLst/>
                          <a:latin typeface="Meiryo UI" panose="020B0604030504040204" pitchFamily="50" charset="-128"/>
                          <a:ea typeface="Meiryo UI" panose="020B0604030504040204" pitchFamily="50" charset="-128"/>
                        </a:rPr>
                        <a:t>MaintenanceException.MAINTENANCE_MODE_ERROR</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を追加</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dirty="0">
                          <a:solidFill>
                            <a:schemeClr val="tx1"/>
                          </a:solidFill>
                          <a:latin typeface="Meiryo UI" panose="020B0604030504040204" pitchFamily="50" charset="-128"/>
                          <a:ea typeface="Meiryo UI" panose="020B0604030504040204" pitchFamily="50" charset="-128"/>
                          <a:sym typeface="+mn-ea"/>
                        </a:rPr>
                        <a:t>未着手</a:t>
                      </a:r>
                      <a:endParaRPr lang="ja-JP" altLang="en-US" sz="900" b="1"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9/17</a:t>
                      </a:r>
                      <a:endParaRPr lang="en-US" altLang="ja-JP"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solidFill>
                          <a:latin typeface="Meiryo UI" panose="020B0604030504040204" pitchFamily="50" charset="-128"/>
                          <a:ea typeface="Meiryo UI" panose="020B0604030504040204" pitchFamily="50" charset="-128"/>
                          <a:cs typeface="+mn-cs"/>
                        </a:rPr>
                        <a:t>9/24</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ja-JP" sz="900" b="1" u="none" dirty="0">
                        <a:solidFill>
                          <a:schemeClr val="tx1"/>
                        </a:solidFill>
                        <a:latin typeface="Meiryo UI" panose="020B0604030504040204" pitchFamily="50" charset="-128"/>
                        <a:ea typeface="Meiryo UI" panose="020B0604030504040204" pitchFamily="50" charset="-128"/>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45214">
                <a:tc>
                  <a:txBody>
                    <a:body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37</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SMN_00108-834</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登録バイク数上限を</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台に変更</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ja-JP" sz="900" b="1" dirty="0">
                          <a:solidFill>
                            <a:schemeClr val="tx1">
                              <a:lumMod val="85000"/>
                              <a:lumOff val="15000"/>
                            </a:schemeClr>
                          </a:solidFill>
                          <a:latin typeface="Meiryo UI" panose="020B0604030504040204" pitchFamily="50" charset="-128"/>
                          <a:ea typeface="Meiryo UI" panose="020B0604030504040204" pitchFamily="50" charset="-128"/>
                          <a:sym typeface="+mn-ea"/>
                        </a:rPr>
                        <a:t>詳細は、他のチケットで対応する</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74671">
                <a:tc>
                  <a:txBody>
                    <a:body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38</a:t>
                      </a:r>
                      <a:endParaRPr lang="en-US" altLang="ja-JP"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sngStrike" dirty="0">
                          <a:solidFill>
                            <a:schemeClr val="tx1"/>
                          </a:solidFill>
                          <a:effectLst/>
                          <a:latin typeface="游ゴシック Light" panose="020B0300000000000000" charset="-128"/>
                          <a:ea typeface="游ゴシック Light" panose="020B0300000000000000" charset="-128"/>
                        </a:rPr>
                        <a:t>SMN_00108-860</a:t>
                      </a:r>
                      <a:endParaRPr lang="en-US" sz="900" b="0" i="0" u="none" strike="noStrike" dirty="0">
                        <a:solidFill>
                          <a:schemeClr val="tx1"/>
                        </a:solidFill>
                        <a:effectLst/>
                        <a:latin typeface="游ゴシック Light" panose="020B0300000000000000" charset="-128"/>
                        <a:ea typeface="游ゴシック Light" panose="020B030000000000000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altLang="ja-JP" sz="900" b="0" i="0" u="none" strike="sngStrike">
                          <a:solidFill>
                            <a:srgbClr val="000000"/>
                          </a:solidFill>
                          <a:effectLst/>
                          <a:latin typeface="游ゴシック Light" panose="020B0300000000000000" charset="-128"/>
                          <a:ea typeface="游ゴシック Light" panose="020B0300000000000000" charset="-128"/>
                        </a:rPr>
                        <a:t>Di2</a:t>
                      </a:r>
                      <a:r>
                        <a:rPr lang="ja-JP" altLang="en-US" sz="900" b="0" i="0" u="none" strike="sngStrike">
                          <a:solidFill>
                            <a:srgbClr val="000000"/>
                          </a:solidFill>
                          <a:effectLst/>
                          <a:latin typeface="游ゴシック Light" panose="020B0300000000000000" charset="-128"/>
                          <a:ea typeface="游ゴシック Light" panose="020B0300000000000000" charset="-128"/>
                        </a:rPr>
                        <a:t>の段数を利用したパワー補正</a:t>
                      </a:r>
                      <a:endParaRPr lang="ja-JP" altLang="en-US" sz="900" b="0" i="0" u="none" strike="noStrike">
                        <a:solidFill>
                          <a:srgbClr val="000000"/>
                        </a:solidFill>
                        <a:effectLst/>
                        <a:latin typeface="游ゴシック Light" panose="020B0300000000000000" charset="-128"/>
                        <a:ea typeface="游ゴシック Light" panose="020B030000000000000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キャンセルした</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97530">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algn="ctr">
                        <a:lnSpc>
                          <a:spcPct val="100000"/>
                        </a:lnSpc>
                        <a:buClrTx/>
                        <a:buSzTx/>
                        <a:buFontTx/>
                      </a:pPr>
                      <a:r>
                        <a:rPr lang="en-US" altLang="ja-JP" sz="900" dirty="0">
                          <a:latin typeface="Meiryo UI" panose="020B0604030504040204" pitchFamily="50" charset="-128"/>
                          <a:ea typeface="Meiryo UI" panose="020B0604030504040204" pitchFamily="50" charset="-128"/>
                        </a:rPr>
                        <a:t>39</a:t>
                      </a:r>
                      <a:endParaRPr lang="ja-JP" altLang="en-US"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SMN_00108-839</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zh-TW" altLang="en-US" sz="900" b="0" i="0" u="none" strike="noStrike">
                          <a:solidFill>
                            <a:srgbClr val="000000"/>
                          </a:solidFill>
                          <a:effectLst/>
                          <a:latin typeface="Meiryo UI" panose="020B0604030504040204" pitchFamily="50" charset="-128"/>
                          <a:ea typeface="Meiryo UI" panose="020B0604030504040204" pitchFamily="50" charset="-128"/>
                        </a:rPr>
                        <a:t>新製品対応</a:t>
                      </a:r>
                      <a:r>
                        <a:rPr lang="en-US" altLang="zh-TW" sz="900" b="0" i="0" u="none" strike="noStrike">
                          <a:solidFill>
                            <a:srgbClr val="000000"/>
                          </a:solidFill>
                          <a:effectLst/>
                          <a:latin typeface="Meiryo UI" panose="020B0604030504040204" pitchFamily="50" charset="-128"/>
                          <a:ea typeface="Meiryo UI" panose="020B0604030504040204" pitchFamily="50" charset="-128"/>
                        </a:rPr>
                        <a:t>(BT</a:t>
                      </a:r>
                      <a:r>
                        <a:rPr lang="zh-TW" altLang="en-US" sz="900" b="0" i="0" u="none" strike="noStrike">
                          <a:solidFill>
                            <a:srgbClr val="000000"/>
                          </a:solidFill>
                          <a:effectLst/>
                          <a:latin typeface="Meiryo UI" panose="020B0604030504040204" pitchFamily="50" charset="-128"/>
                          <a:ea typeface="Meiryo UI" panose="020B0604030504040204" pitchFamily="50" charset="-128"/>
                        </a:rPr>
                        <a:t>）</a:t>
                      </a:r>
                      <a:endParaRPr lang="zh-TW"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ja-JP" sz="900" b="1" dirty="0">
                          <a:solidFill>
                            <a:schemeClr val="tx1">
                              <a:lumMod val="85000"/>
                              <a:lumOff val="15000"/>
                            </a:schemeClr>
                          </a:solidFill>
                          <a:latin typeface="Meiryo UI" panose="020B0604030504040204" pitchFamily="50" charset="-128"/>
                          <a:ea typeface="Meiryo UI" panose="020B0604030504040204" pitchFamily="50" charset="-128"/>
                          <a:sym typeface="+mn-ea"/>
                        </a:rPr>
                        <a:t>詳細は、他のチケットで対応する</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74671">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40</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sngStrike" dirty="0">
                          <a:solidFill>
                            <a:schemeClr val="tx1"/>
                          </a:solidFill>
                          <a:effectLst/>
                          <a:latin typeface="Meiryo UI" panose="020B0604030504040204" pitchFamily="50" charset="-128"/>
                          <a:ea typeface="Meiryo UI" panose="020B0604030504040204" pitchFamily="50" charset="-128"/>
                        </a:rPr>
                        <a:t>SMN_00108-822 </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sngStrike" dirty="0">
                          <a:solidFill>
                            <a:srgbClr val="000000"/>
                          </a:solidFill>
                          <a:effectLst/>
                          <a:latin typeface="Meiryo UI" panose="020B0604030504040204" pitchFamily="50" charset="-128"/>
                          <a:ea typeface="Meiryo UI" panose="020B0604030504040204" pitchFamily="50" charset="-128"/>
                        </a:rPr>
                        <a:t>新製品対応</a:t>
                      </a:r>
                      <a:r>
                        <a:rPr lang="en-US" altLang="ja-JP" sz="900" b="0" i="0" u="none" strike="sngStrike" dirty="0">
                          <a:solidFill>
                            <a:srgbClr val="000000"/>
                          </a:solidFill>
                          <a:effectLst/>
                          <a:latin typeface="Meiryo UI" panose="020B0604030504040204" pitchFamily="50" charset="-128"/>
                          <a:ea typeface="Meiryo UI" panose="020B0604030504040204" pitchFamily="50" charset="-128"/>
                        </a:rPr>
                        <a:t>(</a:t>
                      </a:r>
                      <a:r>
                        <a:rPr lang="en-US" sz="900" b="0" i="0" u="none" strike="sngStrike" dirty="0">
                          <a:solidFill>
                            <a:srgbClr val="000000"/>
                          </a:solidFill>
                          <a:effectLst/>
                          <a:latin typeface="Meiryo UI" panose="020B0604030504040204" pitchFamily="50" charset="-128"/>
                          <a:ea typeface="Meiryo UI" panose="020B0604030504040204" pitchFamily="50" charset="-128"/>
                        </a:rPr>
                        <a:t>SC)</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キャンセルした</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74671">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41</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sngStrike" dirty="0">
                          <a:solidFill>
                            <a:schemeClr val="tx1"/>
                          </a:solidFill>
                          <a:effectLst/>
                          <a:latin typeface="游ゴシック Light" panose="020B0300000000000000" charset="-128"/>
                          <a:ea typeface="游ゴシック Light" panose="020B0300000000000000" charset="-128"/>
                        </a:rPr>
                        <a:t>SMN_00108-1062</a:t>
                      </a:r>
                      <a:endParaRPr lang="en-US" sz="900" b="0" i="0" u="none" strike="noStrike" dirty="0">
                        <a:solidFill>
                          <a:schemeClr val="tx1"/>
                        </a:solidFill>
                        <a:effectLst/>
                        <a:latin typeface="游ゴシック Light" panose="020B0300000000000000" charset="-128"/>
                        <a:ea typeface="游ゴシック Light" panose="020B030000000000000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altLang="ja-JP" sz="900" b="0" i="0" u="none" strike="sngStrike">
                          <a:solidFill>
                            <a:srgbClr val="000000"/>
                          </a:solidFill>
                          <a:effectLst/>
                          <a:latin typeface="游ゴシック Light" panose="020B0300000000000000" charset="-128"/>
                          <a:ea typeface="游ゴシック Light" panose="020B0300000000000000" charset="-128"/>
                        </a:rPr>
                        <a:t>SW-UT600</a:t>
                      </a:r>
                      <a:r>
                        <a:rPr lang="ja-JP" altLang="en-US" sz="900" b="0" i="0" u="none" strike="sngStrike">
                          <a:solidFill>
                            <a:srgbClr val="000000"/>
                          </a:solidFill>
                          <a:effectLst/>
                          <a:latin typeface="游ゴシック Light" panose="020B0300000000000000" charset="-128"/>
                          <a:ea typeface="游ゴシック Light" panose="020B0300000000000000" charset="-128"/>
                        </a:rPr>
                        <a:t>の製品画像の切り替え対応</a:t>
                      </a:r>
                      <a:endParaRPr lang="ja-JP" altLang="en-US" sz="900" b="0" i="0" u="none" strike="noStrike">
                        <a:solidFill>
                          <a:srgbClr val="000000"/>
                        </a:solidFill>
                        <a:effectLst/>
                        <a:latin typeface="游ゴシック Light" panose="020B0300000000000000" charset="-128"/>
                        <a:ea typeface="游ゴシック Light" panose="020B030000000000000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キャンセルした</a:t>
                      </a:r>
                      <a:endParaRPr lang="ja-JP" altLang="en-US" sz="900" b="1" kern="1200" dirty="0">
                        <a:solidFill>
                          <a:schemeClr val="tx1"/>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08500">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42</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a:solidFill>
                            <a:schemeClr val="tx1"/>
                          </a:solidFill>
                          <a:effectLst/>
                          <a:latin typeface="Meiryo UI" panose="020B0604030504040204" pitchFamily="50" charset="-128"/>
                          <a:ea typeface="Meiryo UI" panose="020B0604030504040204" pitchFamily="50" charset="-128"/>
                        </a:rPr>
                        <a:t>SMN_00108-1285</a:t>
                      </a:r>
                      <a:endParaRPr lang="en-US" sz="900" b="0" i="0" u="none" strike="noStrike">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CRA</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対応製品の</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ETP Cyclist</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へのアップデートの誘導</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ja-JP" sz="900" b="1" dirty="0">
                          <a:solidFill>
                            <a:schemeClr val="tx1">
                              <a:lumMod val="85000"/>
                              <a:lumOff val="15000"/>
                            </a:schemeClr>
                          </a:solidFill>
                          <a:latin typeface="Meiryo UI" panose="020B0604030504040204" pitchFamily="50" charset="-128"/>
                          <a:ea typeface="Meiryo UI" panose="020B0604030504040204" pitchFamily="50" charset="-128"/>
                          <a:sym typeface="+mn-ea"/>
                        </a:rPr>
                        <a:t>詳細は、他のチケットで対応する</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74671">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43</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SMN_00108-1028</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フロントダブルの表示対応</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ja-JP" sz="900" b="1" dirty="0">
                          <a:solidFill>
                            <a:schemeClr val="tx1">
                              <a:lumMod val="85000"/>
                              <a:lumOff val="15000"/>
                            </a:schemeClr>
                          </a:solidFill>
                          <a:latin typeface="Meiryo UI" panose="020B0604030504040204" pitchFamily="50" charset="-128"/>
                          <a:ea typeface="Meiryo UI" panose="020B0604030504040204" pitchFamily="50" charset="-128"/>
                          <a:sym typeface="+mn-ea"/>
                        </a:rPr>
                        <a:t>詳細は、他のチケットで対応する</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45214">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44</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SMN_00108-1119</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未ログインユーザー向けの利用規約</a:t>
                      </a:r>
                      <a:r>
                        <a:rPr lang="en-US" altLang="ja-JP" sz="900" b="0" i="0" u="none" strike="noStrike">
                          <a:solidFill>
                            <a:srgbClr val="000000"/>
                          </a:solidFill>
                          <a:effectLst/>
                          <a:latin typeface="Meiryo UI" panose="020B0604030504040204" pitchFamily="50" charset="-128"/>
                          <a:ea typeface="Meiryo UI" panose="020B0604030504040204" pitchFamily="50" charset="-128"/>
                        </a:rPr>
                        <a:t>Ver</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の更新</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変更が不要</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ja-JP"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296944">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45</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SMN_00108-1250</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zh-TW" altLang="en-US" sz="900" b="0" i="0" u="none" strike="noStrike">
                          <a:solidFill>
                            <a:srgbClr val="000000"/>
                          </a:solidFill>
                          <a:effectLst/>
                          <a:latin typeface="Meiryo UI" panose="020B0604030504040204" pitchFamily="50" charset="-128"/>
                          <a:ea typeface="Meiryo UI" panose="020B0604030504040204" pitchFamily="50" charset="-128"/>
                        </a:rPr>
                        <a:t>新製品対応（</a:t>
                      </a:r>
                      <a:r>
                        <a:rPr lang="en-US" altLang="zh-TW" sz="900" b="0" i="0" u="none" strike="noStrike">
                          <a:solidFill>
                            <a:srgbClr val="000000"/>
                          </a:solidFill>
                          <a:effectLst/>
                          <a:latin typeface="Meiryo UI" panose="020B0604030504040204" pitchFamily="50" charset="-128"/>
                          <a:ea typeface="Meiryo UI" panose="020B0604030504040204" pitchFamily="50" charset="-128"/>
                        </a:rPr>
                        <a:t>SW</a:t>
                      </a:r>
                      <a:r>
                        <a:rPr lang="zh-TW" altLang="en-US" sz="900" b="0" i="0" u="none" strike="noStrike">
                          <a:solidFill>
                            <a:srgbClr val="000000"/>
                          </a:solidFill>
                          <a:effectLst/>
                          <a:latin typeface="Meiryo UI" panose="020B0604030504040204" pitchFamily="50" charset="-128"/>
                          <a:ea typeface="Meiryo UI" panose="020B0604030504040204" pitchFamily="50" charset="-128"/>
                        </a:rPr>
                        <a:t>）</a:t>
                      </a:r>
                      <a:endParaRPr lang="zh-TW"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ja-JP" sz="900" b="1" dirty="0">
                          <a:solidFill>
                            <a:schemeClr val="tx1">
                              <a:lumMod val="85000"/>
                              <a:lumOff val="15000"/>
                            </a:schemeClr>
                          </a:solidFill>
                          <a:latin typeface="Meiryo UI" panose="020B0604030504040204" pitchFamily="50" charset="-128"/>
                          <a:ea typeface="Meiryo UI" panose="020B0604030504040204" pitchFamily="50" charset="-128"/>
                          <a:sym typeface="+mn-ea"/>
                        </a:rPr>
                        <a:t>詳細は、他のチケットで対応する</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45214">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46</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chemeClr val="tx1"/>
                          </a:solidFill>
                          <a:effectLst/>
                          <a:latin typeface="Meiryo UI" panose="020B0604030504040204" pitchFamily="50" charset="-128"/>
                          <a:ea typeface="Meiryo UI" panose="020B0604030504040204" pitchFamily="50" charset="-128"/>
                        </a:rPr>
                        <a:t>SMN_00108-858</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ギアリミット</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変更が不要</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45214">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47</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SMN_00108-1469</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パーツ一覧画面にて</a:t>
                      </a:r>
                      <a:r>
                        <a:rPr lang="en-US" altLang="ja-JP" sz="900" b="0" i="0" u="none" strike="noStrike">
                          <a:solidFill>
                            <a:srgbClr val="000000"/>
                          </a:solidFill>
                          <a:effectLst/>
                          <a:latin typeface="Meiryo UI" panose="020B0604030504040204" pitchFamily="50" charset="-128"/>
                          <a:ea typeface="Meiryo UI" panose="020B0604030504040204" pitchFamily="50" charset="-128"/>
                        </a:rPr>
                        <a:t>DHub</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のセンサ画像を</a:t>
                      </a:r>
                      <a:r>
                        <a:rPr lang="en-US" altLang="ja-JP" sz="900" b="0" i="0" u="none" strike="noStrike">
                          <a:solidFill>
                            <a:srgbClr val="000000"/>
                          </a:solidFill>
                          <a:effectLst/>
                          <a:latin typeface="Meiryo UI" panose="020B0604030504040204" pitchFamily="50" charset="-128"/>
                          <a:ea typeface="Meiryo UI" panose="020B0604030504040204" pitchFamily="50" charset="-128"/>
                        </a:rPr>
                        <a:t>DU</a:t>
                      </a:r>
                      <a:r>
                        <a:rPr lang="ja-JP" altLang="en-US" sz="900" b="0" i="0" u="none" strike="noStrike">
                          <a:solidFill>
                            <a:srgbClr val="000000"/>
                          </a:solidFill>
                          <a:effectLst/>
                          <a:latin typeface="Meiryo UI" panose="020B0604030504040204" pitchFamily="50" charset="-128"/>
                          <a:ea typeface="Meiryo UI" panose="020B0604030504040204" pitchFamily="50" charset="-128"/>
                        </a:rPr>
                        <a:t>画像にオーバーレイさせる</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900" b="1" dirty="0">
                          <a:solidFill>
                            <a:schemeClr val="tx1"/>
                          </a:solidFill>
                          <a:latin typeface="Meiryo UI" panose="020B0604030504040204" pitchFamily="50" charset="-128"/>
                          <a:ea typeface="Meiryo UI" panose="020B0604030504040204" pitchFamily="50" charset="-128"/>
                          <a:sym typeface="+mn-ea"/>
                        </a:rPr>
                        <a:t>変更が不要</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r h="308500">
                <a:tc>
                  <a:txBody>
                    <a:bodyPr/>
                    <a:lstStyle/>
                    <a:p>
                      <a:pPr algn="ctr">
                        <a:lnSpc>
                          <a:spcPct val="100000"/>
                        </a:lnSpc>
                        <a:buClrTx/>
                        <a:buSzTx/>
                        <a:buFontTx/>
                        <a:buNone/>
                      </a:pPr>
                      <a:r>
                        <a:rPr lang="en-US" altLang="zh-CN" sz="900" dirty="0">
                          <a:latin typeface="Meiryo UI" panose="020B0604030504040204" pitchFamily="50" charset="-128"/>
                          <a:ea typeface="Meiryo UI" panose="020B0604030504040204" pitchFamily="50" charset="-128"/>
                        </a:rPr>
                        <a:t>48</a:t>
                      </a:r>
                      <a:endParaRPr lang="en-US" altLang="zh-CN" sz="900" dirty="0">
                        <a:latin typeface="Meiryo UI" panose="020B0604030504040204" pitchFamily="50" charset="-128"/>
                        <a:ea typeface="Meiryo UI" panose="020B0604030504040204" pitchFamily="50" charset="-128"/>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SMN_00108-1471</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l" rtl="0"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新製品対応に伴うパーツ一覧画面のコンポーネントブランド定義追加</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lvl1pPr marL="0" algn="l" defTabSz="914400" rtl="0" eaLnBrk="1" latinLnBrk="0" hangingPunct="1">
                        <a:defRPr sz="1800" kern="1200">
                          <a:solidFill>
                            <a:schemeClr val="tx1"/>
                          </a:solidFill>
                          <a:latin typeface="游ゴシック" panose="020B0400000000000000" charset="-128"/>
                        </a:defRPr>
                      </a:lvl1pPr>
                      <a:lvl2pPr marL="457200" algn="l" defTabSz="914400" rtl="0" eaLnBrk="1" latinLnBrk="0" hangingPunct="1">
                        <a:defRPr sz="1800" kern="1200">
                          <a:solidFill>
                            <a:schemeClr val="tx1"/>
                          </a:solidFill>
                          <a:latin typeface="游ゴシック" panose="020B0400000000000000" charset="-128"/>
                        </a:defRPr>
                      </a:lvl2pPr>
                      <a:lvl3pPr marL="914400" algn="l" defTabSz="914400" rtl="0" eaLnBrk="1" latinLnBrk="0" hangingPunct="1">
                        <a:defRPr sz="1800" kern="1200">
                          <a:solidFill>
                            <a:schemeClr val="tx1"/>
                          </a:solidFill>
                          <a:latin typeface="游ゴシック" panose="020B0400000000000000" charset="-128"/>
                        </a:defRPr>
                      </a:lvl3pPr>
                      <a:lvl4pPr marL="1371600" algn="l" defTabSz="914400" rtl="0" eaLnBrk="1" latinLnBrk="0" hangingPunct="1">
                        <a:defRPr sz="1800" kern="1200">
                          <a:solidFill>
                            <a:schemeClr val="tx1"/>
                          </a:solidFill>
                          <a:latin typeface="游ゴシック" panose="020B0400000000000000" charset="-128"/>
                        </a:defRPr>
                      </a:lvl4pPr>
                      <a:lvl5pPr marL="1828800" algn="l" defTabSz="914400" rtl="0" eaLnBrk="1" latinLnBrk="0" hangingPunct="1">
                        <a:defRPr sz="1800" kern="1200">
                          <a:solidFill>
                            <a:schemeClr val="tx1"/>
                          </a:solidFill>
                          <a:latin typeface="游ゴシック" panose="020B0400000000000000" charset="-128"/>
                        </a:defRPr>
                      </a:lvl5pPr>
                      <a:lvl6pPr marL="2286000" algn="l" defTabSz="914400" rtl="0" eaLnBrk="1" latinLnBrk="0" hangingPunct="1">
                        <a:defRPr sz="1800" kern="1200">
                          <a:solidFill>
                            <a:schemeClr val="tx1"/>
                          </a:solidFill>
                          <a:latin typeface="游ゴシック" panose="020B0400000000000000" charset="-128"/>
                        </a:defRPr>
                      </a:lvl6pPr>
                      <a:lvl7pPr marL="2743200" algn="l" defTabSz="914400" rtl="0" eaLnBrk="1" latinLnBrk="0" hangingPunct="1">
                        <a:defRPr sz="1800" kern="1200">
                          <a:solidFill>
                            <a:schemeClr val="tx1"/>
                          </a:solidFill>
                          <a:latin typeface="游ゴシック" panose="020B0400000000000000" charset="-128"/>
                        </a:defRPr>
                      </a:lvl7pPr>
                      <a:lvl8pPr marL="3200400" algn="l" defTabSz="914400" rtl="0" eaLnBrk="1" latinLnBrk="0" hangingPunct="1">
                        <a:defRPr sz="1800" kern="1200">
                          <a:solidFill>
                            <a:schemeClr val="tx1"/>
                          </a:solidFill>
                          <a:latin typeface="游ゴシック" panose="020B0400000000000000" charset="-128"/>
                        </a:defRPr>
                      </a:lvl8pPr>
                      <a:lvl9pPr marL="3657600" algn="l" defTabSz="914400" rtl="0" eaLnBrk="1" latinLnBrk="0" hangingPunct="1">
                        <a:defRPr sz="1800" kern="1200">
                          <a:solidFill>
                            <a:schemeClr val="tx1"/>
                          </a:solidFill>
                          <a:latin typeface="游ゴシック" panose="020B0400000000000000"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rPr>
                        <a:t>-</a:t>
                      </a:r>
                      <a:endParaRPr lang="ja-JP" altLang="en-US" sz="900" b="1" kern="1200" dirty="0">
                        <a:solidFill>
                          <a:schemeClr val="tx1">
                            <a:lumMod val="85000"/>
                            <a:lumOff val="15000"/>
                          </a:schemeClr>
                        </a:solidFill>
                        <a:latin typeface="Meiryo UI" panose="020B0604030504040204" pitchFamily="50" charset="-128"/>
                        <a:ea typeface="Meiryo UI" panose="020B0604030504040204" pitchFamily="50" charset="-128"/>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900" b="1" kern="1200" dirty="0">
                          <a:solidFill>
                            <a:schemeClr val="tx1"/>
                          </a:solidFill>
                          <a:latin typeface="Meiryo UI" panose="020B0604030504040204" pitchFamily="50" charset="-128"/>
                          <a:ea typeface="Meiryo UI" panose="020B0604030504040204" pitchFamily="50" charset="-128"/>
                          <a:cs typeface="+mn-cs"/>
                        </a:rPr>
                        <a:t>検討の結果、</a:t>
                      </a:r>
                      <a:r>
                        <a:rPr lang="en-US" altLang="ja-JP" sz="900" b="1" kern="1200" dirty="0">
                          <a:solidFill>
                            <a:schemeClr val="tx1"/>
                          </a:solidFill>
                          <a:latin typeface="Meiryo UI" panose="020B0604030504040204" pitchFamily="50" charset="-128"/>
                          <a:ea typeface="Meiryo UI" panose="020B0604030504040204" pitchFamily="50" charset="-128"/>
                          <a:cs typeface="+mn-cs"/>
                        </a:rPr>
                        <a:t>API</a:t>
                      </a:r>
                      <a:r>
                        <a:rPr lang="ja-JP" altLang="en-US" sz="900" b="1" kern="1200" dirty="0">
                          <a:solidFill>
                            <a:schemeClr val="tx1"/>
                          </a:solidFill>
                          <a:latin typeface="Meiryo UI" panose="020B0604030504040204" pitchFamily="50" charset="-128"/>
                          <a:ea typeface="Meiryo UI" panose="020B0604030504040204" pitchFamily="50" charset="-128"/>
                          <a:cs typeface="+mn-cs"/>
                        </a:rPr>
                        <a:t>詳細設計は修正不要</a:t>
                      </a:r>
                      <a:endParaRPr lang="ja-JP" altLang="en-US" sz="900" b="1" kern="1200" dirty="0">
                        <a:solidFill>
                          <a:schemeClr val="tx1"/>
                        </a:solidFill>
                        <a:latin typeface="Meiryo UI" panose="020B0604030504040204" pitchFamily="50" charset="-128"/>
                        <a:ea typeface="Meiryo UI" panose="020B0604030504040204" pitchFamily="50" charset="-128"/>
                        <a:cs typeface="+mn-cs"/>
                        <a:sym typeface="+mn-ea"/>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eaLnBrk="0" hangingPunct="0">
              <a:buClr>
                <a:srgbClr val="777777"/>
              </a:buClr>
              <a:buSzPct val="85000"/>
              <a:buFontTx/>
              <a:defRPr/>
            </a:pPr>
            <a:r>
              <a:rPr lang="en-US" altLang="ja-JP" b="0" dirty="0">
                <a:solidFill>
                  <a:schemeClr val="tx1"/>
                </a:solidFill>
                <a:latin typeface="+mn-ea"/>
                <a:ea typeface="+mn-ea"/>
              </a:rPr>
              <a:t>CONNECT APP(V1.0.2)</a:t>
            </a:r>
            <a:r>
              <a:rPr lang="ja-JP" altLang="en-US" b="0" dirty="0">
                <a:solidFill>
                  <a:schemeClr val="tx1"/>
                </a:solidFill>
                <a:latin typeface="+mn-ea"/>
                <a:ea typeface="+mn-ea"/>
              </a:rPr>
              <a:t>対応について</a:t>
            </a:r>
            <a:endParaRPr lang="en-US" altLang="ja-JP" b="0" dirty="0">
              <a:solidFill>
                <a:schemeClr val="tx1"/>
              </a:solidFill>
              <a:latin typeface="+mn-ea"/>
              <a:ea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 name="表 54"/>
          <p:cNvGraphicFramePr/>
          <p:nvPr>
            <p:custDataLst>
              <p:tags r:id="rId1"/>
            </p:custDataLst>
          </p:nvPr>
        </p:nvGraphicFramePr>
        <p:xfrm>
          <a:off x="266065" y="1151255"/>
          <a:ext cx="11261090" cy="3506470"/>
        </p:xfrm>
        <a:graphic>
          <a:graphicData uri="http://schemas.openxmlformats.org/drawingml/2006/table">
            <a:tbl>
              <a:tblPr firstRow="1" bandRow="1"/>
              <a:tblGrid>
                <a:gridCol w="2055495"/>
                <a:gridCol w="539750"/>
                <a:gridCol w="540385"/>
                <a:gridCol w="538480"/>
                <a:gridCol w="539750"/>
                <a:gridCol w="540385"/>
                <a:gridCol w="538480"/>
                <a:gridCol w="541655"/>
                <a:gridCol w="539750"/>
                <a:gridCol w="538480"/>
                <a:gridCol w="571500"/>
                <a:gridCol w="539750"/>
                <a:gridCol w="539750"/>
                <a:gridCol w="540385"/>
                <a:gridCol w="538480"/>
                <a:gridCol w="539750"/>
                <a:gridCol w="540385"/>
                <a:gridCol w="538480"/>
              </a:tblGrid>
              <a:tr h="412115">
                <a:tc>
                  <a:txBody>
                    <a:bodyPr/>
                    <a:lstStyle>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1000" b="1" dirty="0">
                          <a:solidFill>
                            <a:schemeClr val="bg1"/>
                          </a:solidFill>
                        </a:rPr>
                        <a:t>2026</a:t>
                      </a:r>
                      <a:r>
                        <a:rPr lang="ja-JP" altLang="en-US" sz="1000" b="1" dirty="0">
                          <a:solidFill>
                            <a:schemeClr val="bg1"/>
                          </a:solidFill>
                        </a:rPr>
                        <a:t>年</a:t>
                      </a:r>
                      <a:r>
                        <a:rPr lang="en-US" altLang="ja-JP" sz="1000" b="1" dirty="0">
                          <a:solidFill>
                            <a:schemeClr val="bg1"/>
                          </a:solidFill>
                        </a:rPr>
                        <a:t>6</a:t>
                      </a:r>
                      <a:r>
                        <a:rPr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tcPr>
                </a:tc>
                <a:tc hMerge="1">
                  <a:tcPr/>
                </a:tc>
                <a:tc hMerge="1">
                  <a:tcP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1000" b="1" dirty="0">
                          <a:solidFill>
                            <a:schemeClr val="bg1"/>
                          </a:solidFill>
                        </a:rPr>
                        <a:t>2026</a:t>
                      </a:r>
                      <a:r>
                        <a:rPr lang="ja-JP" altLang="en-US" sz="1000" b="1" dirty="0">
                          <a:solidFill>
                            <a:schemeClr val="bg1"/>
                          </a:solidFill>
                        </a:rPr>
                        <a:t>年</a:t>
                      </a:r>
                      <a:r>
                        <a:rPr lang="en-US" altLang="ja-JP" sz="1000" b="1" dirty="0">
                          <a:solidFill>
                            <a:schemeClr val="bg1"/>
                          </a:solidFill>
                        </a:rPr>
                        <a:t>7</a:t>
                      </a:r>
                      <a:r>
                        <a:rPr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1000" b="1" dirty="0">
                          <a:solidFill>
                            <a:schemeClr val="bg1"/>
                          </a:solidFill>
                        </a:rPr>
                        <a:t>2026</a:t>
                      </a:r>
                      <a:r>
                        <a:rPr lang="ja-JP" altLang="en-US" sz="1000" b="1" dirty="0">
                          <a:solidFill>
                            <a:schemeClr val="bg1"/>
                          </a:solidFill>
                        </a:rPr>
                        <a:t>年</a:t>
                      </a:r>
                      <a:r>
                        <a:rPr lang="en-US" altLang="ja-JP" sz="1000" b="1" dirty="0">
                          <a:solidFill>
                            <a:schemeClr val="bg1"/>
                          </a:solidFill>
                        </a:rPr>
                        <a:t>8</a:t>
                      </a:r>
                      <a:r>
                        <a:rPr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ja-JP" sz="1000" b="1" dirty="0">
                          <a:solidFill>
                            <a:schemeClr val="bg1"/>
                          </a:solidFill>
                        </a:rPr>
                        <a:t>2026</a:t>
                      </a:r>
                      <a:r>
                        <a:rPr lang="ja-JP" altLang="en-US" sz="1000" b="1" dirty="0">
                          <a:solidFill>
                            <a:schemeClr val="bg1"/>
                          </a:solidFill>
                        </a:rPr>
                        <a:t>年</a:t>
                      </a:r>
                      <a:r>
                        <a:rPr lang="en-US" altLang="ja-JP" sz="1000" b="1" dirty="0">
                          <a:solidFill>
                            <a:schemeClr val="bg1"/>
                          </a:solidFill>
                        </a:rPr>
                        <a:t>9</a:t>
                      </a:r>
                      <a:r>
                        <a:rPr lang="ja-JP" altLang="en-US" sz="1000" b="1" dirty="0">
                          <a:solidFill>
                            <a:schemeClr val="bg1"/>
                          </a:solidFill>
                        </a:rPr>
                        <a:t>月</a:t>
                      </a:r>
                      <a:endParaRPr kumimoji="1" lang="ja-JP" altLang="en-US" sz="1000" b="1" dirty="0">
                        <a:solidFill>
                          <a:schemeClr val="bg1"/>
                        </a:solidFill>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r>
              <a:tr h="814705">
                <a:tc>
                  <a:txBody>
                    <a:bodyPr/>
                    <a:lstStyle/>
                    <a:p>
                      <a:pPr algn="l">
                        <a:buClrTx/>
                        <a:buSzTx/>
                        <a:buFontTx/>
                        <a:buNone/>
                      </a:pP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詳細設計</a:t>
                      </a:r>
                      <a:endParaRPr lang="ja-JP" altLang="en-US" sz="1000" b="1"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r h="755650">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buClrTx/>
                        <a:buSzTx/>
                        <a:buFontTx/>
                      </a:pPr>
                      <a:r>
                        <a:rPr lang="ja-JP" altLang="en-US" sz="1000" b="1" i="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実装</a:t>
                      </a:r>
                      <a:endParaRPr lang="ja-JP" altLang="en-US" sz="1000" b="1" i="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r h="673735">
                <a:tc>
                  <a:txBody>
                    <a:bodyPr/>
                    <a:lstStyle/>
                    <a:p>
                      <a:pPr algn="l">
                        <a:buClrTx/>
                        <a:buSzTx/>
                        <a:buFontTx/>
                      </a:pPr>
                      <a:r>
                        <a:rPr lang="ja-JP" altLang="en-US" sz="1000" b="1" i="0" dirty="0">
                          <a:latin typeface="Meiryo UI" panose="020B0604030504040204" pitchFamily="50" charset="-128"/>
                          <a:ea typeface="Meiryo UI" panose="020B0604030504040204" pitchFamily="50" charset="-128"/>
                          <a:cs typeface="Meiryo UI" panose="020B0604030504040204" pitchFamily="50" charset="-128"/>
                        </a:rPr>
                        <a:t>DummySDK作成</a:t>
                      </a:r>
                      <a:endParaRPr lang="ja-JP" altLang="en-US" sz="1000" b="1" i="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r h="850265">
                <a:tc>
                  <a:txBody>
                    <a:bodyPr/>
                    <a:lstStyle/>
                    <a:p>
                      <a:pPr algn="l">
                        <a:buClrTx/>
                        <a:buSzTx/>
                        <a:buFontTx/>
                        <a:buNone/>
                      </a:pPr>
                      <a:r>
                        <a:rPr lang="ja-JP" altLang="en-US" sz="1000" b="1" i="0" dirty="0">
                          <a:latin typeface="Meiryo UI" panose="020B0604030504040204" pitchFamily="50" charset="-128"/>
                          <a:ea typeface="Meiryo UI" panose="020B0604030504040204" pitchFamily="50" charset="-128"/>
                          <a:cs typeface="Meiryo UI" panose="020B0604030504040204" pitchFamily="50" charset="-128"/>
                        </a:rPr>
                        <a:t>テストCase/実施</a:t>
                      </a:r>
                      <a:endParaRPr lang="ja-JP" altLang="en-US" sz="1000" b="1" i="0" dirty="0">
                        <a:latin typeface="Meiryo UI" panose="020B0604030504040204" pitchFamily="50" charset="-128"/>
                        <a:ea typeface="Meiryo UI" panose="020B0604030504040204" pitchFamily="50" charset="-128"/>
                        <a:cs typeface="Meiryo UI" panose="020B0604030504040204" pitchFamily="50" charset="-128"/>
                      </a:endParaRPr>
                    </a:p>
                    <a:p>
                      <a:pPr algn="l">
                        <a:buClrTx/>
                        <a:buSzTx/>
                        <a:buFontTx/>
                        <a:buNone/>
                      </a:pPr>
                      <a:endParaRPr lang="ja-JP" altLang="en-US" sz="1000" b="1" i="0" dirty="0">
                        <a:latin typeface="Meiryo UI" panose="020B0604030504040204" pitchFamily="50" charset="-128"/>
                        <a:ea typeface="Meiryo UI" panose="020B0604030504040204" pitchFamily="50" charset="-128"/>
                        <a:cs typeface="Meiryo UI" panose="020B0604030504040204" pitchFamily="50" charset="-128"/>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c>
                  <a:txBody>
                    <a:bodyPr/>
                    <a:lstStyle/>
                    <a:p>
                      <a:pPr>
                        <a:buNone/>
                      </a:pPr>
                      <a:endParaRPr kumimoji="1" lang="ja-JP" alt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BBB59">
                        <a:lumMod val="20000"/>
                        <a:lumOff val="80000"/>
                      </a:srgbClr>
                    </a:solidFill>
                  </a:tcPr>
                </a:tc>
              </a:tr>
            </a:tbl>
          </a:graphicData>
        </a:graphic>
      </p:graphicFrame>
      <p:sp>
        <p:nvSpPr>
          <p:cNvPr id="5" name="文本占位符 4"/>
          <p:cNvSpPr>
            <a:spLocks noGrp="1"/>
          </p:cNvSpPr>
          <p:nvPr>
            <p:ph type="body" sz="quarter" idx="13"/>
          </p:nvPr>
        </p:nvSpPr>
        <p:spPr>
          <a:xfrm>
            <a:off x="182880" y="58420"/>
            <a:ext cx="2570480" cy="422275"/>
          </a:xfrm>
        </p:spPr>
        <p:txBody>
          <a:bodyPr anchor="ctr">
            <a:noAutofit/>
          </a:bodyPr>
          <a:lstStyle/>
          <a:p>
            <a:pPr marL="0" lvl="1" indent="0">
              <a:buNone/>
            </a:pPr>
            <a:r>
              <a:rPr lang="ja-JP" altLang="en-US" sz="2600" b="1" dirty="0">
                <a:solidFill>
                  <a:schemeClr val="tx1">
                    <a:lumMod val="85000"/>
                    <a:lumOff val="15000"/>
                  </a:schemeClr>
                </a:solidFill>
                <a:latin typeface="Meiryo UI" panose="020B0604030504040204" pitchFamily="50" charset="-128"/>
                <a:ea typeface="Meiryo UI" panose="020B0604030504040204" pitchFamily="50" charset="-128"/>
              </a:rPr>
              <a:t>全体スケジュール</a:t>
            </a:r>
            <a:endParaRPr lang="en-US" altLang="ja-JP" sz="2600" b="1" dirty="0">
              <a:solidFill>
                <a:schemeClr val="tx1">
                  <a:lumMod val="85000"/>
                  <a:lumOff val="15000"/>
                </a:schemeClr>
              </a:solidFill>
              <a:latin typeface="Meiryo UI" panose="020B0604030504040204" pitchFamily="50" charset="-128"/>
              <a:ea typeface="Meiryo UI" panose="020B0604030504040204" pitchFamily="50" charset="-128"/>
            </a:endParaRPr>
          </a:p>
        </p:txBody>
      </p:sp>
      <p:grpSp>
        <p:nvGrpSpPr>
          <p:cNvPr id="7" name="组合 6"/>
          <p:cNvGrpSpPr/>
          <p:nvPr/>
        </p:nvGrpSpPr>
        <p:grpSpPr>
          <a:xfrm>
            <a:off x="4511169" y="1797050"/>
            <a:ext cx="4828040" cy="2625090"/>
            <a:chOff x="6259" y="1895"/>
            <a:chExt cx="6578" cy="4134"/>
          </a:xfrm>
        </p:grpSpPr>
        <p:sp>
          <p:nvSpPr>
            <p:cNvPr id="11" name="五边形 12"/>
            <p:cNvSpPr/>
            <p:nvPr/>
          </p:nvSpPr>
          <p:spPr>
            <a:xfrm>
              <a:off x="6259" y="1895"/>
              <a:ext cx="3602" cy="636"/>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16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詳細設計</a:t>
              </a:r>
              <a:endParaRPr kumimoji="1" lang="ja-JP" altLang="en-US" sz="16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3" name="五边形 12"/>
            <p:cNvSpPr/>
            <p:nvPr/>
          </p:nvSpPr>
          <p:spPr>
            <a:xfrm>
              <a:off x="6994" y="3044"/>
              <a:ext cx="3651" cy="587"/>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ja-JP" sz="14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実装</a:t>
              </a:r>
              <a:endParaRPr kumimoji="1" lang="en-US" altLang="ja-JP" sz="14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9" name="五边形 18"/>
            <p:cNvSpPr/>
            <p:nvPr/>
          </p:nvSpPr>
          <p:spPr>
            <a:xfrm>
              <a:off x="10700" y="5363"/>
              <a:ext cx="2137" cy="666"/>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ja-JP" altLang="ja-JP" sz="1200" b="1" dirty="0">
                  <a:latin typeface="Meiryo UI" panose="020B0604030504040204" pitchFamily="50" charset="-128"/>
                  <a:ea typeface="Meiryo UI" panose="020B0604030504040204" pitchFamily="50" charset="-128"/>
                  <a:cs typeface="Meiryo UI" panose="020B0604030504040204" pitchFamily="50" charset="-128"/>
                  <a:sym typeface="+mn-ea"/>
                </a:rPr>
                <a:t>テスト実施</a:t>
              </a:r>
              <a:endParaRPr lang="ja-JP" altLang="ja-JP" sz="1200" b="1" dirty="0">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4" name="五边形 3"/>
            <p:cNvSpPr/>
            <p:nvPr/>
          </p:nvSpPr>
          <p:spPr>
            <a:xfrm>
              <a:off x="8418" y="4204"/>
              <a:ext cx="2229" cy="587"/>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ja-JP" altLang="en-US" sz="1000" b="1" dirty="0">
                  <a:latin typeface="Meiryo UI" panose="020B0604030504040204" pitchFamily="50" charset="-128"/>
                  <a:ea typeface="Meiryo UI" panose="020B0604030504040204" pitchFamily="50" charset="-128"/>
                  <a:cs typeface="Meiryo UI" panose="020B0604030504040204" pitchFamily="50" charset="-128"/>
                  <a:sym typeface="+mn-ea"/>
                </a:rPr>
                <a:t>DummySDK作成</a:t>
              </a:r>
              <a:endParaRPr kumimoji="1" lang="ja-JP" altLang="en-US" sz="10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sym typeface="+mn-ea"/>
              </a:endParaRPr>
            </a:p>
          </p:txBody>
        </p:sp>
        <p:sp>
          <p:nvSpPr>
            <p:cNvPr id="61" name="五边形 60"/>
            <p:cNvSpPr/>
            <p:nvPr/>
          </p:nvSpPr>
          <p:spPr>
            <a:xfrm>
              <a:off x="10699" y="3044"/>
              <a:ext cx="2058" cy="587"/>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sz="14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不具合対応</a:t>
              </a:r>
              <a:endParaRPr kumimoji="1" lang="ja-JP" sz="14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23" name="五角星 22"/>
          <p:cNvSpPr/>
          <p:nvPr/>
        </p:nvSpPr>
        <p:spPr>
          <a:xfrm>
            <a:off x="9279890" y="4040505"/>
            <a:ext cx="235585" cy="253365"/>
          </a:xfrm>
          <a:prstGeom prst="star5">
            <a:avLst/>
          </a:prstGeom>
          <a:solidFill>
            <a:srgbClr val="FFC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9" name="矩形标注 38"/>
          <p:cNvSpPr/>
          <p:nvPr/>
        </p:nvSpPr>
        <p:spPr>
          <a:xfrm>
            <a:off x="3837305" y="1685290"/>
            <a:ext cx="602615" cy="323215"/>
          </a:xfrm>
          <a:prstGeom prst="wedgeRectCallout">
            <a:avLst>
              <a:gd name="adj1" fmla="val 72874"/>
              <a:gd name="adj2" fmla="val 24656"/>
            </a:avLst>
          </a:prstGeom>
          <a:solidFill>
            <a:schemeClr val="bg1"/>
          </a:solidFill>
          <a:ln>
            <a:solidFill>
              <a:srgbClr val="306CB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ja-JP" sz="1400">
                <a:solidFill>
                  <a:schemeClr val="tx1"/>
                </a:solidFill>
                <a:latin typeface="Meiryo UI" panose="020B0604030504040204" pitchFamily="50" charset="-128"/>
                <a:ea typeface="Meiryo UI" panose="020B0604030504040204" pitchFamily="50" charset="-128"/>
              </a:rPr>
              <a:t>6/29</a:t>
            </a:r>
            <a:endParaRPr lang="en-US" altLang="ja-JP" sz="1400">
              <a:solidFill>
                <a:schemeClr val="tx1"/>
              </a:solidFill>
              <a:latin typeface="Meiryo UI" panose="020B0604030504040204" pitchFamily="50" charset="-128"/>
              <a:ea typeface="Meiryo UI" panose="020B0604030504040204" pitchFamily="50" charset="-128"/>
            </a:endParaRPr>
          </a:p>
        </p:txBody>
      </p:sp>
      <p:sp>
        <p:nvSpPr>
          <p:cNvPr id="43" name="矩形标注 42"/>
          <p:cNvSpPr/>
          <p:nvPr/>
        </p:nvSpPr>
        <p:spPr>
          <a:xfrm>
            <a:off x="9437370" y="4334510"/>
            <a:ext cx="602615" cy="323215"/>
          </a:xfrm>
          <a:prstGeom prst="wedgeRectCallout">
            <a:avLst>
              <a:gd name="adj1" fmla="val -51791"/>
              <a:gd name="adj2" fmla="val -86149"/>
            </a:avLst>
          </a:prstGeom>
          <a:solidFill>
            <a:schemeClr val="bg1"/>
          </a:solidFill>
          <a:ln>
            <a:solidFill>
              <a:srgbClr val="306CB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ja-JP" sz="1400">
                <a:solidFill>
                  <a:schemeClr val="tx1"/>
                </a:solidFill>
                <a:latin typeface="Meiryo UI" panose="020B0604030504040204" pitchFamily="50" charset="-128"/>
                <a:ea typeface="Meiryo UI" panose="020B0604030504040204" pitchFamily="50" charset="-128"/>
              </a:rPr>
              <a:t>8/31</a:t>
            </a:r>
            <a:endParaRPr lang="en-US" altLang="ja-JP" sz="1400">
              <a:solidFill>
                <a:schemeClr val="tx1"/>
              </a:solidFill>
              <a:latin typeface="Meiryo UI" panose="020B0604030504040204" pitchFamily="50" charset="-128"/>
              <a:ea typeface="Meiryo UI" panose="020B0604030504040204" pitchFamily="50" charset="-128"/>
            </a:endParaRPr>
          </a:p>
        </p:txBody>
      </p:sp>
      <p:sp>
        <p:nvSpPr>
          <p:cNvPr id="51" name="文本框 50"/>
          <p:cNvSpPr txBox="1"/>
          <p:nvPr/>
        </p:nvSpPr>
        <p:spPr>
          <a:xfrm>
            <a:off x="182880" y="704215"/>
            <a:ext cx="11183620" cy="368300"/>
          </a:xfrm>
          <a:prstGeom prst="rect">
            <a:avLst/>
          </a:prstGeom>
          <a:noFill/>
        </p:spPr>
        <p:txBody>
          <a:bodyPr wrap="square" rtlCol="0">
            <a:spAutoFit/>
          </a:bodyPr>
          <a:lstStyle/>
          <a:p>
            <a:r>
              <a:rPr lang="en-US" altLang="zh-CN">
                <a:latin typeface="Meiryo UI" panose="020B0604030504040204" pitchFamily="50" charset="-128"/>
                <a:ea typeface="Meiryo UI" panose="020B0604030504040204" pitchFamily="50" charset="-128"/>
                <a:cs typeface="Meiryo UI" panose="020B0604030504040204" pitchFamily="50" charset="-128"/>
              </a:rPr>
              <a:t> v102 </a:t>
            </a:r>
            <a:r>
              <a:rPr lang="zh-CN" altLang="en-US">
                <a:latin typeface="Meiryo UI" panose="020B0604030504040204" pitchFamily="50" charset="-128"/>
                <a:ea typeface="Meiryo UI" panose="020B0604030504040204" pitchFamily="50" charset="-128"/>
                <a:cs typeface="Meiryo UI" panose="020B0604030504040204" pitchFamily="50" charset="-128"/>
              </a:rPr>
              <a:t>版 </a:t>
            </a:r>
            <a:r>
              <a:rPr lang="en-US" altLang="zh-CN">
                <a:latin typeface="Meiryo UI" panose="020B0604030504040204" pitchFamily="50" charset="-128"/>
                <a:ea typeface="Meiryo UI" panose="020B0604030504040204" pitchFamily="50" charset="-128"/>
                <a:cs typeface="Meiryo UI" panose="020B0604030504040204" pitchFamily="50" charset="-128"/>
              </a:rPr>
              <a:t>Connect App </a:t>
            </a:r>
            <a:r>
              <a:rPr lang="zh-CN" altLang="en-US">
                <a:latin typeface="Meiryo UI" panose="020B0604030504040204" pitchFamily="50" charset="-128"/>
                <a:ea typeface="Meiryo UI" panose="020B0604030504040204" pitchFamily="50" charset="-128"/>
                <a:cs typeface="Meiryo UI" panose="020B0604030504040204" pitchFamily="50" charset="-128"/>
              </a:rPr>
              <a:t>開発（画面数：62）</a:t>
            </a:r>
            <a:r>
              <a:rPr lang="ja-JP" altLang="en-US">
                <a:latin typeface="Meiryo UI" panose="020B0604030504040204" pitchFamily="50" charset="-128"/>
                <a:ea typeface="Meiryo UI" panose="020B0604030504040204" pitchFamily="50" charset="-128"/>
                <a:cs typeface="Meiryo UI" panose="020B0604030504040204" pitchFamily="50" charset="-128"/>
              </a:rPr>
              <a:t>のスケジュールは、</a:t>
            </a:r>
            <a:r>
              <a:rPr lang="zh-CN" altLang="en-US">
                <a:latin typeface="Meiryo UI" panose="020B0604030504040204" pitchFamily="50" charset="-128"/>
                <a:ea typeface="Meiryo UI" panose="020B0604030504040204" pitchFamily="50" charset="-128"/>
                <a:cs typeface="Meiryo UI" panose="020B0604030504040204" pitchFamily="50" charset="-128"/>
              </a:rPr>
              <a:t>下記</a:t>
            </a:r>
            <a:r>
              <a:rPr lang="ja-JP" altLang="en-US">
                <a:latin typeface="Meiryo UI" panose="020B0604030504040204" pitchFamily="50" charset="-128"/>
                <a:ea typeface="Meiryo UI" panose="020B0604030504040204" pitchFamily="50" charset="-128"/>
                <a:cs typeface="Meiryo UI" panose="020B0604030504040204" pitchFamily="50" charset="-128"/>
              </a:rPr>
              <a:t>の</a:t>
            </a:r>
            <a:r>
              <a:rPr lang="zh-CN" altLang="en-US">
                <a:latin typeface="Meiryo UI" panose="020B0604030504040204" pitchFamily="50" charset="-128"/>
                <a:ea typeface="Meiryo UI" panose="020B0604030504040204" pitchFamily="50" charset="-128"/>
                <a:cs typeface="Meiryo UI" panose="020B0604030504040204" pitchFamily="50" charset="-128"/>
              </a:rPr>
              <a:t>通</a:t>
            </a:r>
            <a:r>
              <a:rPr lang="ja-JP" altLang="en-US">
                <a:latin typeface="Meiryo UI" panose="020B0604030504040204" pitchFamily="50" charset="-128"/>
                <a:ea typeface="Meiryo UI" panose="020B0604030504040204" pitchFamily="50" charset="-128"/>
                <a:cs typeface="Meiryo UI" panose="020B0604030504040204" pitchFamily="50" charset="-128"/>
              </a:rPr>
              <a:t>りです。</a:t>
            </a:r>
            <a:endParaRPr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五边形 1"/>
          <p:cNvSpPr/>
          <p:nvPr/>
        </p:nvSpPr>
        <p:spPr>
          <a:xfrm>
            <a:off x="5572760" y="3999865"/>
            <a:ext cx="2197100" cy="422910"/>
          </a:xfrm>
          <a:prstGeom prst="homePlate">
            <a:avLst/>
          </a:prstGeom>
          <a:solidFill>
            <a:srgbClr val="306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ja-JP" altLang="ja-JP" sz="1200" b="1" dirty="0">
                <a:latin typeface="Meiryo UI" panose="020B0604030504040204" pitchFamily="50" charset="-128"/>
                <a:ea typeface="Meiryo UI" panose="020B0604030504040204" pitchFamily="50" charset="-128"/>
                <a:cs typeface="Meiryo UI" panose="020B0604030504040204" pitchFamily="50" charset="-128"/>
                <a:sym typeface="+mn-ea"/>
              </a:rPr>
              <a:t>テスト</a:t>
            </a:r>
            <a:r>
              <a:rPr lang="ja-JP" altLang="ja-JP" sz="1200" b="1" dirty="0">
                <a:latin typeface="Meiryo UI" panose="020B0604030504040204" pitchFamily="50" charset="-128"/>
                <a:ea typeface="Meiryo UI" panose="020B0604030504040204" pitchFamily="50" charset="-128"/>
                <a:cs typeface="Meiryo UI" panose="020B0604030504040204" pitchFamily="50" charset="-128"/>
                <a:sym typeface="+mn-ea"/>
              </a:rPr>
              <a:t>ケース作成</a:t>
            </a:r>
            <a:endParaRPr lang="ja-JP" altLang="ja-JP" sz="1200" b="1" dirty="0">
              <a:latin typeface="Meiryo UI" panose="020B0604030504040204" pitchFamily="50" charset="-128"/>
              <a:ea typeface="Meiryo UI" panose="020B0604030504040204" pitchFamily="50" charset="-128"/>
              <a:cs typeface="Meiryo UI" panose="020B0604030504040204" pitchFamily="50" charset="-128"/>
              <a:sym typeface="+mn-ea"/>
            </a:endParaRPr>
          </a:p>
        </p:txBody>
      </p:sp>
      <p:cxnSp>
        <p:nvCxnSpPr>
          <p:cNvPr id="36" name="直接连接符 35"/>
          <p:cNvCxnSpPr/>
          <p:nvPr/>
        </p:nvCxnSpPr>
        <p:spPr>
          <a:xfrm>
            <a:off x="4600210" y="1595755"/>
            <a:ext cx="14605" cy="3060065"/>
          </a:xfrm>
          <a:prstGeom prst="line">
            <a:avLst/>
          </a:prstGeom>
          <a:ln w="25400" cap="flat" cmpd="sng" algn="ctr">
            <a:solidFill>
              <a:srgbClr val="00358D"/>
            </a:solidFill>
            <a:prstDash val="dash"/>
            <a:miter lim="800000"/>
          </a:ln>
        </p:spPr>
        <p:style>
          <a:lnRef idx="0">
            <a:schemeClr val="accent1"/>
          </a:lnRef>
          <a:fillRef idx="0">
            <a:srgbClr val="FFFFFF"/>
          </a:fillRef>
          <a:effectRef idx="0">
            <a:srgbClr val="FFFFFF"/>
          </a:effectRef>
          <a:fontRef idx="minor">
            <a:schemeClr val="tx1"/>
          </a:fontRef>
        </p:style>
      </p:cxnSp>
      <p:sp>
        <p:nvSpPr>
          <p:cNvPr id="16" name="矩形标注 15"/>
          <p:cNvSpPr/>
          <p:nvPr/>
        </p:nvSpPr>
        <p:spPr>
          <a:xfrm>
            <a:off x="4023232" y="4657725"/>
            <a:ext cx="487680" cy="293370"/>
          </a:xfrm>
          <a:prstGeom prst="wedgeRectCallout">
            <a:avLst>
              <a:gd name="adj1" fmla="val 60138"/>
              <a:gd name="adj2" fmla="val -131460"/>
            </a:avLst>
          </a:prstGeom>
          <a:solidFill>
            <a:schemeClr val="accent1">
              <a:lumMod val="20000"/>
              <a:lumOff val="80000"/>
            </a:schemeClr>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1000" dirty="0">
                <a:solidFill>
                  <a:srgbClr val="0070C0"/>
                </a:solidFill>
                <a:latin typeface="Meiryo UI" panose="020B0604030504040204" pitchFamily="50" charset="-128"/>
                <a:ea typeface="Meiryo UI" panose="020B0604030504040204" pitchFamily="50" charset="-128"/>
                <a:cs typeface="Meiryo UI" panose="020B0604030504040204" pitchFamily="50" charset="-128"/>
                <a:sym typeface="+mn-ea"/>
              </a:rPr>
              <a:t>今日</a:t>
            </a:r>
            <a:endParaRPr lang="ja-JP" altLang="en-US" sz="1000" dirty="0">
              <a:solidFill>
                <a:srgbClr val="0070C0"/>
              </a:solidFill>
              <a:latin typeface="Meiryo UI" panose="020B0604030504040204" pitchFamily="50" charset="-128"/>
              <a:ea typeface="Meiryo UI" panose="020B0604030504040204" pitchFamily="50" charset="-128"/>
              <a:cs typeface="Meiryo UI" panose="020B0604030504040204" pitchFamily="50" charset="-128"/>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3"/>
          </p:nvPr>
        </p:nvSpPr>
        <p:spPr>
          <a:xfrm>
            <a:off x="469384" y="181629"/>
            <a:ext cx="10210270" cy="572828"/>
          </a:xfrm>
        </p:spPr>
        <p:txBody>
          <a:bodyPr>
            <a:normAutofit fontScale="97500"/>
          </a:bodyPr>
          <a:lstStyle/>
          <a:p>
            <a:pPr lvl="0"/>
            <a:r>
              <a:rPr lang="ja-JP" altLang="en-US" dirty="0">
                <a:latin typeface="Meiryo UI" panose="020B0604030504040204" pitchFamily="50" charset="-128"/>
                <a:ea typeface="Meiryo UI" panose="020B0604030504040204" pitchFamily="50" charset="-128"/>
                <a:sym typeface="+mn-ea"/>
              </a:rPr>
              <a:t>確認事項</a:t>
            </a:r>
            <a:endParaRPr lang="ja-JP" altLang="en-US" dirty="0">
              <a:latin typeface="Meiryo UI" panose="020B0604030504040204" pitchFamily="50" charset="-128"/>
              <a:ea typeface="Meiryo UI" panose="020B0604030504040204" pitchFamily="50" charset="-128"/>
              <a:sym typeface="+mn-ea"/>
            </a:endParaRPr>
          </a:p>
        </p:txBody>
      </p:sp>
      <p:sp>
        <p:nvSpPr>
          <p:cNvPr id="2" name="文本框 1"/>
          <p:cNvSpPr txBox="1"/>
          <p:nvPr/>
        </p:nvSpPr>
        <p:spPr>
          <a:xfrm>
            <a:off x="569595" y="1099820"/>
            <a:ext cx="10825480" cy="2862322"/>
          </a:xfrm>
          <a:prstGeom prst="rect">
            <a:avLst/>
          </a:prstGeom>
          <a:noFill/>
        </p:spPr>
        <p:txBody>
          <a:bodyPr wrap="square" rtlCol="0">
            <a:spAutoFit/>
          </a:bodyPr>
          <a:lstStyle/>
          <a:p>
            <a:r>
              <a:rPr lang="zh-CN" altLang="en-US" dirty="0">
                <a:latin typeface="Meiryo UI" panose="020B0604030504040204" pitchFamily="50" charset="-128"/>
                <a:ea typeface="Meiryo UI" panose="020B0604030504040204" pitchFamily="50" charset="-128"/>
                <a:cs typeface="Meiryo UI" panose="020B0604030504040204" pitchFamily="50" charset="-128"/>
              </a:rPr>
              <a:t>1. 6/29に着手対応の場合、v102版のコードベースはどのバージョンですか？</a:t>
            </a:r>
            <a:endParaRPr lang="zh-CN" altLang="en-US"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dirty="0">
                <a:latin typeface="Meiryo UI" panose="020B0604030504040204" pitchFamily="50" charset="-128"/>
                <a:ea typeface="Meiryo UI" panose="020B0604030504040204" pitchFamily="50" charset="-128"/>
                <a:cs typeface="Meiryo UI" panose="020B0604030504040204" pitchFamily="50" charset="-128"/>
              </a:rPr>
              <a:t>6/26</a:t>
            </a:r>
            <a:r>
              <a:rPr lang="ja-JP" altLang="en-US" dirty="0">
                <a:latin typeface="Meiryo UI" panose="020B0604030504040204" pitchFamily="50" charset="-128"/>
                <a:ea typeface="Meiryo UI" panose="020B0604030504040204" pitchFamily="50" charset="-128"/>
                <a:cs typeface="Meiryo UI" panose="020B0604030504040204" pitchFamily="50" charset="-128"/>
              </a:rPr>
              <a:t>で</a:t>
            </a:r>
            <a:r>
              <a:rPr lang="en-US" altLang="ja-JP" dirty="0">
                <a:latin typeface="Meiryo UI" panose="020B0604030504040204" pitchFamily="50" charset="-128"/>
                <a:ea typeface="Meiryo UI" panose="020B0604030504040204" pitchFamily="50" charset="-128"/>
                <a:cs typeface="Meiryo UI" panose="020B0604030504040204" pitchFamily="50" charset="-128"/>
              </a:rPr>
              <a:t>develop/v1.0.</a:t>
            </a:r>
            <a:r>
              <a:rPr lang="ja-JP" altLang="en-US" dirty="0">
                <a:latin typeface="Meiryo UI" panose="020B0604030504040204" pitchFamily="50" charset="-128"/>
                <a:ea typeface="Meiryo UI" panose="020B0604030504040204" pitchFamily="50" charset="-128"/>
                <a:cs typeface="Meiryo UI" panose="020B0604030504040204" pitchFamily="50" charset="-128"/>
              </a:rPr>
              <a:t>０から</a:t>
            </a:r>
            <a:r>
              <a:rPr lang="en-US" altLang="ja-JP" dirty="0">
                <a:latin typeface="Meiryo UI" panose="020B0604030504040204" pitchFamily="50" charset="-128"/>
                <a:ea typeface="Meiryo UI" panose="020B0604030504040204" pitchFamily="50" charset="-128"/>
                <a:cs typeface="Meiryo UI" panose="020B0604030504040204" pitchFamily="50" charset="-128"/>
              </a:rPr>
              <a:t>develop/v1.0.2</a:t>
            </a:r>
            <a:r>
              <a:rPr lang="ja-JP" altLang="en-US" dirty="0">
                <a:latin typeface="Meiryo UI" panose="020B0604030504040204" pitchFamily="50" charset="-128"/>
                <a:ea typeface="Meiryo UI" panose="020B0604030504040204" pitchFamily="50" charset="-128"/>
                <a:cs typeface="Meiryo UI" panose="020B0604030504040204" pitchFamily="50" charset="-128"/>
              </a:rPr>
              <a:t>を切って</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ja-JP" altLang="en-US" dirty="0">
              <a:latin typeface="Meiryo UI" panose="020B0604030504040204" pitchFamily="50" charset="-128"/>
              <a:ea typeface="Meiryo UI" panose="020B0604030504040204" pitchFamily="50" charset="-128"/>
              <a:cs typeface="Meiryo UI" panose="020B0604030504040204" pitchFamily="50" charset="-128"/>
            </a:endParaRPr>
          </a:p>
          <a:p>
            <a:r>
              <a:rPr lang="en-US" altLang="zh-CN" dirty="0">
                <a:latin typeface="Meiryo UI" panose="020B0604030504040204" pitchFamily="50" charset="-128"/>
                <a:ea typeface="Meiryo UI" panose="020B0604030504040204" pitchFamily="50" charset="-128"/>
                <a:cs typeface="Meiryo UI" panose="020B0604030504040204" pitchFamily="50" charset="-128"/>
              </a:rPr>
              <a:t>2. SMN_00108-1838</a:t>
            </a:r>
            <a:r>
              <a:rPr lang="ja-JP" altLang="en-US" dirty="0">
                <a:latin typeface="Meiryo UI" panose="020B0604030504040204" pitchFamily="50" charset="-128"/>
                <a:ea typeface="Meiryo UI" panose="020B0604030504040204" pitchFamily="50" charset="-128"/>
                <a:cs typeface="Meiryo UI" panose="020B0604030504040204" pitchFamily="50" charset="-128"/>
              </a:rPr>
              <a:t>の</a:t>
            </a:r>
            <a:r>
              <a:rPr lang="zh-CN" altLang="en-US" dirty="0">
                <a:latin typeface="Meiryo UI" panose="020B0604030504040204" pitchFamily="50" charset="-128"/>
                <a:ea typeface="Meiryo UI" panose="020B0604030504040204" pitchFamily="50" charset="-128"/>
                <a:cs typeface="Meiryo UI" panose="020B0604030504040204" pitchFamily="50" charset="-128"/>
              </a:rPr>
              <a:t>改修</a:t>
            </a:r>
            <a:r>
              <a:rPr lang="ja-JP" altLang="en-US" dirty="0">
                <a:latin typeface="Meiryo UI" panose="020B0604030504040204" pitchFamily="50" charset="-128"/>
                <a:ea typeface="Meiryo UI" panose="020B0604030504040204" pitchFamily="50" charset="-128"/>
                <a:cs typeface="Meiryo UI" panose="020B0604030504040204" pitchFamily="50" charset="-128"/>
              </a:rPr>
              <a:t>は</a:t>
            </a:r>
            <a:r>
              <a:rPr lang="zh-CN" altLang="en-US" dirty="0">
                <a:latin typeface="Meiryo UI" panose="020B0604030504040204" pitchFamily="50" charset="-128"/>
                <a:ea typeface="Meiryo UI" panose="020B0604030504040204" pitchFamily="50" charset="-128"/>
                <a:cs typeface="Meiryo UI" panose="020B0604030504040204" pitchFamily="50" charset="-128"/>
              </a:rPr>
              <a:t>全体構造</a:t>
            </a:r>
            <a:r>
              <a:rPr lang="ja-JP" altLang="en-US" dirty="0">
                <a:latin typeface="Meiryo UI" panose="020B0604030504040204" pitchFamily="50" charset="-128"/>
                <a:ea typeface="Meiryo UI" panose="020B0604030504040204" pitchFamily="50" charset="-128"/>
                <a:cs typeface="Meiryo UI" panose="020B0604030504040204" pitchFamily="50" charset="-128"/>
              </a:rPr>
              <a:t>に</a:t>
            </a:r>
            <a:r>
              <a:rPr lang="zh-CN" altLang="en-US" dirty="0">
                <a:latin typeface="Meiryo UI" panose="020B0604030504040204" pitchFamily="50" charset="-128"/>
                <a:ea typeface="Meiryo UI" panose="020B0604030504040204" pitchFamily="50" charset="-128"/>
                <a:cs typeface="Meiryo UI" panose="020B0604030504040204" pitchFamily="50" charset="-128"/>
              </a:rPr>
              <a:t>大</a:t>
            </a:r>
            <a:r>
              <a:rPr lang="ja-JP" altLang="en-US" dirty="0">
                <a:latin typeface="Meiryo UI" panose="020B0604030504040204" pitchFamily="50" charset="-128"/>
                <a:ea typeface="Meiryo UI" panose="020B0604030504040204" pitchFamily="50" charset="-128"/>
                <a:cs typeface="Meiryo UI" panose="020B0604030504040204" pitchFamily="50" charset="-128"/>
              </a:rPr>
              <a:t>きな</a:t>
            </a:r>
            <a:r>
              <a:rPr lang="zh-CN" altLang="en-US" dirty="0">
                <a:latin typeface="Meiryo UI" panose="020B0604030504040204" pitchFamily="50" charset="-128"/>
                <a:ea typeface="Meiryo UI" panose="020B0604030504040204" pitchFamily="50" charset="-128"/>
                <a:cs typeface="Meiryo UI" panose="020B0604030504040204" pitchFamily="50" charset="-128"/>
              </a:rPr>
              <a:t>影響</a:t>
            </a:r>
            <a:r>
              <a:rPr lang="ja-JP" altLang="en-US" dirty="0">
                <a:latin typeface="Meiryo UI" panose="020B0604030504040204" pitchFamily="50" charset="-128"/>
                <a:ea typeface="Meiryo UI" panose="020B0604030504040204" pitchFamily="50" charset="-128"/>
                <a:cs typeface="Meiryo UI" panose="020B0604030504040204" pitchFamily="50" charset="-128"/>
              </a:rPr>
              <a:t>を</a:t>
            </a:r>
            <a:r>
              <a:rPr lang="zh-CN" altLang="en-US" dirty="0">
                <a:latin typeface="Meiryo UI" panose="020B0604030504040204" pitchFamily="50" charset="-128"/>
                <a:ea typeface="Meiryo UI" panose="020B0604030504040204" pitchFamily="50" charset="-128"/>
                <a:cs typeface="Meiryo UI" panose="020B0604030504040204" pitchFamily="50" charset="-128"/>
              </a:rPr>
              <a:t>与</a:t>
            </a:r>
            <a:r>
              <a:rPr lang="ja-JP" altLang="en-US" dirty="0">
                <a:latin typeface="Meiryo UI" panose="020B0604030504040204" pitchFamily="50" charset="-128"/>
                <a:ea typeface="Meiryo UI" panose="020B0604030504040204" pitchFamily="50" charset="-128"/>
                <a:cs typeface="Meiryo UI" panose="020B0604030504040204" pitchFamily="50" charset="-128"/>
              </a:rPr>
              <a:t>えるため、</a:t>
            </a:r>
            <a:r>
              <a:rPr lang="en-US" altLang="zh-CN" dirty="0">
                <a:latin typeface="Meiryo UI" panose="020B0604030504040204" pitchFamily="50" charset="-128"/>
                <a:ea typeface="Meiryo UI" panose="020B0604030504040204" pitchFamily="50" charset="-128"/>
                <a:cs typeface="Meiryo UI" panose="020B0604030504040204" pitchFamily="50" charset="-128"/>
              </a:rPr>
              <a:t>PAD</a:t>
            </a:r>
            <a:r>
              <a:rPr lang="zh-CN" altLang="en-US" dirty="0">
                <a:latin typeface="Meiryo UI" panose="020B0604030504040204" pitchFamily="50" charset="-128"/>
                <a:ea typeface="Meiryo UI" panose="020B0604030504040204" pitchFamily="50" charset="-128"/>
                <a:cs typeface="Meiryo UI" panose="020B0604030504040204" pitchFamily="50" charset="-128"/>
              </a:rPr>
              <a:t>側</a:t>
            </a:r>
            <a:r>
              <a:rPr lang="ja-JP" altLang="en-US" dirty="0">
                <a:latin typeface="Meiryo UI" panose="020B0604030504040204" pitchFamily="50" charset="-128"/>
                <a:ea typeface="Meiryo UI" panose="020B0604030504040204" pitchFamily="50" charset="-128"/>
                <a:cs typeface="Meiryo UI" panose="020B0604030504040204" pitchFamily="50" charset="-128"/>
              </a:rPr>
              <a:t>の</a:t>
            </a:r>
            <a:r>
              <a:rPr lang="zh-CN" altLang="en-US" dirty="0">
                <a:latin typeface="Meiryo UI" panose="020B0604030504040204" pitchFamily="50" charset="-128"/>
                <a:ea typeface="Meiryo UI" panose="020B0604030504040204" pitchFamily="50" charset="-128"/>
                <a:cs typeface="Meiryo UI" panose="020B0604030504040204" pitchFamily="50" charset="-128"/>
              </a:rPr>
              <a:t>対応完了</a:t>
            </a:r>
            <a:r>
              <a:rPr lang="ja-JP" altLang="zh-CN" dirty="0">
                <a:latin typeface="Meiryo UI" panose="020B0604030504040204" pitchFamily="50" charset="-128"/>
                <a:ea typeface="Meiryo UI" panose="020B0604030504040204" pitchFamily="50" charset="-128"/>
                <a:cs typeface="Meiryo UI" panose="020B0604030504040204" pitchFamily="50" charset="-128"/>
              </a:rPr>
              <a:t>予定</a:t>
            </a:r>
            <a:r>
              <a:rPr lang="ja-JP" altLang="en-US" dirty="0">
                <a:latin typeface="Meiryo UI" panose="020B0604030504040204" pitchFamily="50" charset="-128"/>
                <a:ea typeface="Meiryo UI" panose="020B0604030504040204" pitchFamily="50" charset="-128"/>
                <a:cs typeface="Meiryo UI" panose="020B0604030504040204" pitchFamily="50" charset="-128"/>
              </a:rPr>
              <a:t>はいつですか？</a:t>
            </a:r>
            <a:endParaRPr lang="ja-JP" altLang="en-US"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遅くても</a:t>
            </a:r>
            <a:r>
              <a:rPr lang="en-US" altLang="ja-JP" dirty="0">
                <a:latin typeface="Meiryo UI" panose="020B0604030504040204" pitchFamily="50" charset="-128"/>
                <a:ea typeface="Meiryo UI" panose="020B0604030504040204" pitchFamily="50" charset="-128"/>
                <a:cs typeface="Meiryo UI" panose="020B0604030504040204" pitchFamily="50" charset="-128"/>
              </a:rPr>
              <a:t>7/17</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ja-JP" altLang="en-US" dirty="0">
              <a:latin typeface="Meiryo UI" panose="020B0604030504040204" pitchFamily="50" charset="-128"/>
              <a:ea typeface="Meiryo UI" panose="020B0604030504040204" pitchFamily="50" charset="-128"/>
              <a:cs typeface="Meiryo UI" panose="020B0604030504040204" pitchFamily="50" charset="-128"/>
            </a:endParaRPr>
          </a:p>
          <a:p>
            <a:r>
              <a:rPr lang="en-US" altLang="zh-CN" dirty="0">
                <a:latin typeface="Meiryo UI" panose="020B0604030504040204" pitchFamily="50" charset="-128"/>
                <a:ea typeface="Meiryo UI" panose="020B0604030504040204" pitchFamily="50" charset="-128"/>
                <a:cs typeface="Meiryo UI" panose="020B0604030504040204" pitchFamily="50" charset="-128"/>
              </a:rPr>
              <a:t>3. v102</a:t>
            </a:r>
            <a:r>
              <a:rPr lang="zh-CN" altLang="en-US" dirty="0">
                <a:latin typeface="Meiryo UI" panose="020B0604030504040204" pitchFamily="50" charset="-128"/>
                <a:ea typeface="Meiryo UI" panose="020B0604030504040204" pitchFamily="50" charset="-128"/>
                <a:cs typeface="Meiryo UI" panose="020B0604030504040204" pitchFamily="50" charset="-128"/>
              </a:rPr>
              <a:t>版</a:t>
            </a:r>
            <a:r>
              <a:rPr lang="ja-JP" altLang="en-US" dirty="0">
                <a:latin typeface="Meiryo UI" panose="020B0604030504040204" pitchFamily="50" charset="-128"/>
                <a:ea typeface="Meiryo UI" panose="020B0604030504040204" pitchFamily="50" charset="-128"/>
                <a:cs typeface="Meiryo UI" panose="020B0604030504040204" pitchFamily="50" charset="-128"/>
              </a:rPr>
              <a:t>から</a:t>
            </a:r>
            <a:r>
              <a:rPr lang="zh-CN" altLang="en-US" dirty="0">
                <a:latin typeface="Meiryo UI" panose="020B0604030504040204" pitchFamily="50" charset="-128"/>
                <a:ea typeface="Meiryo UI" panose="020B0604030504040204" pitchFamily="50" charset="-128"/>
                <a:cs typeface="Meiryo UI" panose="020B0604030504040204" pitchFamily="50" charset="-128"/>
              </a:rPr>
              <a:t>対応</a:t>
            </a:r>
            <a:r>
              <a:rPr lang="ja-JP" altLang="en-US" dirty="0">
                <a:latin typeface="Meiryo UI" panose="020B0604030504040204" pitchFamily="50" charset="-128"/>
                <a:ea typeface="Meiryo UI" panose="020B0604030504040204" pitchFamily="50" charset="-128"/>
                <a:cs typeface="Meiryo UI" panose="020B0604030504040204" pitchFamily="50" charset="-128"/>
              </a:rPr>
              <a:t>する</a:t>
            </a:r>
            <a:r>
              <a:rPr lang="zh-CN" altLang="en-US" dirty="0">
                <a:latin typeface="Meiryo UI" panose="020B0604030504040204" pitchFamily="50" charset="-128"/>
                <a:ea typeface="Meiryo UI" panose="020B0604030504040204" pitchFamily="50" charset="-128"/>
                <a:cs typeface="Meiryo UI" panose="020B0604030504040204" pitchFamily="50" charset="-128"/>
              </a:rPr>
              <a:t>際</a:t>
            </a:r>
            <a:r>
              <a:rPr lang="ja-JP" altLang="en-US" dirty="0">
                <a:latin typeface="Meiryo UI" panose="020B0604030504040204" pitchFamily="50" charset="-128"/>
                <a:ea typeface="Meiryo UI" panose="020B0604030504040204" pitchFamily="50" charset="-128"/>
                <a:cs typeface="Meiryo UI" panose="020B0604030504040204" pitchFamily="50" charset="-128"/>
              </a:rPr>
              <a:t>に</a:t>
            </a:r>
            <a:r>
              <a:rPr lang="en-US" altLang="zh-CN" dirty="0">
                <a:latin typeface="Meiryo UI" panose="020B0604030504040204" pitchFamily="50" charset="-128"/>
                <a:ea typeface="Meiryo UI" panose="020B0604030504040204" pitchFamily="50" charset="-128"/>
                <a:cs typeface="Meiryo UI" panose="020B0604030504040204" pitchFamily="50" charset="-128"/>
              </a:rPr>
              <a:t>Base</a:t>
            </a:r>
            <a:r>
              <a:rPr lang="ja-JP" altLang="en-US" dirty="0">
                <a:latin typeface="Meiryo UI" panose="020B0604030504040204" pitchFamily="50" charset="-128"/>
                <a:ea typeface="Meiryo UI" panose="020B0604030504040204" pitchFamily="50" charset="-128"/>
                <a:cs typeface="Meiryo UI" panose="020B0604030504040204" pitchFamily="50" charset="-128"/>
              </a:rPr>
              <a:t>も</a:t>
            </a:r>
            <a:r>
              <a:rPr lang="zh-CN" altLang="en-US" dirty="0">
                <a:latin typeface="Meiryo UI" panose="020B0604030504040204" pitchFamily="50" charset="-128"/>
                <a:ea typeface="Meiryo UI" panose="020B0604030504040204" pitchFamily="50" charset="-128"/>
                <a:cs typeface="Meiryo UI" panose="020B0604030504040204" pitchFamily="50" charset="-128"/>
              </a:rPr>
              <a:t>変更</a:t>
            </a:r>
            <a:r>
              <a:rPr lang="ja-JP" altLang="en-US" dirty="0">
                <a:latin typeface="Meiryo UI" panose="020B0604030504040204" pitchFamily="50" charset="-128"/>
                <a:ea typeface="Meiryo UI" panose="020B0604030504040204" pitchFamily="50" charset="-128"/>
                <a:cs typeface="Meiryo UI" panose="020B0604030504040204" pitchFamily="50" charset="-128"/>
              </a:rPr>
              <a:t>されると</a:t>
            </a:r>
            <a:r>
              <a:rPr lang="zh-CN" altLang="en-US" dirty="0">
                <a:latin typeface="Meiryo UI" panose="020B0604030504040204" pitchFamily="50" charset="-128"/>
                <a:ea typeface="Meiryo UI" panose="020B0604030504040204" pitchFamily="50" charset="-128"/>
                <a:cs typeface="Meiryo UI" panose="020B0604030504040204" pitchFamily="50" charset="-128"/>
              </a:rPr>
              <a:t>思</a:t>
            </a:r>
            <a:r>
              <a:rPr lang="ja-JP" altLang="en-US" dirty="0">
                <a:latin typeface="Meiryo UI" panose="020B0604030504040204" pitchFamily="50" charset="-128"/>
                <a:ea typeface="Meiryo UI" panose="020B0604030504040204" pitchFamily="50" charset="-128"/>
                <a:cs typeface="Meiryo UI" panose="020B0604030504040204" pitchFamily="50" charset="-128"/>
              </a:rPr>
              <a:t>いますが、</a:t>
            </a:r>
            <a:endParaRPr lang="ja-JP" altLang="en-US"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　　</a:t>
            </a:r>
            <a:r>
              <a:rPr lang="zh-CN" altLang="en-US" dirty="0">
                <a:latin typeface="Meiryo UI" panose="020B0604030504040204" pitchFamily="50" charset="-128"/>
                <a:ea typeface="Meiryo UI" panose="020B0604030504040204" pitchFamily="50" charset="-128"/>
                <a:cs typeface="Meiryo UI" panose="020B0604030504040204" pitchFamily="50" charset="-128"/>
              </a:rPr>
              <a:t>同期</a:t>
            </a:r>
            <a:r>
              <a:rPr lang="ja-JP" altLang="en-US" dirty="0">
                <a:latin typeface="Meiryo UI" panose="020B0604030504040204" pitchFamily="50" charset="-128"/>
                <a:ea typeface="Meiryo UI" panose="020B0604030504040204" pitchFamily="50" charset="-128"/>
                <a:cs typeface="Meiryo UI" panose="020B0604030504040204" pitchFamily="50" charset="-128"/>
              </a:rPr>
              <a:t>の</a:t>
            </a:r>
            <a:r>
              <a:rPr lang="zh-CN" altLang="en-US" dirty="0">
                <a:latin typeface="Meiryo UI" panose="020B0604030504040204" pitchFamily="50" charset="-128"/>
                <a:ea typeface="Meiryo UI" panose="020B0604030504040204" pitchFamily="50" charset="-128"/>
                <a:cs typeface="Meiryo UI" panose="020B0604030504040204" pitchFamily="50" charset="-128"/>
              </a:rPr>
              <a:t>頻度</a:t>
            </a:r>
            <a:r>
              <a:rPr lang="ja-JP" altLang="en-US" dirty="0">
                <a:latin typeface="Meiryo UI" panose="020B0604030504040204" pitchFamily="50" charset="-128"/>
                <a:ea typeface="Meiryo UI" panose="020B0604030504040204" pitchFamily="50" charset="-128"/>
                <a:cs typeface="Meiryo UI" panose="020B0604030504040204" pitchFamily="50" charset="-128"/>
              </a:rPr>
              <a:t>を2</a:t>
            </a:r>
            <a:r>
              <a:rPr lang="zh-CN" altLang="en-US" dirty="0">
                <a:latin typeface="Meiryo UI" panose="020B0604030504040204" pitchFamily="50" charset="-128"/>
                <a:ea typeface="Meiryo UI" panose="020B0604030504040204" pitchFamily="50" charset="-128"/>
                <a:cs typeface="Meiryo UI" panose="020B0604030504040204" pitchFamily="50" charset="-128"/>
              </a:rPr>
              <a:t>週間</a:t>
            </a:r>
            <a:r>
              <a:rPr lang="ja-JP" altLang="en-US" dirty="0">
                <a:latin typeface="Meiryo UI" panose="020B0604030504040204" pitchFamily="50" charset="-128"/>
                <a:ea typeface="Meiryo UI" panose="020B0604030504040204" pitchFamily="50" charset="-128"/>
                <a:cs typeface="Meiryo UI" panose="020B0604030504040204" pitchFamily="50" charset="-128"/>
              </a:rPr>
              <a:t>に1</a:t>
            </a:r>
            <a:r>
              <a:rPr lang="zh-CN" altLang="en-US" dirty="0">
                <a:latin typeface="Meiryo UI" panose="020B0604030504040204" pitchFamily="50" charset="-128"/>
                <a:ea typeface="Meiryo UI" panose="020B0604030504040204" pitchFamily="50" charset="-128"/>
                <a:cs typeface="Meiryo UI" panose="020B0604030504040204" pitchFamily="50" charset="-128"/>
              </a:rPr>
              <a:t>回</a:t>
            </a:r>
            <a:r>
              <a:rPr lang="ja-JP" altLang="en-US" dirty="0">
                <a:latin typeface="Meiryo UI" panose="020B0604030504040204" pitchFamily="50" charset="-128"/>
                <a:ea typeface="Meiryo UI" panose="020B0604030504040204" pitchFamily="50" charset="-128"/>
                <a:cs typeface="Meiryo UI" panose="020B0604030504040204" pitchFamily="50" charset="-128"/>
              </a:rPr>
              <a:t>に</a:t>
            </a:r>
            <a:r>
              <a:rPr lang="zh-CN" altLang="en-US" dirty="0">
                <a:latin typeface="Meiryo UI" panose="020B0604030504040204" pitchFamily="50" charset="-128"/>
                <a:ea typeface="Meiryo UI" panose="020B0604030504040204" pitchFamily="50" charset="-128"/>
                <a:cs typeface="Meiryo UI" panose="020B0604030504040204" pitchFamily="50" charset="-128"/>
              </a:rPr>
              <a:t>設定</a:t>
            </a:r>
            <a:r>
              <a:rPr lang="ja-JP" altLang="en-US" dirty="0">
                <a:latin typeface="Meiryo UI" panose="020B0604030504040204" pitchFamily="50" charset="-128"/>
                <a:ea typeface="Meiryo UI" panose="020B0604030504040204" pitchFamily="50" charset="-128"/>
                <a:cs typeface="Meiryo UI" panose="020B0604030504040204" pitchFamily="50" charset="-128"/>
              </a:rPr>
              <a:t>してもよろしいでしょうか？</a:t>
            </a:r>
            <a:endParaRPr lang="ja-JP" altLang="en-US" dirty="0">
              <a:latin typeface="Meiryo UI" panose="020B0604030504040204" pitchFamily="50" charset="-128"/>
              <a:ea typeface="Meiryo UI" panose="020B0604030504040204" pitchFamily="50" charset="-128"/>
              <a:cs typeface="Meiryo UI" panose="020B0604030504040204" pitchFamily="50" charset="-128"/>
            </a:endParaRPr>
          </a:p>
          <a:p>
            <a:r>
              <a:rPr lang="zh-CN" altLang="en-US" dirty="0">
                <a:latin typeface="Meiryo UI" panose="020B0604030504040204" pitchFamily="50" charset="-128"/>
                <a:ea typeface="Meiryo UI" panose="020B0604030504040204" pitchFamily="50" charset="-128"/>
                <a:cs typeface="Meiryo UI" panose="020B0604030504040204" pitchFamily="50" charset="-128"/>
              </a:rPr>
              <a:t>   </a:t>
            </a:r>
            <a:r>
              <a:rPr lang="en-US" altLang="zh-CN" dirty="0">
                <a:latin typeface="Meiryo UI" panose="020B0604030504040204" pitchFamily="50" charset="-128"/>
                <a:ea typeface="Meiryo UI" panose="020B0604030504040204" pitchFamily="50" charset="-128"/>
                <a:cs typeface="Meiryo UI" panose="020B0604030504040204" pitchFamily="50" charset="-128"/>
              </a:rPr>
              <a:t>⇒</a:t>
            </a:r>
            <a:r>
              <a:rPr lang="zh-CN" altLang="en-US" dirty="0">
                <a:latin typeface="Meiryo UI" panose="020B0604030504040204" pitchFamily="50" charset="-128"/>
                <a:ea typeface="Meiryo UI" panose="020B0604030504040204" pitchFamily="50" charset="-128"/>
                <a:cs typeface="Meiryo UI" panose="020B0604030504040204" pitchFamily="50" charset="-128"/>
              </a:rPr>
              <a:t>重大</a:t>
            </a:r>
            <a:r>
              <a:rPr lang="ja-JP" altLang="en-US" dirty="0">
                <a:latin typeface="Meiryo UI" panose="020B0604030504040204" pitchFamily="50" charset="-128"/>
                <a:ea typeface="Meiryo UI" panose="020B0604030504040204" pitchFamily="50" charset="-128"/>
                <a:cs typeface="Meiryo UI" panose="020B0604030504040204" pitchFamily="50" charset="-128"/>
              </a:rPr>
              <a:t>な</a:t>
            </a:r>
            <a:r>
              <a:rPr lang="zh-CN" altLang="en-US" dirty="0">
                <a:latin typeface="Meiryo UI" panose="020B0604030504040204" pitchFamily="50" charset="-128"/>
                <a:ea typeface="Meiryo UI" panose="020B0604030504040204" pitchFamily="50" charset="-128"/>
                <a:cs typeface="Meiryo UI" panose="020B0604030504040204" pitchFamily="50" charset="-128"/>
              </a:rPr>
              <a:t>変更</a:t>
            </a:r>
            <a:r>
              <a:rPr lang="ja-JP" altLang="en-US" dirty="0">
                <a:latin typeface="Meiryo UI" panose="020B0604030504040204" pitchFamily="50" charset="-128"/>
                <a:ea typeface="Meiryo UI" panose="020B0604030504040204" pitchFamily="50" charset="-128"/>
                <a:cs typeface="Meiryo UI" panose="020B0604030504040204" pitchFamily="50" charset="-128"/>
              </a:rPr>
              <a:t>があった</a:t>
            </a:r>
            <a:r>
              <a:rPr lang="zh-CN" altLang="en-US" dirty="0">
                <a:latin typeface="Meiryo UI" panose="020B0604030504040204" pitchFamily="50" charset="-128"/>
                <a:ea typeface="Meiryo UI" panose="020B0604030504040204" pitchFamily="50" charset="-128"/>
                <a:cs typeface="Meiryo UI" panose="020B0604030504040204" pitchFamily="50" charset="-128"/>
              </a:rPr>
              <a:t>場合、速</a:t>
            </a:r>
            <a:r>
              <a:rPr lang="ja-JP" altLang="en-US" dirty="0">
                <a:latin typeface="Meiryo UI" panose="020B0604030504040204" pitchFamily="50" charset="-128"/>
                <a:ea typeface="Meiryo UI" panose="020B0604030504040204" pitchFamily="50" charset="-128"/>
                <a:cs typeface="Meiryo UI" panose="020B0604030504040204" pitchFamily="50" charset="-128"/>
              </a:rPr>
              <a:t>やかに</a:t>
            </a:r>
            <a:r>
              <a:rPr lang="zh-CN" altLang="en-US" dirty="0">
                <a:latin typeface="Meiryo UI" panose="020B0604030504040204" pitchFamily="50" charset="-128"/>
                <a:ea typeface="Meiryo UI" panose="020B0604030504040204" pitchFamily="50" charset="-128"/>
                <a:cs typeface="Meiryo UI" panose="020B0604030504040204" pitchFamily="50" charset="-128"/>
              </a:rPr>
              <a:t>連絡</a:t>
            </a:r>
            <a:r>
              <a:rPr lang="ja-JP" altLang="en-US" dirty="0">
                <a:latin typeface="Meiryo UI" panose="020B0604030504040204" pitchFamily="50" charset="-128"/>
                <a:ea typeface="Meiryo UI" panose="020B0604030504040204" pitchFamily="50" charset="-128"/>
                <a:cs typeface="Meiryo UI" panose="020B0604030504040204" pitchFamily="50" charset="-128"/>
              </a:rPr>
              <a:t>し、</a:t>
            </a:r>
            <a:r>
              <a:rPr lang="zh-CN" altLang="en-US" dirty="0">
                <a:latin typeface="Meiryo UI" panose="020B0604030504040204" pitchFamily="50" charset="-128"/>
                <a:ea typeface="Meiryo UI" panose="020B0604030504040204" pitchFamily="50" charset="-128"/>
                <a:cs typeface="Meiryo UI" panose="020B0604030504040204" pitchFamily="50" charset="-128"/>
              </a:rPr>
              <a:t>同期</a:t>
            </a:r>
            <a:r>
              <a:rPr lang="ja-JP" altLang="en-US" dirty="0">
                <a:latin typeface="Meiryo UI" panose="020B0604030504040204" pitchFamily="50" charset="-128"/>
                <a:ea typeface="Meiryo UI" panose="020B0604030504040204" pitchFamily="50" charset="-128"/>
                <a:cs typeface="Meiryo UI" panose="020B0604030504040204" pitchFamily="50" charset="-128"/>
              </a:rPr>
              <a:t>を</a:t>
            </a:r>
            <a:r>
              <a:rPr lang="zh-CN" altLang="en-US" dirty="0">
                <a:latin typeface="Meiryo UI" panose="020B0604030504040204" pitchFamily="50" charset="-128"/>
                <a:ea typeface="Meiryo UI" panose="020B0604030504040204" pitchFamily="50" charset="-128"/>
                <a:cs typeface="Meiryo UI" panose="020B0604030504040204" pitchFamily="50" charset="-128"/>
              </a:rPr>
              <a:t>行</a:t>
            </a:r>
            <a:r>
              <a:rPr lang="ja-JP" altLang="en-US" dirty="0">
                <a:latin typeface="Meiryo UI" panose="020B0604030504040204" pitchFamily="50" charset="-128"/>
                <a:ea typeface="Meiryo UI" panose="020B0604030504040204" pitchFamily="50" charset="-128"/>
                <a:cs typeface="Meiryo UI" panose="020B0604030504040204" pitchFamily="50" charset="-128"/>
              </a:rPr>
              <a:t>うことができます。</a:t>
            </a:r>
            <a:r>
              <a:rPr lang="en-US" altLang="ja-JP" dirty="0"/>
              <a:t> </a:t>
            </a:r>
            <a:endParaRPr lang="en-US" altLang="ja-JP" dirty="0"/>
          </a:p>
          <a:p>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tags/tag1.xml><?xml version="1.0" encoding="utf-8"?>
<p:tagLst xmlns:p="http://schemas.openxmlformats.org/presentationml/2006/main">
  <p:tag name="KSO_WM_UNIT_TABLE_BEAUTIFY" val="smartTable{4387406e-f401-4467-82f5-49f5a7163cd7}"/>
  <p:tag name="TABLE_ENDDRAG_ORIGIN_RECT" val="893*442"/>
  <p:tag name="TABLE_ENDDRAG_RECT" val="15*37*893*442"/>
</p:tagLst>
</file>

<file path=ppt/tags/tag2.xml><?xml version="1.0" encoding="utf-8"?>
<p:tagLst xmlns:p="http://schemas.openxmlformats.org/presentationml/2006/main">
  <p:tag name="KSO_WM_UNIT_TABLE_BEAUTIFY" val="smartTable{6de0048b-a6eb-43dc-9d30-69d1facc2495}"/>
  <p:tag name="TABLE_ENDDRAG_ORIGIN_RECT" val="898*444"/>
  <p:tag name="TABLE_ENDDRAG_RECT" val="17*38*898*444"/>
</p:tagLst>
</file>

<file path=ppt/tags/tag3.xml><?xml version="1.0" encoding="utf-8"?>
<p:tagLst xmlns:p="http://schemas.openxmlformats.org/presentationml/2006/main">
  <p:tag name="TABLE_ENDDRAG_ORIGIN_RECT" val="884*487"/>
  <p:tag name="TABLE_ENDDRAG_RECT" val="25*43*884*487"/>
</p:tagLst>
</file>

<file path=ppt/tags/tag4.xml><?xml version="1.0" encoding="utf-8"?>
<p:tagLst xmlns:p="http://schemas.openxmlformats.org/presentationml/2006/main">
  <p:tag name="TABLE_ENDDRAG_ORIGIN_RECT" val="884*487"/>
  <p:tag name="TABLE_ENDDRAG_RECT" val="25*43*884*487"/>
</p:tagLst>
</file>

<file path=ppt/tags/tag5.xml><?xml version="1.0" encoding="utf-8"?>
<p:tagLst xmlns:p="http://schemas.openxmlformats.org/presentationml/2006/main">
  <p:tag name="TABLE_ENDDRAG_ORIGIN_RECT" val="865*380"/>
  <p:tag name="TABLE_ENDDRAG_RECT" val="40*91*865*380"/>
</p:tagLst>
</file>

<file path=ppt/tags/tag6.xml><?xml version="1.0" encoding="utf-8"?>
<p:tagLst xmlns:p="http://schemas.openxmlformats.org/presentationml/2006/main">
  <p:tag name="TABLE_ENDDRAG_ORIGIN_RECT" val="865*380"/>
  <p:tag name="TABLE_ENDDRAG_RECT" val="40*91*865*380"/>
</p:tagLst>
</file>

<file path=ppt/tags/tag7.xml><?xml version="1.0" encoding="utf-8"?>
<p:tagLst xmlns:p="http://schemas.openxmlformats.org/presentationml/2006/main">
  <p:tag name="TABLE_ENDDRAG_ORIGIN_RECT" val="868*311"/>
  <p:tag name="TABLE_ENDDRAG_RECT" val="40*91*868*311"/>
</p:tagLst>
</file>

<file path=ppt/tags/tag8.xml><?xml version="1.0" encoding="utf-8"?>
<p:tagLst xmlns:p="http://schemas.openxmlformats.org/presentationml/2006/main">
  <p:tag name="TABLE_ENDDRAG_ORIGIN_RECT" val="868*311"/>
  <p:tag name="TABLE_ENDDRAG_RECT" val="40*91*868*311"/>
</p:tagLst>
</file>

<file path=ppt/tags/tag9.xml><?xml version="1.0" encoding="utf-8"?>
<p:tagLst xmlns:p="http://schemas.openxmlformats.org/presentationml/2006/main">
  <p:tag name="TABLE_ENDDRAG_ORIGIN_RECT" val="868*311"/>
  <p:tag name="TABLE_ENDDRAG_RECT" val="40*91*868*311"/>
</p:tagLst>
</file>

<file path=ppt/tags/tag10.xml><?xml version="1.0" encoding="utf-8"?>
<p:tagLst xmlns:p="http://schemas.openxmlformats.org/presentationml/2006/main">
  <p:tag name="TABLE_ENDDRAG_ORIGIN_RECT" val="868*311"/>
  <p:tag name="TABLE_ENDDRAG_RECT" val="40*91*868*311"/>
</p:tagLst>
</file>

<file path=ppt/tags/tag11.xml><?xml version="1.0" encoding="utf-8"?>
<p:tagLst xmlns:p="http://schemas.openxmlformats.org/presentationml/2006/main">
  <p:tag name="TABLE_ENDDRAG_ORIGIN_RECT" val="874*237"/>
  <p:tag name="TABLE_ENDDRAG_RECT" val="28*73*874*237"/>
</p:tagLst>
</file>

<file path=ppt/tags/tag12.xml><?xml version="1.0" encoding="utf-8"?>
<p:tagLst xmlns:p="http://schemas.openxmlformats.org/presentationml/2006/main">
  <p:tag name="TABLE_ENDDRAG_ORIGIN_RECT" val="868*311"/>
  <p:tag name="TABLE_ENDDRAG_RECT" val="40*91*868*311"/>
</p:tagLst>
</file>

<file path=ppt/tags/tag13.xml><?xml version="1.0" encoding="utf-8"?>
<p:tagLst xmlns:p="http://schemas.openxmlformats.org/presentationml/2006/main">
  <p:tag name="TABLE_ENDDRAG_ORIGIN_RECT" val="872*296"/>
  <p:tag name="TABLE_ENDDRAG_RECT" val="40*91*872*296"/>
</p:tagLst>
</file>

<file path=ppt/tags/tag14.xml><?xml version="1.0" encoding="utf-8"?>
<p:tagLst xmlns:p="http://schemas.openxmlformats.org/presentationml/2006/main">
  <p:tag name="KSO_WM_UNIT_TABLE_BEAUTIFY" val="smartTable{da6f510f-602c-4bc5-b32a-c71916185abb}"/>
  <p:tag name="TABLE_ENDDRAG_ORIGIN_RECT" val="894*470"/>
  <p:tag name="TABLE_ENDDRAG_RECT" val="15*37*894*470"/>
</p:tagLst>
</file>

<file path=ppt/tags/tag15.xml><?xml version="1.0" encoding="utf-8"?>
<p:tagLst xmlns:p="http://schemas.openxmlformats.org/presentationml/2006/main">
  <p:tag name="KSO_WM_UNIT_TABLE_BEAUTIFY" val="smartTable{5dc7ccca-bc6f-4fb6-815e-9b01ae3934a5}"/>
  <p:tag name="TABLE_ENDDRAG_ORIGIN_RECT" val="860*153"/>
  <p:tag name="TABLE_ENDDRAG_RECT" val="50*106*860*153"/>
</p:tagLst>
</file>

<file path=ppt/tags/tag16.xml><?xml version="1.0" encoding="utf-8"?>
<p:tagLst xmlns:p="http://schemas.openxmlformats.org/presentationml/2006/main">
  <p:tag name="KSO_WM_UNIT_TABLE_BEAUTIFY" val="smartTable{513e1fff-1731-4827-ac34-d0341eb6cda0}"/>
  <p:tag name="TABLE_ENDDRAG_ORIGIN_RECT" val="860*153"/>
  <p:tag name="TABLE_ENDDRAG_RECT" val="50*106*860*153"/>
</p:tagLst>
</file>

<file path=ppt/tags/tag17.xml><?xml version="1.0" encoding="utf-8"?>
<p:tagLst xmlns:p="http://schemas.openxmlformats.org/presentationml/2006/main">
  <p:tag name="KSO_WM_UNIT_TABLE_BEAUTIFY" val="smartTable{130cfe9b-ca7a-44bc-b1fe-5ae1aa25df5e}"/>
  <p:tag name="TABLE_ENDDRAG_ORIGIN_RECT" val="860*153"/>
  <p:tag name="TABLE_ENDDRAG_RECT" val="50*106*860*153"/>
</p:tagLst>
</file>

<file path=ppt/tags/tag18.xml><?xml version="1.0" encoding="utf-8"?>
<p:tagLst xmlns:p="http://schemas.openxmlformats.org/presentationml/2006/main">
  <p:tag name="KSO_WM_UNIT_TABLE_BEAUTIFY" val="smartTable{63fe6686-cee3-4d62-8e1e-74aa3992e2a5}"/>
  <p:tag name="TABLE_ENDDRAG_ORIGIN_RECT" val="860*153"/>
  <p:tag name="TABLE_ENDDRAG_RECT" val="50*106*860*153"/>
</p:tagLst>
</file>

<file path=ppt/tags/tag19.xml><?xml version="1.0" encoding="utf-8"?>
<p:tagLst xmlns:p="http://schemas.openxmlformats.org/presentationml/2006/main">
  <p:tag name="KSO_WM_UNIT_TABLE_BEAUTIFY" val="smartTable{f328debe-db93-4a6a-b268-0e6b333caef8}"/>
  <p:tag name="TABLE_ENDDRAG_ORIGIN_RECT" val="860*153"/>
  <p:tag name="TABLE_ENDDRAG_RECT" val="50*106*860*153"/>
</p:tagLst>
</file>

<file path=ppt/tags/tag20.xml><?xml version="1.0" encoding="utf-8"?>
<p:tagLst xmlns:p="http://schemas.openxmlformats.org/presentationml/2006/main">
  <p:tag name="KSO_WM_UNIT_TABLE_BEAUTIFY" val="smartTable{0914a1e7-24ea-4dc9-a1d3-19d1bc046803}"/>
  <p:tag name="TABLE_ENDDRAG_ORIGIN_RECT" val="860*153"/>
  <p:tag name="TABLE_ENDDRAG_RECT" val="50*106*860*153"/>
</p:tagLst>
</file>

<file path=ppt/tags/tag21.xml><?xml version="1.0" encoding="utf-8"?>
<p:tagLst xmlns:p="http://schemas.openxmlformats.org/presentationml/2006/main">
  <p:tag name="KSO_WM_UNIT_TABLE_BEAUTIFY" val="smartTable{8a2d1a97-e8b9-4ac4-9770-b175cab59f37}"/>
  <p:tag name="TABLE_ENDDRAG_ORIGIN_RECT" val="860*153"/>
  <p:tag name="TABLE_ENDDRAG_RECT" val="50*106*860*153"/>
</p:tagLst>
</file>

<file path=ppt/tags/tag22.xml><?xml version="1.0" encoding="utf-8"?>
<p:tagLst xmlns:p="http://schemas.openxmlformats.org/presentationml/2006/main">
  <p:tag name="KSO_WM_UNIT_TABLE_BEAUTIFY" val="smartTable{83c35dc2-3bb7-42dd-bd17-91514952f425}"/>
  <p:tag name="TABLE_ENDDRAG_ORIGIN_RECT" val="860*153"/>
  <p:tag name="TABLE_ENDDRAG_RECT" val="50*106*860*153"/>
</p:tagLst>
</file>

<file path=ppt/tags/tag23.xml><?xml version="1.0" encoding="utf-8"?>
<p:tagLst xmlns:p="http://schemas.openxmlformats.org/presentationml/2006/main">
  <p:tag name="KSO_WM_UNIT_TABLE_BEAUTIFY" val="smartTable{6dbe8eb5-166b-4bfd-ba12-e4d5fb53b8eb}"/>
  <p:tag name="TABLE_ENDDRAG_ORIGIN_RECT" val="860*153"/>
  <p:tag name="TABLE_ENDDRAG_RECT" val="50*106*860*153"/>
</p:tagLst>
</file>

<file path=ppt/tags/tag24.xml><?xml version="1.0" encoding="utf-8"?>
<p:tagLst xmlns:p="http://schemas.openxmlformats.org/presentationml/2006/main">
  <p:tag name="KSO_WM_UNIT_TABLE_BEAUTIFY" val="smartTable{51d40f19-e047-4014-8fc2-02abeab620f5}"/>
  <p:tag name="TABLE_ENDDRAG_ORIGIN_RECT" val="860*153"/>
  <p:tag name="TABLE_ENDDRAG_RECT" val="50*106*860*153"/>
</p:tagLst>
</file>

<file path=ppt/tags/tag25.xml><?xml version="1.0" encoding="utf-8"?>
<p:tagLst xmlns:p="http://schemas.openxmlformats.org/presentationml/2006/main">
  <p:tag name="KSO_WM_UNIT_TABLE_BEAUTIFY" val="smartTable{595cf6b6-5ae4-4505-9583-55474e90d4fa}"/>
  <p:tag name="TABLE_ENDDRAG_ORIGIN_RECT" val="860*153"/>
  <p:tag name="TABLE_ENDDRAG_RECT" val="50*106*860*153"/>
</p:tagLst>
</file>

<file path=ppt/tags/tag26.xml><?xml version="1.0" encoding="utf-8"?>
<p:tagLst xmlns:p="http://schemas.openxmlformats.org/presentationml/2006/main">
  <p:tag name="KSO_WM_UNIT_TABLE_BEAUTIFY" val="smartTable{1076b302-c42e-4590-b5ea-6bf51a15ff55}"/>
  <p:tag name="TABLE_ENDDRAG_ORIGIN_RECT" val="860*153"/>
  <p:tag name="TABLE_ENDDRAG_RECT" val="50*106*860*153"/>
</p:tagLst>
</file>

<file path=ppt/tags/tag27.xml><?xml version="1.0" encoding="utf-8"?>
<p:tagLst xmlns:p="http://schemas.openxmlformats.org/presentationml/2006/main">
  <p:tag name="KSO_WM_UNIT_TABLE_BEAUTIFY" val="smartTable{1076b302-c42e-4590-b5ea-6bf51a15ff55}"/>
  <p:tag name="TABLE_ENDDRAG_ORIGIN_RECT" val="860*153"/>
  <p:tag name="TABLE_ENDDRAG_RECT" val="50*106*860*153"/>
</p:tagLst>
</file>

<file path=ppt/tags/tag28.xml><?xml version="1.0" encoding="utf-8"?>
<p:tagLst xmlns:p="http://schemas.openxmlformats.org/presentationml/2006/main">
  <p:tag name="KSO_WM_UNIT_TABLE_BEAUTIFY" val="smartTable{1076b302-c42e-4590-b5ea-6bf51a15ff55}"/>
  <p:tag name="TABLE_ENDDRAG_ORIGIN_RECT" val="860*153"/>
  <p:tag name="TABLE_ENDDRAG_RECT" val="50*106*860*153"/>
</p:tagLst>
</file>

<file path=ppt/tags/tag29.xml><?xml version="1.0" encoding="utf-8"?>
<p:tagLst xmlns:p="http://schemas.openxmlformats.org/presentationml/2006/main">
  <p:tag name="KSO_WM_UNIT_TABLE_BEAUTIFY" val="smartTable{1076b302-c42e-4590-b5ea-6bf51a15ff55}"/>
  <p:tag name="TABLE_ENDDRAG_ORIGIN_RECT" val="860*153"/>
  <p:tag name="TABLE_ENDDRAG_RECT" val="50*106*860*153"/>
</p:tagLst>
</file>

<file path=ppt/tags/tag30.xml><?xml version="1.0" encoding="utf-8"?>
<p:tagLst xmlns:p="http://schemas.openxmlformats.org/presentationml/2006/main">
  <p:tag name="KSO_WM_UNIT_TABLE_BEAUTIFY" val="smartTable{921b4e71-c1f2-4b89-a9f1-867322058e3c}"/>
  <p:tag name="TABLE_ENDDRAG_ORIGIN_RECT" val="886*278"/>
  <p:tag name="TABLE_ENDDRAG_RECT" val="20*90*886*278"/>
</p:tagLst>
</file>

<file path=ppt/tags/tag34.xml><?xml version="1.0" encoding="utf-8"?>
<p:tagLst xmlns:p="http://schemas.openxmlformats.org/presentationml/2006/main">
  <p:tag name="COMMONDATA" val="eyJoZGlkIjoiNTg2ZTllYjAzMjQ3MjJkZmU2ZjhlNDcxZGMyNWFjNWQifQ=="/>
</p:tagLst>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Neusoft PPT 16:9">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Neusoft PPT 16:9">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Neusoft PPT 16:9">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788590e-6eff-458a-8f6a-91699c5faa99" xmlns:xsi="http://www.w3.org/2001/XMLSchema-instance" xsi:nil="true"/>
    <_x6307__x6458__x3042__x308a__xff1f_ xmlns="e1fd3af6-9d94-4365-8bad-ad4024a9c96a" xmlns:xsi="http://www.w3.org/2001/XMLSchema-instance" xsi:nil="true"/>
    <lcf76f155ced4ddcb4097134ff3c332f xmlns="e1fd3af6-9d94-4365-8bad-ad4024a9c96a">
      <Terms xmlns="http://schemas.microsoft.com/office/infopath/2007/PartnerControls"/>
    </lcf76f155ced4ddcb4097134ff3c332f>
    <_ip_UnifiedCompliancePolicyUIAction xmlns="http://schemas.microsoft.com/sharepoint/v3" xmlns:xsi="http://www.w3.org/2001/XMLSchema-instance" xsi:nil="true"/>
    <_ip_UnifiedCompliancePolicyProperties xmlns="http://schemas.microsoft.com/sharepoint/v3" xmlns:xsi="http://www.w3.org/2001/XMLSchema-instance" xsi:nil="true"/>
  </documentManagement>
</p:properties>
</file>

<file path=customXml/item2.xml><?xml version="1.0" encoding="utf-8"?>
<ct:contentTypeSchema xmlns:ct="http://schemas.microsoft.com/office/2006/metadata/contentType" xmlns:ma="http://schemas.microsoft.com/office/2006/metadata/properties/metaAttributes" _="" contentTypeVersion="16" contentTypeDescription="新しいドキュメントを作成します。" contentTypeScope="" contentTypeID="0x010100F3B31BC491F7E340B8F711B38A4F385A" contentTypeName="ドキュメント" versionID="b897e48e85df2dfb6f8d9a275b8ab4ed">
  <xsd:schema xmlns:xsd="http://www.w3.org/2001/XMLSchema" xmlns:ma="http://schemas.microsoft.com/office/2006/metadata/properties/metaAttributes" _="" ma:root="true" targetNamespace="http://schemas.microsoft.com/office/2006/metadata/properties" ma:fieldsID="7ae93639d7d8a5aae711431ffd4b8ef7">
    <xsd:import xmlns:xsd="http://www.w3.org/2001/XMLSchema" namespace="http://schemas.microsoft.com/sharepoint/v3"/>
    <xsd:import xmlns:xsd="http://www.w3.org/2001/XMLSchema" namespace="e1fd3af6-9d94-4365-8bad-ad4024a9c96a"/>
    <xsd:import xmlns:xsd="http://www.w3.org/2001/XMLSchema" namespace="d788590e-6eff-458a-8f6a-91699c5faa99"/>
    <xsd:element xmlns:xsd="http://www.w3.org/2001/XMLSchema" name="properties">
      <xsd:complexType xmlns:xsd="http://www.w3.org/2001/XMLSchema">
        <xsd:sequence xmlns:xsd="http://www.w3.org/2001/XMLSchema">
          <xsd:element xmlns:xsd="http://www.w3.org/2001/XMLSchema" name="documentManagement">
            <xsd:complexType xmlns:xsd="http://www.w3.org/2001/XMLSchema">
              <xsd:all xmlns:xsd="http://www.w3.org/2001/XMLSchema">
                <xsd:element xmlns:xsd="http://www.w3.org/2001/XMLSchema" minOccurs="0" ref="ns2:MediaServiceMetadata"/>
                <xsd:element xmlns:xsd="http://www.w3.org/2001/XMLSchema" minOccurs="0" ref="ns2:MediaServiceFastMetadata"/>
                <xsd:element xmlns:xsd="http://www.w3.org/2001/XMLSchema" minOccurs="0" ref="ns2:MediaServiceDateTaken"/>
                <xsd:element xmlns:xsd="http://www.w3.org/2001/XMLSchema" minOccurs="0" ref="ns2:MediaLengthInSeconds"/>
                <xsd:element xmlns:xsd="http://www.w3.org/2001/XMLSchema" minOccurs="0" ref="ns2:lcf76f155ced4ddcb4097134ff3c332f"/>
                <xsd:element xmlns:xsd="http://www.w3.org/2001/XMLSchema" minOccurs="0" ref="ns3:TaxCatchAll"/>
                <xsd:element xmlns:xsd="http://www.w3.org/2001/XMLSchema" minOccurs="0" ref="ns2:MediaServiceOCR"/>
                <xsd:element xmlns:xsd="http://www.w3.org/2001/XMLSchema" minOccurs="0" ref="ns2:MediaServiceGenerationTime"/>
                <xsd:element xmlns:xsd="http://www.w3.org/2001/XMLSchema" minOccurs="0" ref="ns2:MediaServiceEventHashCode"/>
                <xsd:element xmlns:xsd="http://www.w3.org/2001/XMLSchema" minOccurs="0" ref="ns2:MediaServiceObjectDetectorVersions"/>
                <xsd:element xmlns:xsd="http://www.w3.org/2001/XMLSchema" minOccurs="0" ref="ns2:_x6307__x6458__x3042__x308a__xff1f_"/>
                <xsd:element xmlns:xsd="http://www.w3.org/2001/XMLSchema" minOccurs="0" ref="ns2:MediaServiceSearchProperties"/>
                <xsd:element xmlns:xsd="http://www.w3.org/2001/XMLSchema" minOccurs="0" ref="ns2:MediaServiceLocation"/>
                <xsd:element xmlns:xsd="http://www.w3.org/2001/XMLSchema" minOccurs="0" ref="ns1:_ip_UnifiedCompliancePolicyProperties"/>
                <xsd:element xmlns:xsd="http://www.w3.org/2001/XMLSchema" minOccurs="0" ref="ns1:_ip_UnifiedCompliancePolicyUIAction"/>
              </xsd:all>
            </xsd:complexType>
          </xsd:element>
        </xsd:sequence>
      </xsd:complexType>
    </xsd:element>
  </xsd:schema>
  <xsd:schema xmlns:xsd="http://www.w3.org/2001/XMLSchema" elementFormDefault="qualified" targetNamespace="http://schemas.microsoft.com/sharepoint/v3">
    <xsd:import xmlns:xsd="http://www.w3.org/2001/XMLSchema" namespace="http://schemas.microsoft.com/office/2006/documentManagement/types"/>
    <xsd:import xmlns:xsd="http://www.w3.org/2001/XMLSchema" namespace="http://schemas.microsoft.com/office/infopath/2007/PartnerControls"/>
    <xsd:element xmlns:xsd="http://www.w3.org/2001/XMLSchema" xmlns:ma="http://schemas.microsoft.com/office/2006/metadata/properties/metaAttributes" ma:displayName="統合コンプライアンス ポリシーのプロパティ" nillable="true" ma:index="22" ma:internalName="_ip_UnifiedCompliancePolicyProperties" ma:hidden="true" name="_ip_UnifiedCompliancePolicyProperties">
      <xsd:simpleType xmlns:xsd="http://www.w3.org/2001/XMLSchema">
        <xsd:restriction xmlns:xsd="http://www.w3.org/2001/XMLSchema" base="dms:Note"/>
      </xsd:simpleType>
    </xsd:element>
    <xsd:element xmlns:xsd="http://www.w3.org/2001/XMLSchema" xmlns:ma="http://schemas.microsoft.com/office/2006/metadata/properties/metaAttributes" ma:displayName="統合コンプライアンス ポリシーの UI アクション" nillable="true" ma:index="23" ma:internalName="_ip_UnifiedCompliancePolicyUIAction" ma:hidden="true" name="_ip_UnifiedCompliancePolicyUIAction">
      <xsd:simpleType xmlns:xsd="http://www.w3.org/2001/XMLSchema">
        <xsd:restriction xmlns:xsd="http://www.w3.org/2001/XMLSchema" base="dms:Text"/>
      </xsd:simpleType>
    </xsd:element>
  </xsd:schema>
  <xsd:schema xmlns:xsd="http://www.w3.org/2001/XMLSchema" elementFormDefault="qualified" targetNamespace="e1fd3af6-9d94-4365-8bad-ad4024a9c96a">
    <xsd:import xmlns:xsd="http://www.w3.org/2001/XMLSchema" namespace="http://schemas.microsoft.com/office/2006/documentManagement/types"/>
    <xsd:import xmlns:xsd="http://www.w3.org/2001/XMLSchema" namespace="http://schemas.microsoft.com/office/infopath/2007/PartnerControls"/>
    <xsd:element xmlns:xsd="http://www.w3.org/2001/XMLSchema" xmlns:ma="http://schemas.microsoft.com/office/2006/metadata/properties/metaAttributes" ma:displayName="MediaServiceMetadata" nillable="true" ma:index="8" ma:readOnly="true" ma:internalName="MediaServiceMetadata" ma:hidden="true" name="MediaServiceMetadata">
      <xsd:simpleType xmlns:xsd="http://www.w3.org/2001/XMLSchema">
        <xsd:restriction xmlns:xsd="http://www.w3.org/2001/XMLSchema" base="dms:Note"/>
      </xsd:simpleType>
    </xsd:element>
    <xsd:element xmlns:xsd="http://www.w3.org/2001/XMLSchema" xmlns:ma="http://schemas.microsoft.com/office/2006/metadata/properties/metaAttributes" ma:displayName="MediaServiceFastMetadata" nillable="true" ma:index="9" ma:readOnly="true" ma:internalName="MediaServiceFastMetadata" ma:hidden="true" name="MediaServiceFastMetadata">
      <xsd:simpleType xmlns:xsd="http://www.w3.org/2001/XMLSchema">
        <xsd:restriction xmlns:xsd="http://www.w3.org/2001/XMLSchema" base="dms:Note"/>
      </xsd:simpleType>
    </xsd:element>
    <xsd:element xmlns:xsd="http://www.w3.org/2001/XMLSchema" xmlns:ma="http://schemas.microsoft.com/office/2006/metadata/properties/metaAttributes" ma:displayName="MediaServiceDateTaken" nillable="true" ma:index="10" ma:readOnly="true" ma:internalName="MediaServiceDateTaken" ma:indexed="true" ma:hidden="true" name="MediaServiceDateTaken">
      <xsd:simpleType xmlns:xsd="http://www.w3.org/2001/XMLSchema">
        <xsd:restriction xmlns:xsd="http://www.w3.org/2001/XMLSchema" base="dms:Text"/>
      </xsd:simpleType>
    </xsd:element>
    <xsd:element xmlns:xsd="http://www.w3.org/2001/XMLSchema" xmlns:ma="http://schemas.microsoft.com/office/2006/metadata/properties/metaAttributes" ma:displayName="MediaLengthInSeconds" nillable="true" ma:index="11" ma:readOnly="true" ma:internalName="MediaLengthInSeconds" ma:hidden="true" name="MediaLengthInSeconds">
      <xsd:simpleType xmlns:xsd="http://www.w3.org/2001/XMLSchema">
        <xsd:restriction xmlns:xsd="http://www.w3.org/2001/XMLSchema" base="dms:Unknown"/>
      </xsd:simpleType>
    </xsd:element>
    <xsd:element xmlns:xsd="http://www.w3.org/2001/XMLSchema" xmlns:ma="http://schemas.microsoft.com/office/2006/metadata/properties/metaAttributes" ma:isKeyword="false" ma:displayName="画像タグ" nillable="true" ma:index="13" ma:readOnly="false" ma:taxonomyFieldName="MediaServiceImageTags" ma:internalName="lcf76f155ced4ddcb4097134ff3c332f" ma:fieldId="{5cf76f15-5ced-4ddc-b409-7134ff3c332f}" ma:termSetId="09814cd3-568e-fe90-9814-8d621ff8fb84" ma:anchorId="fba54fb3-c3e1-fe81-a776-ca4b69148c4d" ma:taxonomy="true" ma:open="true" ma:sspId="608ef199-bdff-4917-9448-91b656fa4929" name="lcf76f155ced4ddcb4097134ff3c332f" ma:taxonomyMulti="true">
      <xsd:complexType xmlns:xsd="http://www.w3.org/2001/XMLSchema">
        <xsd:sequence xmlns:xsd="http://www.w3.org/2001/XMLSchema">
          <xsd:element xmlns:xsd="http://www.w3.org/2001/XMLSchema" maxOccurs="1" minOccurs="0" ref="pc:Terms"/>
        </xsd:sequence>
      </xsd:complexType>
    </xsd:element>
    <xsd:element xmlns:xsd="http://www.w3.org/2001/XMLSchema" xmlns:ma="http://schemas.microsoft.com/office/2006/metadata/properties/metaAttributes" ma:displayName="Extracted Text" nillable="true" ma:index="15" ma:readOnly="true" ma:internalName="MediaServiceOCR" name="MediaServiceOCR">
      <xsd:simpleType xmlns:xsd="http://www.w3.org/2001/XMLSchema">
        <xsd:restriction xmlns:xsd="http://www.w3.org/2001/XMLSchema" base="dms:Note">
          <xsd:maxLength xmlns:xsd="http://www.w3.org/2001/XMLSchema" value="255"/>
        </xsd:restriction>
      </xsd:simpleType>
    </xsd:element>
    <xsd:element xmlns:xsd="http://www.w3.org/2001/XMLSchema" xmlns:ma="http://schemas.microsoft.com/office/2006/metadata/properties/metaAttributes" ma:displayName="MediaServiceGenerationTime" nillable="true" ma:index="16" ma:readOnly="true" ma:internalName="MediaServiceGenerationTime" ma:hidden="true" name="MediaServiceGenerationTime">
      <xsd:simpleType xmlns:xsd="http://www.w3.org/2001/XMLSchema">
        <xsd:restriction xmlns:xsd="http://www.w3.org/2001/XMLSchema" base="dms:Text"/>
      </xsd:simpleType>
    </xsd:element>
    <xsd:element xmlns:xsd="http://www.w3.org/2001/XMLSchema" xmlns:ma="http://schemas.microsoft.com/office/2006/metadata/properties/metaAttributes" ma:displayName="MediaServiceEventHashCode" nillable="true" ma:index="17" ma:readOnly="true" ma:internalName="MediaServiceEventHashCode" ma:hidden="true" name="MediaServiceEventHashCode">
      <xsd:simpleType xmlns:xsd="http://www.w3.org/2001/XMLSchema">
        <xsd:restriction xmlns:xsd="http://www.w3.org/2001/XMLSchema" base="dms:Text"/>
      </xsd:simpleType>
    </xsd:element>
    <xsd:element xmlns:xsd="http://www.w3.org/2001/XMLSchema" xmlns:ma="http://schemas.microsoft.com/office/2006/metadata/properties/metaAttributes" ma:displayName="MediaServiceObjectDetectorVersions" nillable="true" ma:index="18" ma:readOnly="true" ma:internalName="MediaServiceObjectDetectorVersions" ma:indexed="true" ma:hidden="true" name="MediaServiceObjectDetectorVersions">
      <xsd:simpleType xmlns:xsd="http://www.w3.org/2001/XMLSchema">
        <xsd:restriction xmlns:xsd="http://www.w3.org/2001/XMLSchema" base="dms:Text"/>
      </xsd:simpleType>
    </xsd:element>
    <xsd:element xmlns:xsd="http://www.w3.org/2001/XMLSchema" xmlns:ma="http://schemas.microsoft.com/office/2006/metadata/properties/metaAttributes" ma:displayName="指摘あり？" nillable="true" ma:index="19" ma:internalName="_x6307__x6458__x3042__x308a__xff1f_" name="_x6307__x6458__x3042__x308a__xff1f_" ma:format="Dropdown">
      <xsd:simpleType xmlns:xsd="http://www.w3.org/2001/XMLSchema">
        <xsd:restriction xmlns:xsd="http://www.w3.org/2001/XMLSchema" base="dms:Choice">
          <xsd:enumeration xmlns:xsd="http://www.w3.org/2001/XMLSchema" value="指摘あり"/>
          <xsd:enumeration xmlns:xsd="http://www.w3.org/2001/XMLSchema" value="指摘なし"/>
        </xsd:restriction>
      </xsd:simpleType>
    </xsd:element>
    <xsd:element xmlns:xsd="http://www.w3.org/2001/XMLSchema" xmlns:ma="http://schemas.microsoft.com/office/2006/metadata/properties/metaAttributes" ma:displayName="MediaServiceSearchProperties" nillable="true" ma:index="20" ma:readOnly="true" ma:internalName="MediaServiceSearchProperties" ma:hidden="true" name="MediaServiceSearchProperties">
      <xsd:simpleType xmlns:xsd="http://www.w3.org/2001/XMLSchema">
        <xsd:restriction xmlns:xsd="http://www.w3.org/2001/XMLSchema" base="dms:Note"/>
      </xsd:simpleType>
    </xsd:element>
    <xsd:element xmlns:xsd="http://www.w3.org/2001/XMLSchema" xmlns:ma="http://schemas.microsoft.com/office/2006/metadata/properties/metaAttributes" ma:displayName="Location" nillable="true" ma:index="21" ma:readOnly="true" ma:internalName="MediaServiceLocation" ma:indexed="true" ma:description="" name="MediaServiceLocation">
      <xsd:simpleType xmlns:xsd="http://www.w3.org/2001/XMLSchema">
        <xsd:restriction xmlns:xsd="http://www.w3.org/2001/XMLSchema" base="dms:Text"/>
      </xsd:simpleType>
    </xsd:element>
  </xsd:schema>
  <xsd:schema xmlns:xsd="http://www.w3.org/2001/XMLSchema" elementFormDefault="qualified" targetNamespace="d788590e-6eff-458a-8f6a-91699c5faa99">
    <xsd:import xmlns:xsd="http://www.w3.org/2001/XMLSchema" namespace="http://schemas.microsoft.com/office/2006/documentManagement/types"/>
    <xsd:import xmlns:xsd="http://www.w3.org/2001/XMLSchema" namespace="http://schemas.microsoft.com/office/infopath/2007/PartnerControls"/>
    <xsd:element xmlns:xsd="http://www.w3.org/2001/XMLSchema" xmlns:ma="http://schemas.microsoft.com/office/2006/metadata/properties/metaAttributes" ma:displayName="Taxonomy Catch All Column" nillable="true" ma:web="d788590e-6eff-458a-8f6a-91699c5faa99" ma:index="14" ma:showField="CatchAllData" ma:internalName="TaxCatchAll" ma:hidden="true" ma:list="{91ba8f26-3b77-42fb-998b-16c84568bc63}" name="TaxCatchAll">
      <xsd:complexType xmlns:xsd="http://www.w3.org/2001/XMLSchema">
        <xsd:complexContent xmlns:xsd="http://www.w3.org/2001/XMLSchema">
          <xsd:extension xmlns:xsd="http://www.w3.org/2001/XMLSchema" base="dms:MultiChoiceLookup">
            <xsd:sequence xmlns:xsd="http://www.w3.org/2001/XMLSchema">
              <xsd:element xmlns:xsd="http://www.w3.org/2001/XMLSchema" nillable="true" maxOccurs="unbounded" minOccurs="0" name="Value" type="dms:Lookup"/>
            </xsd:sequence>
          </xsd:extension>
        </xsd:complexContent>
      </xsd:complexType>
    </xsd:element>
  </xsd:schema>
  <xsd:schema xmlns:xsd="http://www.w3.org/2001/XMLSchema" elementFormDefault="qualified" targetNamespace="http://schemas.openxmlformats.org/package/2006/metadata/core-properties" attributeFormDefault="unqualified" blockDefault="#all">
    <xsd:import xmlns:xsd="http://www.w3.org/2001/XMLSchema" namespace="http://purl.org/dc/elements/1.1/" schemaLocation="http://dublincore.org/schemas/xmls/qdc/2003/04/02/dc.xsd"/>
    <xsd:import xmlns:xsd="http://www.w3.org/2001/XMLSchema" namespace="http://purl.org/dc/terms/" schemaLocation="http://dublincore.org/schemas/xmls/qdc/2003/04/02/dcterms.xsd"/>
    <xsd:element xmlns:xsd="http://www.w3.org/2001/XMLSchema" name="coreProperties" type="CT_coreProperties"/>
    <xsd:complexType xmlns:xsd="http://www.w3.org/2001/XMLSchema" name="CT_coreProperties">
      <xsd:all xmlns:xsd="http://www.w3.org/2001/XMLSchema">
        <xsd:element xmlns:xsd="http://www.w3.org/2001/XMLSchema" maxOccurs="1" minOccurs="0" ref="dc:creator"/>
        <xsd:element xmlns:xsd="http://www.w3.org/2001/XMLSchema" maxOccurs="1" minOccurs="0" ref="dcterms:created"/>
        <xsd:element xmlns:xsd="http://www.w3.org/2001/XMLSchema" maxOccurs="1" minOccurs="0" ref="dc:identifier"/>
        <xsd:element xmlns:xsd="http://www.w3.org/2001/XMLSchema" xmlns:ma="http://schemas.microsoft.com/office/2006/metadata/properties/metaAttributes" ma:displayName="コンテンツ タイプ" ma:index="0" maxOccurs="1" minOccurs="0" name="contentType" type="xsd:string"/>
        <xsd:element xmlns:xsd="http://www.w3.org/2001/XMLSchema" xmlns:ma="http://schemas.microsoft.com/office/2006/metadata/properties/metaAttributes" ma:displayName="タイトル" ma:index="4" maxOccurs="1" minOccurs="0" ref="dc:title"/>
        <xsd:element xmlns:xsd="http://www.w3.org/2001/XMLSchema" maxOccurs="1" minOccurs="0" ref="dc:subject"/>
        <xsd:element xmlns:xsd="http://www.w3.org/2001/XMLSchema" maxOccurs="1" minOccurs="0" ref="dc:description"/>
        <xsd:element xmlns:xsd="http://www.w3.org/2001/XMLSchema" maxOccurs="1" minOccurs="0" name="keywords" type="xsd:string"/>
        <xsd:element xmlns:xsd="http://www.w3.org/2001/XMLSchema" maxOccurs="1" minOccurs="0" ref="dc:language"/>
        <xsd:element xmlns:xsd="http://www.w3.org/2001/XMLSchema" maxOccurs="1" minOccurs="0" name="category" type="xsd:string"/>
        <xsd:element xmlns:xsd="http://www.w3.org/2001/XMLSchema" maxOccurs="1" minOccurs="0" name="version" type="xsd:string"/>
        <xsd:element xmlns:xsd="http://www.w3.org/2001/XMLSchema" maxOccurs="1" minOccurs="0" name="revision" type="xsd:string">
          <xsd:annotation xmlns:xsd="http://www.w3.org/2001/XMLSchema">
            <xsd:documentation xmlns:xsd="http://www.w3.org/2001/XMLSchema">
                        This value indicates the number of saves or revisions. The application is responsible for updating this value after each revision.
                    </xsd:documentation>
          </xsd:annotation>
        </xsd:element>
        <xsd:element xmlns:xsd="http://www.w3.org/2001/XMLSchema" maxOccurs="1" minOccurs="0" name="lastModifiedBy" type="xsd:string"/>
        <xsd:element xmlns:xsd="http://www.w3.org/2001/XMLSchema" maxOccurs="1" minOccurs="0" ref="dcterms:modified"/>
        <xsd:element xmlns:xsd="http://www.w3.org/2001/XMLSchema" maxOccurs="1" minOccurs="0" name="contentStatus" type="xsd:string"/>
      </xsd:all>
    </xsd:complexType>
  </xsd:schema>
  <xs:schema xmlns:xs="http://www.w3.org/2001/XMLSchema" elementFormDefault="qualified" targetNamespace="http://schemas.microsoft.com/office/infopath/2007/PartnerControls" attributeFormDefault="unqualified">
    <xs:element xmlns:xs="http://www.w3.org/2001/XMLSchema" name="Person">
      <xs:complexType xmlns:xs="http://www.w3.org/2001/XMLSchema">
        <xs:sequence xmlns:xs="http://www.w3.org/2001/XMLSchema">
          <xs:element xmlns:xs="http://www.w3.org/2001/XMLSchema" minOccurs="0" ref="pc:DisplayName"/>
          <xs:element xmlns:xs="http://www.w3.org/2001/XMLSchema" minOccurs="0" ref="pc:AccountId"/>
          <xs:element xmlns:xs="http://www.w3.org/2001/XMLSchema" minOccurs="0" ref="pc:AccountType"/>
        </xs:sequence>
      </xs:complexType>
    </xs:element>
    <xs:element xmlns:xs="http://www.w3.org/2001/XMLSchema" name="DisplayName" type="xs:string"/>
    <xs:element xmlns:xs="http://www.w3.org/2001/XMLSchema" name="AccountId" type="xs:string"/>
    <xs:element xmlns:xs="http://www.w3.org/2001/XMLSchema" name="AccountType" type="xs:string"/>
    <xs:element xmlns:xs="http://www.w3.org/2001/XMLSchema" name="BDCAssociatedEntity">
      <xs:complexType xmlns:xs="http://www.w3.org/2001/XMLSchema">
        <xs:sequence xmlns:xs="http://www.w3.org/2001/XMLSchema">
          <xs:element xmlns:xs="http://www.w3.org/2001/XMLSchema" maxOccurs="unbounded" minOccurs="0" ref="pc:BDCEntity"/>
        </xs:sequence>
        <xs:attribute xmlns:xs="http://www.w3.org/2001/XMLSchema" ref="pc:EntityNamespace"/>
        <xs:attribute xmlns:xs="http://www.w3.org/2001/XMLSchema" ref="pc:EntityName"/>
        <xs:attribute xmlns:xs="http://www.w3.org/2001/XMLSchema" ref="pc:SystemInstanceName"/>
        <xs:attribute xmlns:xs="http://www.w3.org/2001/XMLSchema" ref="pc:AssociationName"/>
      </xs:complexType>
    </xs:element>
    <xs:attribute xmlns:xs="http://www.w3.org/2001/XMLSchema" name="EntityNamespace" type="xs:string"/>
    <xs:attribute xmlns:xs="http://www.w3.org/2001/XMLSchema" name="EntityName" type="xs:string"/>
    <xs:attribute xmlns:xs="http://www.w3.org/2001/XMLSchema" name="SystemInstanceName" type="xs:string"/>
    <xs:attribute xmlns:xs="http://www.w3.org/2001/XMLSchema" name="AssociationName" type="xs:string"/>
    <xs:element xmlns:xs="http://www.w3.org/2001/XMLSchema" name="BDCEntity">
      <xs:complexType xmlns:xs="http://www.w3.org/2001/XMLSchema">
        <xs:sequence xmlns:xs="http://www.w3.org/2001/XMLSchema">
          <xs:element xmlns:xs="http://www.w3.org/2001/XMLSchema" minOccurs="0" ref="pc:EntityDisplayName"/>
          <xs:element xmlns:xs="http://www.w3.org/2001/XMLSchema" minOccurs="0" ref="pc:EntityInstanceReference"/>
          <xs:element xmlns:xs="http://www.w3.org/2001/XMLSchema" minOccurs="0" ref="pc:EntityId1"/>
          <xs:element xmlns:xs="http://www.w3.org/2001/XMLSchema" minOccurs="0" ref="pc:EntityId2"/>
          <xs:element xmlns:xs="http://www.w3.org/2001/XMLSchema" minOccurs="0" ref="pc:EntityId3"/>
          <xs:element xmlns:xs="http://www.w3.org/2001/XMLSchema" minOccurs="0" ref="pc:EntityId4"/>
          <xs:element xmlns:xs="http://www.w3.org/2001/XMLSchema" minOccurs="0" ref="pc:EntityId5"/>
        </xs:sequence>
      </xs:complexType>
    </xs:element>
    <xs:element xmlns:xs="http://www.w3.org/2001/XMLSchema" name="EntityDisplayName" type="xs:string"/>
    <xs:element xmlns:xs="http://www.w3.org/2001/XMLSchema" name="EntityInstanceReference" type="xs:string"/>
    <xs:element xmlns:xs="http://www.w3.org/2001/XMLSchema" name="EntityId1" type="xs:string"/>
    <xs:element xmlns:xs="http://www.w3.org/2001/XMLSchema" name="EntityId2" type="xs:string"/>
    <xs:element xmlns:xs="http://www.w3.org/2001/XMLSchema" name="EntityId3" type="xs:string"/>
    <xs:element xmlns:xs="http://www.w3.org/2001/XMLSchema" name="EntityId4" type="xs:string"/>
    <xs:element xmlns:xs="http://www.w3.org/2001/XMLSchema" name="EntityId5" type="xs:string"/>
    <xs:element xmlns:xs="http://www.w3.org/2001/XMLSchema" name="Terms">
      <xs:complexType xmlns:xs="http://www.w3.org/2001/XMLSchema">
        <xs:sequence xmlns:xs="http://www.w3.org/2001/XMLSchema">
          <xs:element xmlns:xs="http://www.w3.org/2001/XMLSchema" maxOccurs="unbounded" minOccurs="0" ref="pc:TermInfo"/>
        </xs:sequence>
      </xs:complexType>
    </xs:element>
    <xs:element xmlns:xs="http://www.w3.org/2001/XMLSchema" name="TermInfo">
      <xs:complexType xmlns:xs="http://www.w3.org/2001/XMLSchema">
        <xs:sequence xmlns:xs="http://www.w3.org/2001/XMLSchema">
          <xs:element xmlns:xs="http://www.w3.org/2001/XMLSchema" minOccurs="0" ref="pc:TermName"/>
          <xs:element xmlns:xs="http://www.w3.org/2001/XMLSchema" minOccurs="0" ref="pc:TermId"/>
        </xs:sequence>
      </xs:complexType>
    </xs:element>
    <xs:element xmlns:xs="http://www.w3.org/2001/XMLSchema" name="TermName" type="xs:string"/>
    <xs:element xmlns:xs="http://www.w3.org/2001/XMLSchema" name="TermId" type="xs:string"/>
  </xs:schema>
</ct:contentTypeSchema>
</file>

<file path=customXml/item3.xml><?xml version="1.0" encoding="utf-8"?>
<?mso-contentType ?>
<FormTemplates xmlns="http://schemas.microsoft.com/sharepoint/v3/contenttype/forms">
  <Display xmlns="http://schemas.microsoft.com/sharepoint/v3/contenttype/forms">DocumentLibraryForm</Display>
  <Edit xmlns="http://schemas.microsoft.com/sharepoint/v3/contenttype/forms">DocumentLibraryForm</Edit>
  <New xmlns="http://schemas.microsoft.com/sharepoint/v3/contenttype/forms">DocumentLibraryForm</New>
</FormTemplates>
</file>

<file path=customXml/itemProps31.xml><?xml version="1.0" encoding="utf-8"?>
<ds:datastoreItem xmlns:ds="http://schemas.openxmlformats.org/officeDocument/2006/customXml" ds:itemID="{EB7147CC-F6B3-46D9-8C21-6AD6EB191B75}">
  <ds:schemaRefs/>
</ds:datastoreItem>
</file>

<file path=customXml/itemProps32.xml><?xml version="1.0" encoding="utf-8"?>
<ds:datastoreItem xmlns:ds="http://schemas.openxmlformats.org/officeDocument/2006/customXml" ds:itemID="{EFF55A4F-68E2-4612-A24F-632BF975CA16}">
  <ds:schemaRefs/>
</ds:datastoreItem>
</file>

<file path=customXml/itemProps33.xml><?xml version="1.0" encoding="utf-8"?>
<ds:datastoreItem xmlns:ds="http://schemas.openxmlformats.org/officeDocument/2006/customXml" ds:itemID="{7EF65928-C55C-4F22-8E9D-46D82135FF33}">
  <ds:schemaRefs/>
</ds:datastoreItem>
</file>

<file path=docProps/app.xml><?xml version="1.0" encoding="utf-8"?>
<Properties xmlns="http://schemas.openxmlformats.org/officeDocument/2006/extended-properties" xmlns:vt="http://schemas.openxmlformats.org/officeDocument/2006/docPropsVTypes">
  <TotalTime>0</TotalTime>
  <Words>46926</Words>
  <Application>WPS 演示</Application>
  <PresentationFormat>ワイド画面</PresentationFormat>
  <Paragraphs>5190</Paragraphs>
  <Slides>36</Slides>
  <Notes>16</Notes>
  <HiddenSlides>0</HiddenSlides>
  <MMClips>0</MMClips>
  <ScaleCrop>false</ScaleCrop>
  <HeadingPairs>
    <vt:vector size="6" baseType="variant">
      <vt:variant>
        <vt:lpstr>已用的字体</vt:lpstr>
      </vt:variant>
      <vt:variant>
        <vt:i4>13</vt:i4>
      </vt:variant>
      <vt:variant>
        <vt:lpstr>主题</vt:lpstr>
      </vt:variant>
      <vt:variant>
        <vt:i4>4</vt:i4>
      </vt:variant>
      <vt:variant>
        <vt:lpstr>幻灯片标题</vt:lpstr>
      </vt:variant>
      <vt:variant>
        <vt:i4>36</vt:i4>
      </vt:variant>
    </vt:vector>
  </HeadingPairs>
  <TitlesOfParts>
    <vt:vector size="53" baseType="lpstr">
      <vt:lpstr>Arial</vt:lpstr>
      <vt:lpstr>SimSun</vt:lpstr>
      <vt:lpstr>Wingdings</vt:lpstr>
      <vt:lpstr>Verdana</vt:lpstr>
      <vt:lpstr>Microsoft YaHei</vt:lpstr>
      <vt:lpstr>Times New Roman</vt:lpstr>
      <vt:lpstr>Meiryo UI</vt:lpstr>
      <vt:lpstr>Calibri</vt:lpstr>
      <vt:lpstr>ＭＳ Ｐゴシック</vt:lpstr>
      <vt:lpstr>Arial Unicode MS</vt:lpstr>
      <vt:lpstr>游ゴシック Light</vt:lpstr>
      <vt:lpstr>游ゴシック</vt:lpstr>
      <vt:lpstr>等线</vt:lpstr>
      <vt:lpstr>Office テーマ</vt:lpstr>
      <vt:lpstr>4_Neusoft PPT 16:9</vt:lpstr>
      <vt:lpstr>Neusoft PPT 16:9</vt:lpstr>
      <vt:lpstr>5_Neusoft PPT 16:9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楊 秋語</dc:creator>
  <cp:lastModifiedBy>dongzf</cp:lastModifiedBy>
  <cp:revision>15</cp:revision>
  <dcterms:created xsi:type="dcterms:W3CDTF">2026-06-23T03:06:00Z</dcterms:created>
  <dcterms:modified xsi:type="dcterms:W3CDTF">2026-06-26T08:05:59Z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91781D3FD94B4DB7BF013A1ED20B644C_12</vt:lpwstr>
  </property>
  <property fmtid="{D5CDD505-2E9C-101B-9397-08002B2CF9AE}" pid="3" name="KSOProductBuildVer">
    <vt:lpwstr>2052-12.1.0.26895</vt:lpwstr>
  </property>
  <property fmtid="{D5CDD505-2E9C-101B-9397-08002B2CF9AE}" pid="4" name="ContentTypeId">
    <vt:lpwstr>0x010100F3B31BC491F7E340B8F711B38A4F385A</vt:lpwstr>
  </property>
  <property fmtid="{D5CDD505-2E9C-101B-9397-08002B2CF9AE}" pid="5" name="MediaServiceImageTags">
    <vt:lpwstr/>
  </property>
</Properties>
</file>